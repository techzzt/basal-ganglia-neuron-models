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0"/>
    <p:restoredTop sz="94634"/>
  </p:normalViewPr>
  <p:slideViewPr>
    <p:cSldViewPr snapToGrid="0" showGuides="1">
      <p:cViewPr varScale="1">
        <p:scale>
          <a:sx n="139" d="100"/>
          <a:sy n="139" d="100"/>
        </p:scale>
        <p:origin x="176" y="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ADA71-424B-6369-1638-3047AFEED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0F7AD9-A386-0FF1-339D-6BA5E8C06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360412-6EFB-4C1B-0C1D-97942852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DFCEB2-EB17-D8CB-9C7E-F22EF3C1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8AD7D9-625E-7E69-DAC1-C2A40A534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9758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F3FF9-246B-CB07-38FB-FC75CB85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D81834-067A-B35C-69A6-AFF41F2D9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D1510E-D3CE-DD61-1885-322E9B1F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A2D971-FE95-DD51-FC26-3C4355E02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3D85AC-64CA-C521-603B-2AA00884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7775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A4B63-26AE-C464-FAD4-87138121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85448F-1565-A1A5-DCD2-D7376739C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41D44E-8D40-FE6E-852F-98EDE8447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E1CB97-1A20-B92B-7C7D-E550C24E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85A1D0-D867-4A9B-EF78-5D40DF6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7519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D97B1-372F-4948-7D82-8BC93C77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F92DCA-4C82-8F8B-B96D-56B4779B6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9BAD2B-1195-54D6-54A7-3288ADF94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0340EB-53C1-116F-8956-8C3F34C1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D21305-7D9F-6EDD-FE60-4EBE1E6C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9190D7-20D7-B725-BE70-41FD15AD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28332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A07651-39DB-5E86-FBF9-108F2394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4EE91F-9A18-40C8-4CF9-B6A0294B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7C3DFB-81B3-3F65-6A72-FE4539678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84C7BF-DB94-B038-A2A4-BFB39339E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B0766E-5B60-29DA-D446-38AD6F2CE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2DAA25-AE22-A09A-5F92-82E98CCE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82E32B-3996-AE7E-B0EC-CCE0DE956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C05484-0D5E-3CCC-7775-B44BD723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908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6FE83-BDFC-96AE-317A-E3802431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6D6531-9EAA-EA62-277B-39F431D7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1FB33E-8981-29D9-9914-BB4A3B313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470B05-7FFD-33BA-8E22-4CF7781B5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9456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7D7D1-5E4B-EDDD-A7A0-0260CA24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F75AC8-597B-0786-5554-21352EE00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063101-CC2D-9177-58E3-4731C245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862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031285-7B98-3E93-0EB5-CDCB8EA96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526444-777E-9E68-C7D3-593ABEA0E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39B40C-81A2-0382-EC32-CB91BBDB2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E47080-587E-7D03-E998-0B670F3E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691DAA-3DF3-8667-1EF8-8ACA8F4F5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A43270-5931-8830-EE68-F63A50D8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630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6CFFE-4964-EC14-AF9A-366465A7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75746D-9367-B159-8A53-61E463F99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4B8079-BF6C-2063-5A57-34FF801F3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0E35B0-D18F-6CB1-0E78-82DF0DF4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527A7B-C189-128A-FF37-53833CB5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E5EAA3-916D-93F9-A6FB-56C3DA50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188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C9A0D-7646-0AB5-7E95-1671012F5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B67877-4A43-451D-1B1F-AEAF4580E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D2C963-79E2-3014-0DF0-7294BB334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27FAE-F356-63A4-A1A6-18BB53215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2AC922-A87A-7F42-A8BC-542B44F02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194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621D6C-E735-A46A-5556-B43223FD6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92C832-5CC3-5C38-A785-60541A329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219C1-740D-E0B0-4C77-FAB5EF09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AB95CD-F6A5-2E78-DA57-14BA28EA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299665-F249-4F28-114D-4C276F6A0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4964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043D88-B73B-3B67-35E3-41F15829D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BA338B-BA70-FB12-0AB1-B2A6C491E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0EF924-50A9-3BBF-347D-FD0073D01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E6154-7934-CD44-A2C4-1C76E87DEEC5}" type="datetimeFigureOut">
              <a:rPr kumimoji="1" lang="ko-KR" altLang="en-US" smtClean="0"/>
              <a:t>2024. 12. 9.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4DF2E-5C41-5B0B-AEA0-FA4C68154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562D6D-F858-578D-A03A-0AD943924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69548-6DB4-9C4E-A775-54D62AA6625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839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30F7D06-FE4A-3226-F646-E688BF717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936"/>
          <a:stretch/>
        </p:blipFill>
        <p:spPr>
          <a:xfrm>
            <a:off x="1050913" y="1086595"/>
            <a:ext cx="4642506" cy="43647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718C62-6CD5-B221-8083-4F64C1E14F8E}"/>
              </a:ext>
            </a:extLst>
          </p:cNvPr>
          <p:cNvSpPr txBox="1"/>
          <p:nvPr/>
        </p:nvSpPr>
        <p:spPr>
          <a:xfrm>
            <a:off x="3041948" y="5451360"/>
            <a:ext cx="96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Normal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C8D7DC-EA5E-2113-0A21-BFFC0A205B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671"/>
          <a:stretch/>
        </p:blipFill>
        <p:spPr>
          <a:xfrm>
            <a:off x="6480295" y="1086595"/>
            <a:ext cx="4620626" cy="43647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F557E9-2CBB-D3C7-B95F-90A84AE72BD1}"/>
              </a:ext>
            </a:extLst>
          </p:cNvPr>
          <p:cNvSpPr txBox="1"/>
          <p:nvPr/>
        </p:nvSpPr>
        <p:spPr>
          <a:xfrm>
            <a:off x="8549997" y="5451360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PD</a:t>
            </a:r>
            <a:endParaRPr kumimoji="1" lang="ko-KR" altLang="en-US" dirty="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625FDB41-86F7-AA50-78A6-F2FE6B8387EC}"/>
              </a:ext>
            </a:extLst>
          </p:cNvPr>
          <p:cNvCxnSpPr/>
          <p:nvPr/>
        </p:nvCxnSpPr>
        <p:spPr>
          <a:xfrm>
            <a:off x="0" y="623944"/>
            <a:ext cx="9714155" cy="0"/>
          </a:xfrm>
          <a:prstGeom prst="line">
            <a:avLst/>
          </a:prstGeom>
          <a:ln w="25400">
            <a:solidFill>
              <a:srgbClr val="166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0C2039E-6C0E-744D-EF30-26DB259D5F54}"/>
              </a:ext>
            </a:extLst>
          </p:cNvPr>
          <p:cNvSpPr txBox="1"/>
          <p:nvPr/>
        </p:nvSpPr>
        <p:spPr>
          <a:xfrm>
            <a:off x="179614" y="57615"/>
            <a:ext cx="33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Simulation Result</a:t>
            </a:r>
            <a:endParaRPr kumimoji="1"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D0D54-AA3E-2ED5-CBF3-79E6644A83DF}"/>
              </a:ext>
            </a:extLst>
          </p:cNvPr>
          <p:cNvSpPr txBox="1"/>
          <p:nvPr/>
        </p:nvSpPr>
        <p:spPr>
          <a:xfrm>
            <a:off x="179614" y="674153"/>
            <a:ext cx="2794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- 200ms ~ 400ms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에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  <a:endParaRPr kumimoji="1"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662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30F7D06-FE4A-3226-F646-E688BF717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831"/>
          <a:stretch/>
        </p:blipFill>
        <p:spPr>
          <a:xfrm>
            <a:off x="865847" y="1416104"/>
            <a:ext cx="4806475" cy="347957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BC8D7DC-EA5E-2113-0A21-BFFC0A205B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831"/>
          <a:stretch/>
        </p:blipFill>
        <p:spPr>
          <a:xfrm>
            <a:off x="6519680" y="1416105"/>
            <a:ext cx="4806472" cy="34795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C01608-281B-8126-FCF8-165B55289359}"/>
              </a:ext>
            </a:extLst>
          </p:cNvPr>
          <p:cNvSpPr txBox="1"/>
          <p:nvPr/>
        </p:nvSpPr>
        <p:spPr>
          <a:xfrm>
            <a:off x="2784056" y="4895681"/>
            <a:ext cx="96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Normal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1D27BD-EF2D-7034-040C-20F9EE1A21CF}"/>
              </a:ext>
            </a:extLst>
          </p:cNvPr>
          <p:cNvSpPr txBox="1"/>
          <p:nvPr/>
        </p:nvSpPr>
        <p:spPr>
          <a:xfrm>
            <a:off x="8682305" y="4895681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PD</a:t>
            </a:r>
            <a:endParaRPr kumimoji="1" lang="ko-KR" altLang="en-US" dirty="0"/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CDDE8AF0-B71B-7D62-A414-9EFA0DB05CB1}"/>
              </a:ext>
            </a:extLst>
          </p:cNvPr>
          <p:cNvCxnSpPr/>
          <p:nvPr/>
        </p:nvCxnSpPr>
        <p:spPr>
          <a:xfrm>
            <a:off x="0" y="623944"/>
            <a:ext cx="9714155" cy="0"/>
          </a:xfrm>
          <a:prstGeom prst="line">
            <a:avLst/>
          </a:prstGeom>
          <a:ln w="25400">
            <a:solidFill>
              <a:srgbClr val="166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3F3A7C-307A-3C08-C8CF-7A651137C695}"/>
              </a:ext>
            </a:extLst>
          </p:cNvPr>
          <p:cNvSpPr txBox="1"/>
          <p:nvPr/>
        </p:nvSpPr>
        <p:spPr>
          <a:xfrm>
            <a:off x="179614" y="57615"/>
            <a:ext cx="33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Simulation Result</a:t>
            </a:r>
            <a:endParaRPr kumimoji="1"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4C812-6FA1-60FA-5FD6-6C6325CBF7FE}"/>
              </a:ext>
            </a:extLst>
          </p:cNvPr>
          <p:cNvSpPr txBox="1"/>
          <p:nvPr/>
        </p:nvSpPr>
        <p:spPr>
          <a:xfrm>
            <a:off x="179614" y="674153"/>
            <a:ext cx="2794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- 200ms ~ 400ms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에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  <a:endParaRPr kumimoji="1"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866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7C4AA3-C3DE-707B-8B31-44549B4B6B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86" b="43855"/>
          <a:stretch/>
        </p:blipFill>
        <p:spPr>
          <a:xfrm>
            <a:off x="376846" y="981930"/>
            <a:ext cx="5435690" cy="37347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EDBCFD6-0AE6-6A34-452E-345E37C149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398"/>
          <a:stretch/>
        </p:blipFill>
        <p:spPr>
          <a:xfrm>
            <a:off x="376847" y="4716706"/>
            <a:ext cx="5435689" cy="12873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90D2F6-1727-5865-BF68-4264354EA551}"/>
              </a:ext>
            </a:extLst>
          </p:cNvPr>
          <p:cNvSpPr txBox="1"/>
          <p:nvPr/>
        </p:nvSpPr>
        <p:spPr>
          <a:xfrm>
            <a:off x="2825048" y="6075561"/>
            <a:ext cx="96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Normal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9CF6E-9DF1-4A59-E4BA-9434246D3D08}"/>
              </a:ext>
            </a:extLst>
          </p:cNvPr>
          <p:cNvSpPr txBox="1"/>
          <p:nvPr/>
        </p:nvSpPr>
        <p:spPr>
          <a:xfrm>
            <a:off x="6147686" y="1451636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"FSN"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{</a:t>
            </a:r>
          </a:p>
          <a:p>
            <a:r>
              <a:rPr lang="en-US" altLang="ko-KR" sz="1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"equation"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"((t / second) / 1000 * 646 + 3 *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randn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()) * Hz"</a:t>
            </a:r>
            <a:endParaRPr lang="en-US" altLang="ko-KR" sz="1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},</a:t>
            </a:r>
          </a:p>
          <a:p>
            <a:r>
              <a:rPr lang="en-US" altLang="ko-KR" sz="1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"MSND1"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{</a:t>
            </a:r>
          </a:p>
          <a:p>
            <a:r>
              <a:rPr lang="en-US" altLang="ko-KR" sz="1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"equation"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"((t / second) / 1000 * 448 + 3 *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randn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()) * Hz"</a:t>
            </a:r>
            <a:endParaRPr lang="en-US" altLang="ko-KR" sz="1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},</a:t>
            </a:r>
          </a:p>
          <a:p>
            <a:r>
              <a:rPr lang="en-US" altLang="ko-KR" sz="1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"MSND2"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{</a:t>
            </a:r>
          </a:p>
          <a:p>
            <a:r>
              <a:rPr lang="en-US" altLang="ko-KR" sz="1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"equation"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"((t / second) / 1000 * 592 + 3 *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randn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()) * Hz"</a:t>
            </a:r>
            <a:endParaRPr lang="en-US" altLang="ko-KR" sz="1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},</a:t>
            </a:r>
          </a:p>
          <a:p>
            <a:r>
              <a:rPr lang="en-US" altLang="ko-KR" sz="1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"STN"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{</a:t>
            </a:r>
          </a:p>
          <a:p>
            <a:r>
              <a:rPr lang="en-US" altLang="ko-KR" sz="14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"equation"</a:t>
            </a:r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"((t / second) / 1000 * 170 + 3 *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randn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()) * Hz"</a:t>
            </a:r>
            <a:endParaRPr lang="en-US" altLang="ko-KR" sz="14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ko-KR" sz="14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8BD19-C28F-A89F-A2B2-220FA65D3EE4}"/>
              </a:ext>
            </a:extLst>
          </p:cNvPr>
          <p:cNvSpPr txBox="1"/>
          <p:nvPr/>
        </p:nvSpPr>
        <p:spPr>
          <a:xfrm>
            <a:off x="8464166" y="4991066"/>
            <a:ext cx="135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Input Code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67CC2-1E9D-3167-C3C7-197AE4D98D32}"/>
              </a:ext>
            </a:extLst>
          </p:cNvPr>
          <p:cNvSpPr txBox="1"/>
          <p:nvPr/>
        </p:nvSpPr>
        <p:spPr>
          <a:xfrm>
            <a:off x="179614" y="57615"/>
            <a:ext cx="33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Simulation Result</a:t>
            </a:r>
            <a:endParaRPr kumimoji="1"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2A62AE-6BE0-9BFA-1157-EF342C129E01}"/>
              </a:ext>
            </a:extLst>
          </p:cNvPr>
          <p:cNvSpPr txBox="1"/>
          <p:nvPr/>
        </p:nvSpPr>
        <p:spPr>
          <a:xfrm>
            <a:off x="179614" y="674153"/>
            <a:ext cx="2805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선형적으로 증가하는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부여</a:t>
            </a: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33620B38-D2B7-4D60-E6D5-8EDBDB3460D1}"/>
              </a:ext>
            </a:extLst>
          </p:cNvPr>
          <p:cNvCxnSpPr/>
          <p:nvPr/>
        </p:nvCxnSpPr>
        <p:spPr>
          <a:xfrm>
            <a:off x="0" y="623944"/>
            <a:ext cx="9714155" cy="0"/>
          </a:xfrm>
          <a:prstGeom prst="line">
            <a:avLst/>
          </a:prstGeom>
          <a:ln w="25400">
            <a:solidFill>
              <a:srgbClr val="166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730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77C4AA3-C3DE-707B-8B31-44549B4B6B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86" b="43855"/>
          <a:stretch/>
        </p:blipFill>
        <p:spPr>
          <a:xfrm>
            <a:off x="481463" y="1045086"/>
            <a:ext cx="5435690" cy="37347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542F8C-D793-ABDF-128D-0305042F9E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914" b="43726"/>
          <a:stretch/>
        </p:blipFill>
        <p:spPr>
          <a:xfrm>
            <a:off x="6226419" y="1045086"/>
            <a:ext cx="5435690" cy="37347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EDBCFD6-0AE6-6A34-452E-345E37C149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398"/>
          <a:stretch/>
        </p:blipFill>
        <p:spPr>
          <a:xfrm>
            <a:off x="481464" y="4779862"/>
            <a:ext cx="5435689" cy="12873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74A44FF-4B36-F07A-BE9C-FA707BF4FF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988"/>
          <a:stretch/>
        </p:blipFill>
        <p:spPr>
          <a:xfrm>
            <a:off x="6226419" y="4779862"/>
            <a:ext cx="5435690" cy="12353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90D2F6-1727-5865-BF68-4264354EA551}"/>
              </a:ext>
            </a:extLst>
          </p:cNvPr>
          <p:cNvSpPr txBox="1"/>
          <p:nvPr/>
        </p:nvSpPr>
        <p:spPr>
          <a:xfrm>
            <a:off x="2929665" y="6138717"/>
            <a:ext cx="96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Normal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BF6EAE-253B-CAE6-B2D3-AD4E909AC027}"/>
              </a:ext>
            </a:extLst>
          </p:cNvPr>
          <p:cNvSpPr txBox="1"/>
          <p:nvPr/>
        </p:nvSpPr>
        <p:spPr>
          <a:xfrm>
            <a:off x="8944264" y="6101158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PD</a:t>
            </a:r>
            <a:endParaRPr kumimoji="1" lang="ko-KR" altLang="en-US" dirty="0"/>
          </a:p>
        </p:txBody>
      </p: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A26D34D7-97B3-D6E8-3376-A6BC77ACA211}"/>
              </a:ext>
            </a:extLst>
          </p:cNvPr>
          <p:cNvCxnSpPr/>
          <p:nvPr/>
        </p:nvCxnSpPr>
        <p:spPr>
          <a:xfrm>
            <a:off x="0" y="623944"/>
            <a:ext cx="9714155" cy="0"/>
          </a:xfrm>
          <a:prstGeom prst="line">
            <a:avLst/>
          </a:prstGeom>
          <a:ln w="25400">
            <a:solidFill>
              <a:srgbClr val="166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9EA97A1-6F36-5219-4EAF-872C1E7599C1}"/>
              </a:ext>
            </a:extLst>
          </p:cNvPr>
          <p:cNvSpPr txBox="1"/>
          <p:nvPr/>
        </p:nvSpPr>
        <p:spPr>
          <a:xfrm>
            <a:off x="179614" y="57615"/>
            <a:ext cx="33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Simulation Result</a:t>
            </a:r>
            <a:endParaRPr kumimoji="1"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613551-2320-0BBA-337A-05C236B46AF6}"/>
              </a:ext>
            </a:extLst>
          </p:cNvPr>
          <p:cNvSpPr txBox="1"/>
          <p:nvPr/>
        </p:nvSpPr>
        <p:spPr>
          <a:xfrm>
            <a:off x="179614" y="674153"/>
            <a:ext cx="2805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선형적으로 증가하는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부여</a:t>
            </a:r>
          </a:p>
        </p:txBody>
      </p:sp>
    </p:spTree>
    <p:extLst>
      <p:ext uri="{BB962C8B-B14F-4D97-AF65-F5344CB8AC3E}">
        <p14:creationId xmlns:p14="http://schemas.microsoft.com/office/powerpoint/2010/main" val="2653327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A26D34D7-97B3-D6E8-3376-A6BC77ACA211}"/>
              </a:ext>
            </a:extLst>
          </p:cNvPr>
          <p:cNvCxnSpPr/>
          <p:nvPr/>
        </p:nvCxnSpPr>
        <p:spPr>
          <a:xfrm>
            <a:off x="0" y="623944"/>
            <a:ext cx="9714155" cy="0"/>
          </a:xfrm>
          <a:prstGeom prst="line">
            <a:avLst/>
          </a:prstGeom>
          <a:ln w="25400">
            <a:solidFill>
              <a:srgbClr val="166F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9EA97A1-6F36-5219-4EAF-872C1E7599C1}"/>
              </a:ext>
            </a:extLst>
          </p:cNvPr>
          <p:cNvSpPr txBox="1"/>
          <p:nvPr/>
        </p:nvSpPr>
        <p:spPr>
          <a:xfrm>
            <a:off x="179614" y="57615"/>
            <a:ext cx="33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kumimoji="1"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613551-2320-0BBA-337A-05C236B46AF6}"/>
              </a:ext>
            </a:extLst>
          </p:cNvPr>
          <p:cNvSpPr txBox="1"/>
          <p:nvPr/>
        </p:nvSpPr>
        <p:spPr>
          <a:xfrm>
            <a:off x="179614" y="809752"/>
            <a:ext cx="671369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- Population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을 증가시켰을 때 모든 시점이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firing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되는 결과가 나옴</a:t>
            </a:r>
            <a:endParaRPr kumimoji="1"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현재는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MSND1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1,000</a:t>
            </a:r>
            <a:r>
              <a:rPr kumimoji="1"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으로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설정하고 나머지 개수를 논문의 비율에 맞춰 설정한 </a:t>
            </a:r>
            <a:b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결과이고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오른쪽의 그림은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10,000</a:t>
            </a:r>
            <a:r>
              <a:rPr kumimoji="1" lang="ko-KR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으로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설정했을 때 결과임</a:t>
            </a:r>
            <a:endParaRPr kumimoji="1"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Brian discussion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문의한 결과 아래와 같은 답변을 받았으나 </a:t>
            </a:r>
            <a: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synapse</a:t>
            </a: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부분 혹은 </a:t>
            </a:r>
            <a:br>
              <a:rPr kumimoji="1"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다른 부분에 수정이 필요할지 조금 더 찾아봐야 할 것 같습니다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C84D22E-141A-8BD3-33FD-17C3BE4C17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682"/>
          <a:stretch/>
        </p:blipFill>
        <p:spPr>
          <a:xfrm>
            <a:off x="6725362" y="674152"/>
            <a:ext cx="4183429" cy="60556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29AED8-AE48-41A9-45C2-54A665552F73}"/>
              </a:ext>
            </a:extLst>
          </p:cNvPr>
          <p:cNvSpPr txBox="1"/>
          <p:nvPr/>
        </p:nvSpPr>
        <p:spPr>
          <a:xfrm>
            <a:off x="179614" y="2410190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chemeClr val="accent5">
                    <a:lumMod val="75000"/>
                  </a:schemeClr>
                </a:solidFill>
                <a:effectLst/>
                <a:latin typeface="Lato" panose="020F0502020204030203" pitchFamily="34" charset="0"/>
              </a:rPr>
              <a:t>if you have fixed connection probabilities and weights, then each neuron will receive 10 times more input after scaling up the network size.</a:t>
            </a:r>
            <a:endParaRPr lang="ko-KR" alt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297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224</Words>
  <Application>Microsoft Macintosh PowerPoint</Application>
  <PresentationFormat>와이드스크린</PresentationFormat>
  <Paragraphs>35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Lato</vt:lpstr>
      <vt:lpstr>Menlo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User</dc:creator>
  <cp:lastModifiedBy>Microsoft Office User</cp:lastModifiedBy>
  <cp:revision>4</cp:revision>
  <cp:lastPrinted>2024-12-09T04:44:39Z</cp:lastPrinted>
  <dcterms:created xsi:type="dcterms:W3CDTF">2024-12-09T04:22:45Z</dcterms:created>
  <dcterms:modified xsi:type="dcterms:W3CDTF">2024-12-09T04:44:40Z</dcterms:modified>
</cp:coreProperties>
</file>