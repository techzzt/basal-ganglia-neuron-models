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52"/>
    <p:restoredTop sz="96405"/>
  </p:normalViewPr>
  <p:slideViewPr>
    <p:cSldViewPr snapToGrid="0" showGuides="1">
      <p:cViewPr varScale="1">
        <p:scale>
          <a:sx n="181" d="100"/>
          <a:sy n="181" d="100"/>
        </p:scale>
        <p:origin x="208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43123-5B1E-A5C4-5CF3-C9D1D47BA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CD4FD2-0314-60AD-2C13-3EC4BF25B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AE7DF8-9D67-81CD-54F2-8D055A5E2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ECB53D-53B0-B2CB-82F6-951DDD636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ADC95B-100F-81E7-D442-0FE4C593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296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9C6C1-B119-B031-5AC7-C83F03611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ADAB37-048E-D913-02E1-0FB67F19B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AC122E-FEBE-51D7-AF29-B93AFFA2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FC96BF-614B-E055-ABA2-8C8470C9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B07CE-8DEA-A6F0-C09D-FCEB6444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45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2A36F-172B-1350-004D-1FFE23CF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BEC701-E05B-43B5-A22C-E5E3D9555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1E8AF4-AE20-AE24-E92C-4409B785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57251C-1498-4759-181C-DC0E8A7F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BFB032-BD19-BABE-D0E8-237FBA886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732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D0B7C-4C38-C5D3-A859-06B83DBBC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9FCB1-8987-A302-5D6F-86E8A30FE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39F190-6F7D-BEC0-6BD2-997F0BFB9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D02BB-7317-1315-87A9-98D3B186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4FB13C-5F0F-D41B-8E8D-791111D63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C134C-B0F8-3C15-701C-4E3F470D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176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3655-B736-6A05-93AE-F72EF6AE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68E05-11E7-5DF0-A62A-F9D25E416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658572-A054-33C9-0BA1-D24D19132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E9C8B7-0AAE-A9DA-DE5A-7FA4885C0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7D4FADF-73B9-D12C-B964-662A7ADCD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D7746C-0154-F55E-0BBD-8744A20F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581718-73B1-71BA-3890-DD8FC5FF4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08595E-5BC1-4B69-EA5A-F5CCC9A6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1330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6073D3-BAF9-D2F9-995B-95CBD50B3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D85282-664E-628C-8D41-A41CB164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F29163-C998-99A1-B3CD-61838957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F109D7-39D3-2075-38DF-8365E0E3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336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AB4EAF-D722-205A-D5E1-EC4A0149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16B39B-DB76-F81B-595D-3F9B4C53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CAE0A-E9D9-3420-6A64-30DBEB02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134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F262C-97E5-2E25-FFC6-6DF879D3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17CA16-69D2-C68C-1CA4-92A4F6B48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456838-E8B2-EA60-BBBC-E6D5CCE97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6347F5-8D00-5739-1E68-82C188BA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226427-F459-A9DE-D3C8-509F19BD9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BFD41C-3745-BA0A-760F-28EFAF50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418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09022-B6E4-A917-4DF8-8B0491C0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BF061F-1212-E6B6-234E-4DF81B85C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E70536-32D7-59F2-6DFA-EE4B45B0E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BCEE8C-1300-7395-831F-D5DED2A2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B69AC-896A-811F-C311-14B402E2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98880E-4ED6-AF2B-9393-7881D8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387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672ED-7097-DA40-4D9F-8BAC9D17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FA9C8B-DC90-899E-F3D4-78A88FD45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9A3B68-640E-7D4E-1C37-A272CDB4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44422-AA81-7F85-7ABE-76F60EA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1DBF37-C168-C0AA-1D6A-52BB9EF1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255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6B8732E-79C7-DB31-111E-273DBD89B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73BC42-1597-216C-4F57-339F974F7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45A92-3EC5-AA3D-C18D-87B5581A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F7E26-CEFA-2D99-7A50-7E2D3873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26018E-DD52-3722-1E09-6F702246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144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E8FEA6-62C7-19A5-C5FB-476222E1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24E244-22BA-FD2D-AD92-B3149963D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D083A3-2ADF-DFFC-9D33-2CC229159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E57E3-303B-C946-862C-102372A93E93}" type="datetimeFigureOut">
              <a:rPr kumimoji="1" lang="ko-KR" altLang="en-US" smtClean="0"/>
              <a:t>2025. 9. 15.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F610F2-6CAC-88C8-6688-DF5585CD4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8DC001-6EE1-6E7A-4A93-E3DE025252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24041-E01D-AE4F-95D0-D4C7A701A7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911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 8">
            <a:extLst>
              <a:ext uri="{FF2B5EF4-FFF2-40B4-BE49-F238E27FC236}">
                <a16:creationId xmlns:a16="http://schemas.microsoft.com/office/drawing/2014/main" id="{426DFC4F-1B78-F510-F367-1D0CAD9625EC}"/>
              </a:ext>
            </a:extLst>
          </p:cNvPr>
          <p:cNvSpPr/>
          <p:nvPr/>
        </p:nvSpPr>
        <p:spPr>
          <a:xfrm>
            <a:off x="938803" y="1884212"/>
            <a:ext cx="1759704" cy="8144"/>
          </a:xfrm>
          <a:custGeom>
            <a:avLst/>
            <a:gdLst>
              <a:gd name="connsiteX0" fmla="*/ 0 w 1759704"/>
              <a:gd name="connsiteY0" fmla="*/ 0 h 8144"/>
              <a:gd name="connsiteX1" fmla="*/ 1759704 w 1759704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9704" h="8144">
                <a:moveTo>
                  <a:pt x="0" y="0"/>
                </a:moveTo>
                <a:lnTo>
                  <a:pt x="1759704" y="0"/>
                </a:lnTo>
              </a:path>
            </a:pathLst>
          </a:custGeom>
          <a:ln w="11710" cap="flat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" name="자유형 9">
            <a:extLst>
              <a:ext uri="{FF2B5EF4-FFF2-40B4-BE49-F238E27FC236}">
                <a16:creationId xmlns:a16="http://schemas.microsoft.com/office/drawing/2014/main" id="{B7570816-F010-E10B-81B9-C156914B1110}"/>
              </a:ext>
            </a:extLst>
          </p:cNvPr>
          <p:cNvSpPr/>
          <p:nvPr/>
        </p:nvSpPr>
        <p:spPr>
          <a:xfrm>
            <a:off x="938803" y="1884212"/>
            <a:ext cx="1759704" cy="43982"/>
          </a:xfrm>
          <a:custGeom>
            <a:avLst/>
            <a:gdLst>
              <a:gd name="connsiteX0" fmla="*/ 0 w 1759704"/>
              <a:gd name="connsiteY0" fmla="*/ 0 h 43982"/>
              <a:gd name="connsiteX1" fmla="*/ 0 w 1759704"/>
              <a:gd name="connsiteY1" fmla="*/ 43982 h 43982"/>
              <a:gd name="connsiteX2" fmla="*/ 879852 w 1759704"/>
              <a:gd name="connsiteY2" fmla="*/ 0 h 43982"/>
              <a:gd name="connsiteX3" fmla="*/ 879852 w 1759704"/>
              <a:gd name="connsiteY3" fmla="*/ 43982 h 43982"/>
              <a:gd name="connsiteX4" fmla="*/ 1759705 w 1759704"/>
              <a:gd name="connsiteY4" fmla="*/ 0 h 43982"/>
              <a:gd name="connsiteX5" fmla="*/ 1759705 w 1759704"/>
              <a:gd name="connsiteY5" fmla="*/ 43982 h 43982"/>
              <a:gd name="connsiteX6" fmla="*/ 87985 w 1759704"/>
              <a:gd name="connsiteY6" fmla="*/ 0 h 43982"/>
              <a:gd name="connsiteX7" fmla="*/ 87985 w 1759704"/>
              <a:gd name="connsiteY7" fmla="*/ 21991 h 43982"/>
              <a:gd name="connsiteX8" fmla="*/ 175971 w 1759704"/>
              <a:gd name="connsiteY8" fmla="*/ 0 h 43982"/>
              <a:gd name="connsiteX9" fmla="*/ 175971 w 1759704"/>
              <a:gd name="connsiteY9" fmla="*/ 21991 h 43982"/>
              <a:gd name="connsiteX10" fmla="*/ 263956 w 1759704"/>
              <a:gd name="connsiteY10" fmla="*/ 0 h 43982"/>
              <a:gd name="connsiteX11" fmla="*/ 263956 w 1759704"/>
              <a:gd name="connsiteY11" fmla="*/ 21991 h 43982"/>
              <a:gd name="connsiteX12" fmla="*/ 351941 w 1759704"/>
              <a:gd name="connsiteY12" fmla="*/ 0 h 43982"/>
              <a:gd name="connsiteX13" fmla="*/ 351941 w 1759704"/>
              <a:gd name="connsiteY13" fmla="*/ 21991 h 43982"/>
              <a:gd name="connsiteX14" fmla="*/ 439926 w 1759704"/>
              <a:gd name="connsiteY14" fmla="*/ 0 h 43982"/>
              <a:gd name="connsiteX15" fmla="*/ 439926 w 1759704"/>
              <a:gd name="connsiteY15" fmla="*/ 21991 h 43982"/>
              <a:gd name="connsiteX16" fmla="*/ 527911 w 1759704"/>
              <a:gd name="connsiteY16" fmla="*/ 0 h 43982"/>
              <a:gd name="connsiteX17" fmla="*/ 527911 w 1759704"/>
              <a:gd name="connsiteY17" fmla="*/ 21991 h 43982"/>
              <a:gd name="connsiteX18" fmla="*/ 615897 w 1759704"/>
              <a:gd name="connsiteY18" fmla="*/ 0 h 43982"/>
              <a:gd name="connsiteX19" fmla="*/ 615897 w 1759704"/>
              <a:gd name="connsiteY19" fmla="*/ 21991 h 43982"/>
              <a:gd name="connsiteX20" fmla="*/ 703882 w 1759704"/>
              <a:gd name="connsiteY20" fmla="*/ 0 h 43982"/>
              <a:gd name="connsiteX21" fmla="*/ 703882 w 1759704"/>
              <a:gd name="connsiteY21" fmla="*/ 21991 h 43982"/>
              <a:gd name="connsiteX22" fmla="*/ 791867 w 1759704"/>
              <a:gd name="connsiteY22" fmla="*/ 0 h 43982"/>
              <a:gd name="connsiteX23" fmla="*/ 791867 w 1759704"/>
              <a:gd name="connsiteY23" fmla="*/ 21991 h 43982"/>
              <a:gd name="connsiteX24" fmla="*/ 967838 w 1759704"/>
              <a:gd name="connsiteY24" fmla="*/ 0 h 43982"/>
              <a:gd name="connsiteX25" fmla="*/ 967838 w 1759704"/>
              <a:gd name="connsiteY25" fmla="*/ 21991 h 43982"/>
              <a:gd name="connsiteX26" fmla="*/ 1055823 w 1759704"/>
              <a:gd name="connsiteY26" fmla="*/ 0 h 43982"/>
              <a:gd name="connsiteX27" fmla="*/ 1055823 w 1759704"/>
              <a:gd name="connsiteY27" fmla="*/ 21991 h 43982"/>
              <a:gd name="connsiteX28" fmla="*/ 1143808 w 1759704"/>
              <a:gd name="connsiteY28" fmla="*/ 0 h 43982"/>
              <a:gd name="connsiteX29" fmla="*/ 1143808 w 1759704"/>
              <a:gd name="connsiteY29" fmla="*/ 21991 h 43982"/>
              <a:gd name="connsiteX30" fmla="*/ 1231793 w 1759704"/>
              <a:gd name="connsiteY30" fmla="*/ 0 h 43982"/>
              <a:gd name="connsiteX31" fmla="*/ 1231793 w 1759704"/>
              <a:gd name="connsiteY31" fmla="*/ 21991 h 43982"/>
              <a:gd name="connsiteX32" fmla="*/ 1319778 w 1759704"/>
              <a:gd name="connsiteY32" fmla="*/ 0 h 43982"/>
              <a:gd name="connsiteX33" fmla="*/ 1319778 w 1759704"/>
              <a:gd name="connsiteY33" fmla="*/ 21991 h 43982"/>
              <a:gd name="connsiteX34" fmla="*/ 1407764 w 1759704"/>
              <a:gd name="connsiteY34" fmla="*/ 0 h 43982"/>
              <a:gd name="connsiteX35" fmla="*/ 1407764 w 1759704"/>
              <a:gd name="connsiteY35" fmla="*/ 21991 h 43982"/>
              <a:gd name="connsiteX36" fmla="*/ 1495749 w 1759704"/>
              <a:gd name="connsiteY36" fmla="*/ 0 h 43982"/>
              <a:gd name="connsiteX37" fmla="*/ 1495749 w 1759704"/>
              <a:gd name="connsiteY37" fmla="*/ 21991 h 43982"/>
              <a:gd name="connsiteX38" fmla="*/ 1583734 w 1759704"/>
              <a:gd name="connsiteY38" fmla="*/ 0 h 43982"/>
              <a:gd name="connsiteX39" fmla="*/ 1583734 w 1759704"/>
              <a:gd name="connsiteY39" fmla="*/ 21991 h 43982"/>
              <a:gd name="connsiteX40" fmla="*/ 1671719 w 1759704"/>
              <a:gd name="connsiteY40" fmla="*/ 0 h 43982"/>
              <a:gd name="connsiteX41" fmla="*/ 1671719 w 1759704"/>
              <a:gd name="connsiteY41" fmla="*/ 21991 h 43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759704" h="43982">
                <a:moveTo>
                  <a:pt x="0" y="0"/>
                </a:moveTo>
                <a:lnTo>
                  <a:pt x="0" y="43982"/>
                </a:lnTo>
                <a:moveTo>
                  <a:pt x="879852" y="0"/>
                </a:moveTo>
                <a:lnTo>
                  <a:pt x="879852" y="43982"/>
                </a:lnTo>
                <a:moveTo>
                  <a:pt x="1759705" y="0"/>
                </a:moveTo>
                <a:lnTo>
                  <a:pt x="1759705" y="43982"/>
                </a:lnTo>
                <a:moveTo>
                  <a:pt x="87985" y="0"/>
                </a:moveTo>
                <a:lnTo>
                  <a:pt x="87985" y="21991"/>
                </a:lnTo>
                <a:moveTo>
                  <a:pt x="175971" y="0"/>
                </a:moveTo>
                <a:lnTo>
                  <a:pt x="175971" y="21991"/>
                </a:lnTo>
                <a:moveTo>
                  <a:pt x="263956" y="0"/>
                </a:moveTo>
                <a:lnTo>
                  <a:pt x="263956" y="21991"/>
                </a:lnTo>
                <a:moveTo>
                  <a:pt x="351941" y="0"/>
                </a:moveTo>
                <a:lnTo>
                  <a:pt x="351941" y="21991"/>
                </a:lnTo>
                <a:moveTo>
                  <a:pt x="439926" y="0"/>
                </a:moveTo>
                <a:lnTo>
                  <a:pt x="439926" y="21991"/>
                </a:lnTo>
                <a:moveTo>
                  <a:pt x="527911" y="0"/>
                </a:moveTo>
                <a:lnTo>
                  <a:pt x="527911" y="21991"/>
                </a:lnTo>
                <a:moveTo>
                  <a:pt x="615897" y="0"/>
                </a:moveTo>
                <a:lnTo>
                  <a:pt x="615897" y="21991"/>
                </a:lnTo>
                <a:moveTo>
                  <a:pt x="703882" y="0"/>
                </a:moveTo>
                <a:lnTo>
                  <a:pt x="703882" y="21991"/>
                </a:lnTo>
                <a:moveTo>
                  <a:pt x="791867" y="0"/>
                </a:moveTo>
                <a:lnTo>
                  <a:pt x="791867" y="21991"/>
                </a:lnTo>
                <a:moveTo>
                  <a:pt x="967838" y="0"/>
                </a:moveTo>
                <a:lnTo>
                  <a:pt x="967838" y="21991"/>
                </a:lnTo>
                <a:moveTo>
                  <a:pt x="1055823" y="0"/>
                </a:moveTo>
                <a:lnTo>
                  <a:pt x="1055823" y="21991"/>
                </a:lnTo>
                <a:moveTo>
                  <a:pt x="1143808" y="0"/>
                </a:moveTo>
                <a:lnTo>
                  <a:pt x="1143808" y="21991"/>
                </a:lnTo>
                <a:moveTo>
                  <a:pt x="1231793" y="0"/>
                </a:moveTo>
                <a:lnTo>
                  <a:pt x="1231793" y="21991"/>
                </a:lnTo>
                <a:moveTo>
                  <a:pt x="1319778" y="0"/>
                </a:moveTo>
                <a:lnTo>
                  <a:pt x="1319778" y="21991"/>
                </a:lnTo>
                <a:moveTo>
                  <a:pt x="1407764" y="0"/>
                </a:moveTo>
                <a:lnTo>
                  <a:pt x="1407764" y="21991"/>
                </a:lnTo>
                <a:moveTo>
                  <a:pt x="1495749" y="0"/>
                </a:moveTo>
                <a:lnTo>
                  <a:pt x="1495749" y="21991"/>
                </a:lnTo>
                <a:moveTo>
                  <a:pt x="1583734" y="0"/>
                </a:moveTo>
                <a:lnTo>
                  <a:pt x="1583734" y="21991"/>
                </a:lnTo>
                <a:moveTo>
                  <a:pt x="1671719" y="0"/>
                </a:moveTo>
                <a:lnTo>
                  <a:pt x="1671719" y="21991"/>
                </a:lnTo>
              </a:path>
            </a:pathLst>
          </a:custGeom>
          <a:noFill/>
          <a:ln w="11710" cap="sq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1" name="자유형 10">
            <a:extLst>
              <a:ext uri="{FF2B5EF4-FFF2-40B4-BE49-F238E27FC236}">
                <a16:creationId xmlns:a16="http://schemas.microsoft.com/office/drawing/2014/main" id="{8EBEE551-C2E8-B781-B2E2-2D5C14AC220E}"/>
              </a:ext>
            </a:extLst>
          </p:cNvPr>
          <p:cNvSpPr/>
          <p:nvPr/>
        </p:nvSpPr>
        <p:spPr>
          <a:xfrm>
            <a:off x="917621" y="1968593"/>
            <a:ext cx="41548" cy="65566"/>
          </a:xfrm>
          <a:custGeom>
            <a:avLst/>
            <a:gdLst>
              <a:gd name="connsiteX0" fmla="*/ 6273 w 41548"/>
              <a:gd name="connsiteY0" fmla="*/ 6679 h 65566"/>
              <a:gd name="connsiteX1" fmla="*/ 0 w 41548"/>
              <a:gd name="connsiteY1" fmla="*/ 32742 h 65566"/>
              <a:gd name="connsiteX2" fmla="*/ 5703 w 41548"/>
              <a:gd name="connsiteY2" fmla="*/ 58399 h 65566"/>
              <a:gd name="connsiteX3" fmla="*/ 20774 w 41548"/>
              <a:gd name="connsiteY3" fmla="*/ 65566 h 65566"/>
              <a:gd name="connsiteX4" fmla="*/ 35276 w 41548"/>
              <a:gd name="connsiteY4" fmla="*/ 58969 h 65566"/>
              <a:gd name="connsiteX5" fmla="*/ 41549 w 41548"/>
              <a:gd name="connsiteY5" fmla="*/ 32824 h 65566"/>
              <a:gd name="connsiteX6" fmla="*/ 35276 w 41548"/>
              <a:gd name="connsiteY6" fmla="*/ 6679 h 65566"/>
              <a:gd name="connsiteX7" fmla="*/ 20693 w 41548"/>
              <a:gd name="connsiteY7" fmla="*/ 0 h 65566"/>
              <a:gd name="connsiteX8" fmla="*/ 6192 w 41548"/>
              <a:gd name="connsiteY8" fmla="*/ 6597 h 65566"/>
              <a:gd name="connsiteX9" fmla="*/ 6192 w 41548"/>
              <a:gd name="connsiteY9" fmla="*/ 6597 h 65566"/>
              <a:gd name="connsiteX10" fmla="*/ 24766 w 41548"/>
              <a:gd name="connsiteY10" fmla="*/ 11729 h 65566"/>
              <a:gd name="connsiteX11" fmla="*/ 27618 w 41548"/>
              <a:gd name="connsiteY11" fmla="*/ 17349 h 65566"/>
              <a:gd name="connsiteX12" fmla="*/ 28758 w 41548"/>
              <a:gd name="connsiteY12" fmla="*/ 32824 h 65566"/>
              <a:gd name="connsiteX13" fmla="*/ 27455 w 41548"/>
              <a:gd name="connsiteY13" fmla="*/ 48869 h 65566"/>
              <a:gd name="connsiteX14" fmla="*/ 24766 w 41548"/>
              <a:gd name="connsiteY14" fmla="*/ 54001 h 65566"/>
              <a:gd name="connsiteX15" fmla="*/ 20774 w 41548"/>
              <a:gd name="connsiteY15" fmla="*/ 55385 h 65566"/>
              <a:gd name="connsiteX16" fmla="*/ 16782 w 41548"/>
              <a:gd name="connsiteY16" fmla="*/ 54001 h 65566"/>
              <a:gd name="connsiteX17" fmla="*/ 13931 w 41548"/>
              <a:gd name="connsiteY17" fmla="*/ 48381 h 65566"/>
              <a:gd name="connsiteX18" fmla="*/ 12790 w 41548"/>
              <a:gd name="connsiteY18" fmla="*/ 32905 h 65566"/>
              <a:gd name="connsiteX19" fmla="*/ 14094 w 41548"/>
              <a:gd name="connsiteY19" fmla="*/ 16860 h 65566"/>
              <a:gd name="connsiteX20" fmla="*/ 16782 w 41548"/>
              <a:gd name="connsiteY20" fmla="*/ 11729 h 65566"/>
              <a:gd name="connsiteX21" fmla="*/ 20774 w 41548"/>
              <a:gd name="connsiteY21" fmla="*/ 10344 h 65566"/>
              <a:gd name="connsiteX22" fmla="*/ 24766 w 41548"/>
              <a:gd name="connsiteY22" fmla="*/ 11729 h 65566"/>
              <a:gd name="connsiteX23" fmla="*/ 24766 w 41548"/>
              <a:gd name="connsiteY23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1548" h="65566">
                <a:moveTo>
                  <a:pt x="6273" y="6679"/>
                </a:moveTo>
                <a:cubicBezTo>
                  <a:pt x="2037" y="11973"/>
                  <a:pt x="0" y="20688"/>
                  <a:pt x="0" y="32742"/>
                </a:cubicBezTo>
                <a:cubicBezTo>
                  <a:pt x="0" y="44797"/>
                  <a:pt x="1874" y="53593"/>
                  <a:pt x="5703" y="58399"/>
                </a:cubicBezTo>
                <a:cubicBezTo>
                  <a:pt x="9532" y="63204"/>
                  <a:pt x="14583" y="65566"/>
                  <a:pt x="20774" y="65566"/>
                </a:cubicBezTo>
                <a:cubicBezTo>
                  <a:pt x="26966" y="65566"/>
                  <a:pt x="31854" y="63367"/>
                  <a:pt x="35276" y="58969"/>
                </a:cubicBezTo>
                <a:cubicBezTo>
                  <a:pt x="39512" y="53675"/>
                  <a:pt x="41549" y="44960"/>
                  <a:pt x="41549" y="32824"/>
                </a:cubicBezTo>
                <a:cubicBezTo>
                  <a:pt x="41549" y="20688"/>
                  <a:pt x="39430" y="11973"/>
                  <a:pt x="35276" y="6679"/>
                </a:cubicBezTo>
                <a:cubicBezTo>
                  <a:pt x="31772" y="2281"/>
                  <a:pt x="26884" y="0"/>
                  <a:pt x="20693" y="0"/>
                </a:cubicBezTo>
                <a:cubicBezTo>
                  <a:pt x="14501" y="0"/>
                  <a:pt x="9613" y="2199"/>
                  <a:pt x="6192" y="6597"/>
                </a:cubicBezTo>
                <a:lnTo>
                  <a:pt x="6192" y="6597"/>
                </a:lnTo>
                <a:close/>
                <a:moveTo>
                  <a:pt x="24766" y="11729"/>
                </a:moveTo>
                <a:cubicBezTo>
                  <a:pt x="25907" y="12706"/>
                  <a:pt x="26884" y="14579"/>
                  <a:pt x="27618" y="17349"/>
                </a:cubicBezTo>
                <a:cubicBezTo>
                  <a:pt x="28351" y="20199"/>
                  <a:pt x="28758" y="25330"/>
                  <a:pt x="28758" y="32824"/>
                </a:cubicBezTo>
                <a:cubicBezTo>
                  <a:pt x="28758" y="40317"/>
                  <a:pt x="28351" y="45693"/>
                  <a:pt x="27455" y="48869"/>
                </a:cubicBezTo>
                <a:cubicBezTo>
                  <a:pt x="26803" y="51313"/>
                  <a:pt x="25907" y="53023"/>
                  <a:pt x="24766" y="54001"/>
                </a:cubicBezTo>
                <a:cubicBezTo>
                  <a:pt x="23626" y="54978"/>
                  <a:pt x="22241" y="55385"/>
                  <a:pt x="20774" y="55385"/>
                </a:cubicBezTo>
                <a:cubicBezTo>
                  <a:pt x="19308" y="55385"/>
                  <a:pt x="18004" y="54897"/>
                  <a:pt x="16782" y="54001"/>
                </a:cubicBezTo>
                <a:cubicBezTo>
                  <a:pt x="15642" y="53105"/>
                  <a:pt x="14664" y="51231"/>
                  <a:pt x="13931" y="48381"/>
                </a:cubicBezTo>
                <a:cubicBezTo>
                  <a:pt x="13198" y="45530"/>
                  <a:pt x="12790" y="40399"/>
                  <a:pt x="12790" y="32905"/>
                </a:cubicBezTo>
                <a:cubicBezTo>
                  <a:pt x="12790" y="25412"/>
                  <a:pt x="13198" y="20036"/>
                  <a:pt x="14094" y="16860"/>
                </a:cubicBezTo>
                <a:cubicBezTo>
                  <a:pt x="14746" y="14416"/>
                  <a:pt x="15642" y="12706"/>
                  <a:pt x="16782" y="11729"/>
                </a:cubicBezTo>
                <a:cubicBezTo>
                  <a:pt x="17923" y="10751"/>
                  <a:pt x="19308" y="10344"/>
                  <a:pt x="20774" y="10344"/>
                </a:cubicBezTo>
                <a:cubicBezTo>
                  <a:pt x="22241" y="10344"/>
                  <a:pt x="23544" y="10833"/>
                  <a:pt x="24766" y="11729"/>
                </a:cubicBezTo>
                <a:lnTo>
                  <a:pt x="24766" y="1172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2" name="자유형 11">
            <a:extLst>
              <a:ext uri="{FF2B5EF4-FFF2-40B4-BE49-F238E27FC236}">
                <a16:creationId xmlns:a16="http://schemas.microsoft.com/office/drawing/2014/main" id="{120793B7-42B3-F1F2-FD3D-38511317AC52}"/>
              </a:ext>
            </a:extLst>
          </p:cNvPr>
          <p:cNvSpPr/>
          <p:nvPr/>
        </p:nvSpPr>
        <p:spPr>
          <a:xfrm>
            <a:off x="1723012" y="1968593"/>
            <a:ext cx="190797" cy="65647"/>
          </a:xfrm>
          <a:custGeom>
            <a:avLst/>
            <a:gdLst>
              <a:gd name="connsiteX0" fmla="*/ 6599 w 190797"/>
              <a:gd name="connsiteY0" fmla="*/ 60842 h 65647"/>
              <a:gd name="connsiteX1" fmla="*/ 21100 w 190797"/>
              <a:gd name="connsiteY1" fmla="*/ 65648 h 65647"/>
              <a:gd name="connsiteX2" fmla="*/ 38453 w 190797"/>
              <a:gd name="connsiteY2" fmla="*/ 57177 h 65647"/>
              <a:gd name="connsiteX3" fmla="*/ 43015 w 190797"/>
              <a:gd name="connsiteY3" fmla="*/ 43086 h 65647"/>
              <a:gd name="connsiteX4" fmla="*/ 37312 w 190797"/>
              <a:gd name="connsiteY4" fmla="*/ 27611 h 65647"/>
              <a:gd name="connsiteX5" fmla="*/ 23463 w 190797"/>
              <a:gd name="connsiteY5" fmla="*/ 21665 h 65647"/>
              <a:gd name="connsiteX6" fmla="*/ 15071 w 190797"/>
              <a:gd name="connsiteY6" fmla="*/ 23702 h 65647"/>
              <a:gd name="connsiteX7" fmla="*/ 17027 w 190797"/>
              <a:gd name="connsiteY7" fmla="*/ 12787 h 65647"/>
              <a:gd name="connsiteX8" fmla="*/ 40245 w 190797"/>
              <a:gd name="connsiteY8" fmla="*/ 12787 h 65647"/>
              <a:gd name="connsiteX9" fmla="*/ 40245 w 190797"/>
              <a:gd name="connsiteY9" fmla="*/ 1303 h 65647"/>
              <a:gd name="connsiteX10" fmla="*/ 7739 w 190797"/>
              <a:gd name="connsiteY10" fmla="*/ 1303 h 65647"/>
              <a:gd name="connsiteX11" fmla="*/ 1466 w 190797"/>
              <a:gd name="connsiteY11" fmla="*/ 34697 h 65647"/>
              <a:gd name="connsiteX12" fmla="*/ 11405 w 190797"/>
              <a:gd name="connsiteY12" fmla="*/ 36163 h 65647"/>
              <a:gd name="connsiteX13" fmla="*/ 20937 w 190797"/>
              <a:gd name="connsiteY13" fmla="*/ 31521 h 65647"/>
              <a:gd name="connsiteX14" fmla="*/ 27862 w 190797"/>
              <a:gd name="connsiteY14" fmla="*/ 34453 h 65647"/>
              <a:gd name="connsiteX15" fmla="*/ 30469 w 190797"/>
              <a:gd name="connsiteY15" fmla="*/ 43331 h 65647"/>
              <a:gd name="connsiteX16" fmla="*/ 27781 w 190797"/>
              <a:gd name="connsiteY16" fmla="*/ 52779 h 65647"/>
              <a:gd name="connsiteX17" fmla="*/ 21263 w 190797"/>
              <a:gd name="connsiteY17" fmla="*/ 55874 h 65647"/>
              <a:gd name="connsiteX18" fmla="*/ 15316 w 190797"/>
              <a:gd name="connsiteY18" fmla="*/ 53430 h 65647"/>
              <a:gd name="connsiteX19" fmla="*/ 12220 w 190797"/>
              <a:gd name="connsiteY19" fmla="*/ 46833 h 65647"/>
              <a:gd name="connsiteX20" fmla="*/ 0 w 190797"/>
              <a:gd name="connsiteY20" fmla="*/ 48136 h 65647"/>
              <a:gd name="connsiteX21" fmla="*/ 6680 w 190797"/>
              <a:gd name="connsiteY21" fmla="*/ 60924 h 65647"/>
              <a:gd name="connsiteX22" fmla="*/ 6680 w 190797"/>
              <a:gd name="connsiteY22" fmla="*/ 60924 h 65647"/>
              <a:gd name="connsiteX23" fmla="*/ 55805 w 190797"/>
              <a:gd name="connsiteY23" fmla="*/ 6679 h 65647"/>
              <a:gd name="connsiteX24" fmla="*/ 49532 w 190797"/>
              <a:gd name="connsiteY24" fmla="*/ 32742 h 65647"/>
              <a:gd name="connsiteX25" fmla="*/ 55235 w 190797"/>
              <a:gd name="connsiteY25" fmla="*/ 58399 h 65647"/>
              <a:gd name="connsiteX26" fmla="*/ 70307 w 190797"/>
              <a:gd name="connsiteY26" fmla="*/ 65566 h 65647"/>
              <a:gd name="connsiteX27" fmla="*/ 84808 w 190797"/>
              <a:gd name="connsiteY27" fmla="*/ 58969 h 65647"/>
              <a:gd name="connsiteX28" fmla="*/ 91081 w 190797"/>
              <a:gd name="connsiteY28" fmla="*/ 32824 h 65647"/>
              <a:gd name="connsiteX29" fmla="*/ 84808 w 190797"/>
              <a:gd name="connsiteY29" fmla="*/ 6679 h 65647"/>
              <a:gd name="connsiteX30" fmla="*/ 70225 w 190797"/>
              <a:gd name="connsiteY30" fmla="*/ 0 h 65647"/>
              <a:gd name="connsiteX31" fmla="*/ 55724 w 190797"/>
              <a:gd name="connsiteY31" fmla="*/ 6597 h 65647"/>
              <a:gd name="connsiteX32" fmla="*/ 55724 w 190797"/>
              <a:gd name="connsiteY32" fmla="*/ 6597 h 65647"/>
              <a:gd name="connsiteX33" fmla="*/ 74299 w 190797"/>
              <a:gd name="connsiteY33" fmla="*/ 11729 h 65647"/>
              <a:gd name="connsiteX34" fmla="*/ 77150 w 190797"/>
              <a:gd name="connsiteY34" fmla="*/ 17349 h 65647"/>
              <a:gd name="connsiteX35" fmla="*/ 78290 w 190797"/>
              <a:gd name="connsiteY35" fmla="*/ 32824 h 65647"/>
              <a:gd name="connsiteX36" fmla="*/ 76987 w 190797"/>
              <a:gd name="connsiteY36" fmla="*/ 48869 h 65647"/>
              <a:gd name="connsiteX37" fmla="*/ 74299 w 190797"/>
              <a:gd name="connsiteY37" fmla="*/ 54001 h 65647"/>
              <a:gd name="connsiteX38" fmla="*/ 70307 w 190797"/>
              <a:gd name="connsiteY38" fmla="*/ 55385 h 65647"/>
              <a:gd name="connsiteX39" fmla="*/ 66315 w 190797"/>
              <a:gd name="connsiteY39" fmla="*/ 54001 h 65647"/>
              <a:gd name="connsiteX40" fmla="*/ 63463 w 190797"/>
              <a:gd name="connsiteY40" fmla="*/ 48381 h 65647"/>
              <a:gd name="connsiteX41" fmla="*/ 62323 w 190797"/>
              <a:gd name="connsiteY41" fmla="*/ 32905 h 65647"/>
              <a:gd name="connsiteX42" fmla="*/ 63626 w 190797"/>
              <a:gd name="connsiteY42" fmla="*/ 16860 h 65647"/>
              <a:gd name="connsiteX43" fmla="*/ 66315 w 190797"/>
              <a:gd name="connsiteY43" fmla="*/ 11729 h 65647"/>
              <a:gd name="connsiteX44" fmla="*/ 70307 w 190797"/>
              <a:gd name="connsiteY44" fmla="*/ 10344 h 65647"/>
              <a:gd name="connsiteX45" fmla="*/ 74299 w 190797"/>
              <a:gd name="connsiteY45" fmla="*/ 11729 h 65647"/>
              <a:gd name="connsiteX46" fmla="*/ 74299 w 190797"/>
              <a:gd name="connsiteY46" fmla="*/ 11729 h 65647"/>
              <a:gd name="connsiteX47" fmla="*/ 105664 w 190797"/>
              <a:gd name="connsiteY47" fmla="*/ 6679 h 65647"/>
              <a:gd name="connsiteX48" fmla="*/ 99391 w 190797"/>
              <a:gd name="connsiteY48" fmla="*/ 32742 h 65647"/>
              <a:gd name="connsiteX49" fmla="*/ 105093 w 190797"/>
              <a:gd name="connsiteY49" fmla="*/ 58399 h 65647"/>
              <a:gd name="connsiteX50" fmla="*/ 120165 w 190797"/>
              <a:gd name="connsiteY50" fmla="*/ 65566 h 65647"/>
              <a:gd name="connsiteX51" fmla="*/ 134666 w 190797"/>
              <a:gd name="connsiteY51" fmla="*/ 58969 h 65647"/>
              <a:gd name="connsiteX52" fmla="*/ 140939 w 190797"/>
              <a:gd name="connsiteY52" fmla="*/ 32824 h 65647"/>
              <a:gd name="connsiteX53" fmla="*/ 134666 w 190797"/>
              <a:gd name="connsiteY53" fmla="*/ 6679 h 65647"/>
              <a:gd name="connsiteX54" fmla="*/ 120083 w 190797"/>
              <a:gd name="connsiteY54" fmla="*/ 0 h 65647"/>
              <a:gd name="connsiteX55" fmla="*/ 105582 w 190797"/>
              <a:gd name="connsiteY55" fmla="*/ 6597 h 65647"/>
              <a:gd name="connsiteX56" fmla="*/ 105582 w 190797"/>
              <a:gd name="connsiteY56" fmla="*/ 6597 h 65647"/>
              <a:gd name="connsiteX57" fmla="*/ 124157 w 190797"/>
              <a:gd name="connsiteY57" fmla="*/ 11729 h 65647"/>
              <a:gd name="connsiteX58" fmla="*/ 127008 w 190797"/>
              <a:gd name="connsiteY58" fmla="*/ 17349 h 65647"/>
              <a:gd name="connsiteX59" fmla="*/ 128149 w 190797"/>
              <a:gd name="connsiteY59" fmla="*/ 32824 h 65647"/>
              <a:gd name="connsiteX60" fmla="*/ 126845 w 190797"/>
              <a:gd name="connsiteY60" fmla="*/ 48869 h 65647"/>
              <a:gd name="connsiteX61" fmla="*/ 124157 w 190797"/>
              <a:gd name="connsiteY61" fmla="*/ 54001 h 65647"/>
              <a:gd name="connsiteX62" fmla="*/ 120165 w 190797"/>
              <a:gd name="connsiteY62" fmla="*/ 55385 h 65647"/>
              <a:gd name="connsiteX63" fmla="*/ 116173 w 190797"/>
              <a:gd name="connsiteY63" fmla="*/ 54001 h 65647"/>
              <a:gd name="connsiteX64" fmla="*/ 113322 w 190797"/>
              <a:gd name="connsiteY64" fmla="*/ 48381 h 65647"/>
              <a:gd name="connsiteX65" fmla="*/ 112181 w 190797"/>
              <a:gd name="connsiteY65" fmla="*/ 32905 h 65647"/>
              <a:gd name="connsiteX66" fmla="*/ 113485 w 190797"/>
              <a:gd name="connsiteY66" fmla="*/ 16860 h 65647"/>
              <a:gd name="connsiteX67" fmla="*/ 116173 w 190797"/>
              <a:gd name="connsiteY67" fmla="*/ 11729 h 65647"/>
              <a:gd name="connsiteX68" fmla="*/ 120165 w 190797"/>
              <a:gd name="connsiteY68" fmla="*/ 10344 h 65647"/>
              <a:gd name="connsiteX69" fmla="*/ 124157 w 190797"/>
              <a:gd name="connsiteY69" fmla="*/ 11729 h 65647"/>
              <a:gd name="connsiteX70" fmla="*/ 124157 w 190797"/>
              <a:gd name="connsiteY70" fmla="*/ 11729 h 65647"/>
              <a:gd name="connsiteX71" fmla="*/ 155522 w 190797"/>
              <a:gd name="connsiteY71" fmla="*/ 6679 h 65647"/>
              <a:gd name="connsiteX72" fmla="*/ 149249 w 190797"/>
              <a:gd name="connsiteY72" fmla="*/ 32742 h 65647"/>
              <a:gd name="connsiteX73" fmla="*/ 154952 w 190797"/>
              <a:gd name="connsiteY73" fmla="*/ 58399 h 65647"/>
              <a:gd name="connsiteX74" fmla="*/ 170023 w 190797"/>
              <a:gd name="connsiteY74" fmla="*/ 65566 h 65647"/>
              <a:gd name="connsiteX75" fmla="*/ 184525 w 190797"/>
              <a:gd name="connsiteY75" fmla="*/ 58969 h 65647"/>
              <a:gd name="connsiteX76" fmla="*/ 190797 w 190797"/>
              <a:gd name="connsiteY76" fmla="*/ 32824 h 65647"/>
              <a:gd name="connsiteX77" fmla="*/ 184525 w 190797"/>
              <a:gd name="connsiteY77" fmla="*/ 6679 h 65647"/>
              <a:gd name="connsiteX78" fmla="*/ 169942 w 190797"/>
              <a:gd name="connsiteY78" fmla="*/ 0 h 65647"/>
              <a:gd name="connsiteX79" fmla="*/ 155440 w 190797"/>
              <a:gd name="connsiteY79" fmla="*/ 6597 h 65647"/>
              <a:gd name="connsiteX80" fmla="*/ 155440 w 190797"/>
              <a:gd name="connsiteY80" fmla="*/ 6597 h 65647"/>
              <a:gd name="connsiteX81" fmla="*/ 174015 w 190797"/>
              <a:gd name="connsiteY81" fmla="*/ 11729 h 65647"/>
              <a:gd name="connsiteX82" fmla="*/ 176867 w 190797"/>
              <a:gd name="connsiteY82" fmla="*/ 17349 h 65647"/>
              <a:gd name="connsiteX83" fmla="*/ 178007 w 190797"/>
              <a:gd name="connsiteY83" fmla="*/ 32824 h 65647"/>
              <a:gd name="connsiteX84" fmla="*/ 176704 w 190797"/>
              <a:gd name="connsiteY84" fmla="*/ 48869 h 65647"/>
              <a:gd name="connsiteX85" fmla="*/ 174015 w 190797"/>
              <a:gd name="connsiteY85" fmla="*/ 54001 h 65647"/>
              <a:gd name="connsiteX86" fmla="*/ 170023 w 190797"/>
              <a:gd name="connsiteY86" fmla="*/ 55385 h 65647"/>
              <a:gd name="connsiteX87" fmla="*/ 166031 w 190797"/>
              <a:gd name="connsiteY87" fmla="*/ 54001 h 65647"/>
              <a:gd name="connsiteX88" fmla="*/ 163180 w 190797"/>
              <a:gd name="connsiteY88" fmla="*/ 48381 h 65647"/>
              <a:gd name="connsiteX89" fmla="*/ 162039 w 190797"/>
              <a:gd name="connsiteY89" fmla="*/ 32905 h 65647"/>
              <a:gd name="connsiteX90" fmla="*/ 163343 w 190797"/>
              <a:gd name="connsiteY90" fmla="*/ 16860 h 65647"/>
              <a:gd name="connsiteX91" fmla="*/ 166031 w 190797"/>
              <a:gd name="connsiteY91" fmla="*/ 11729 h 65647"/>
              <a:gd name="connsiteX92" fmla="*/ 170023 w 190797"/>
              <a:gd name="connsiteY92" fmla="*/ 10344 h 65647"/>
              <a:gd name="connsiteX93" fmla="*/ 174015 w 190797"/>
              <a:gd name="connsiteY93" fmla="*/ 11729 h 65647"/>
              <a:gd name="connsiteX94" fmla="*/ 174015 w 190797"/>
              <a:gd name="connsiteY94" fmla="*/ 11729 h 65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90797" h="65647">
                <a:moveTo>
                  <a:pt x="6599" y="60842"/>
                </a:moveTo>
                <a:cubicBezTo>
                  <a:pt x="10346" y="64019"/>
                  <a:pt x="15153" y="65648"/>
                  <a:pt x="21100" y="65648"/>
                </a:cubicBezTo>
                <a:cubicBezTo>
                  <a:pt x="28514" y="65648"/>
                  <a:pt x="34298" y="62797"/>
                  <a:pt x="38453" y="57177"/>
                </a:cubicBezTo>
                <a:cubicBezTo>
                  <a:pt x="41549" y="53023"/>
                  <a:pt x="43015" y="48299"/>
                  <a:pt x="43015" y="43086"/>
                </a:cubicBezTo>
                <a:cubicBezTo>
                  <a:pt x="43015" y="36733"/>
                  <a:pt x="41141" y="31602"/>
                  <a:pt x="37312" y="27611"/>
                </a:cubicBezTo>
                <a:cubicBezTo>
                  <a:pt x="33483" y="23620"/>
                  <a:pt x="28921" y="21665"/>
                  <a:pt x="23463" y="21665"/>
                </a:cubicBezTo>
                <a:cubicBezTo>
                  <a:pt x="20611" y="21665"/>
                  <a:pt x="17841" y="22317"/>
                  <a:pt x="15071" y="23702"/>
                </a:cubicBezTo>
                <a:lnTo>
                  <a:pt x="17027" y="12787"/>
                </a:lnTo>
                <a:lnTo>
                  <a:pt x="40245" y="12787"/>
                </a:lnTo>
                <a:lnTo>
                  <a:pt x="40245" y="1303"/>
                </a:lnTo>
                <a:lnTo>
                  <a:pt x="7739" y="1303"/>
                </a:lnTo>
                <a:lnTo>
                  <a:pt x="1466" y="34697"/>
                </a:lnTo>
                <a:lnTo>
                  <a:pt x="11405" y="36163"/>
                </a:lnTo>
                <a:cubicBezTo>
                  <a:pt x="14175" y="33068"/>
                  <a:pt x="17353" y="31521"/>
                  <a:pt x="20937" y="31521"/>
                </a:cubicBezTo>
                <a:cubicBezTo>
                  <a:pt x="23789" y="31521"/>
                  <a:pt x="26070" y="32498"/>
                  <a:pt x="27862" y="34453"/>
                </a:cubicBezTo>
                <a:cubicBezTo>
                  <a:pt x="29654" y="36408"/>
                  <a:pt x="30469" y="39340"/>
                  <a:pt x="30469" y="43331"/>
                </a:cubicBezTo>
                <a:cubicBezTo>
                  <a:pt x="30469" y="47566"/>
                  <a:pt x="29573" y="50661"/>
                  <a:pt x="27781" y="52779"/>
                </a:cubicBezTo>
                <a:cubicBezTo>
                  <a:pt x="25988" y="54897"/>
                  <a:pt x="23789" y="55874"/>
                  <a:pt x="21263" y="55874"/>
                </a:cubicBezTo>
                <a:cubicBezTo>
                  <a:pt x="18982" y="55874"/>
                  <a:pt x="17027" y="55059"/>
                  <a:pt x="15316" y="53430"/>
                </a:cubicBezTo>
                <a:cubicBezTo>
                  <a:pt x="13605" y="51801"/>
                  <a:pt x="12546" y="49602"/>
                  <a:pt x="12220" y="46833"/>
                </a:cubicBezTo>
                <a:lnTo>
                  <a:pt x="0" y="48136"/>
                </a:lnTo>
                <a:cubicBezTo>
                  <a:pt x="733" y="53512"/>
                  <a:pt x="2933" y="57747"/>
                  <a:pt x="6680" y="60924"/>
                </a:cubicBezTo>
                <a:lnTo>
                  <a:pt x="6680" y="60924"/>
                </a:lnTo>
                <a:close/>
                <a:moveTo>
                  <a:pt x="55805" y="6679"/>
                </a:moveTo>
                <a:cubicBezTo>
                  <a:pt x="51569" y="11973"/>
                  <a:pt x="49532" y="20688"/>
                  <a:pt x="49532" y="32742"/>
                </a:cubicBezTo>
                <a:cubicBezTo>
                  <a:pt x="49532" y="44797"/>
                  <a:pt x="51406" y="53593"/>
                  <a:pt x="55235" y="58399"/>
                </a:cubicBezTo>
                <a:cubicBezTo>
                  <a:pt x="59064" y="63204"/>
                  <a:pt x="64115" y="65566"/>
                  <a:pt x="70307" y="65566"/>
                </a:cubicBezTo>
                <a:cubicBezTo>
                  <a:pt x="76498" y="65566"/>
                  <a:pt x="81386" y="63367"/>
                  <a:pt x="84808" y="58969"/>
                </a:cubicBezTo>
                <a:cubicBezTo>
                  <a:pt x="89044" y="53675"/>
                  <a:pt x="91081" y="44960"/>
                  <a:pt x="91081" y="32824"/>
                </a:cubicBezTo>
                <a:cubicBezTo>
                  <a:pt x="91081" y="20688"/>
                  <a:pt x="88963" y="11973"/>
                  <a:pt x="84808" y="6679"/>
                </a:cubicBezTo>
                <a:cubicBezTo>
                  <a:pt x="81305" y="2281"/>
                  <a:pt x="76417" y="0"/>
                  <a:pt x="70225" y="0"/>
                </a:cubicBezTo>
                <a:cubicBezTo>
                  <a:pt x="64034" y="0"/>
                  <a:pt x="59146" y="2199"/>
                  <a:pt x="55724" y="6597"/>
                </a:cubicBezTo>
                <a:lnTo>
                  <a:pt x="55724" y="6597"/>
                </a:lnTo>
                <a:close/>
                <a:moveTo>
                  <a:pt x="74299" y="11729"/>
                </a:moveTo>
                <a:cubicBezTo>
                  <a:pt x="75439" y="12706"/>
                  <a:pt x="76417" y="14579"/>
                  <a:pt x="77150" y="17349"/>
                </a:cubicBezTo>
                <a:cubicBezTo>
                  <a:pt x="77883" y="20199"/>
                  <a:pt x="78290" y="25330"/>
                  <a:pt x="78290" y="32824"/>
                </a:cubicBezTo>
                <a:cubicBezTo>
                  <a:pt x="78290" y="40317"/>
                  <a:pt x="77883" y="45693"/>
                  <a:pt x="76987" y="48869"/>
                </a:cubicBezTo>
                <a:cubicBezTo>
                  <a:pt x="76335" y="51313"/>
                  <a:pt x="75439" y="53023"/>
                  <a:pt x="74299" y="54001"/>
                </a:cubicBezTo>
                <a:cubicBezTo>
                  <a:pt x="73158" y="54978"/>
                  <a:pt x="71773" y="55385"/>
                  <a:pt x="70307" y="55385"/>
                </a:cubicBezTo>
                <a:cubicBezTo>
                  <a:pt x="68840" y="55385"/>
                  <a:pt x="67537" y="54897"/>
                  <a:pt x="66315" y="54001"/>
                </a:cubicBezTo>
                <a:cubicBezTo>
                  <a:pt x="65174" y="53105"/>
                  <a:pt x="64197" y="51231"/>
                  <a:pt x="63463" y="48381"/>
                </a:cubicBezTo>
                <a:cubicBezTo>
                  <a:pt x="62730" y="45530"/>
                  <a:pt x="62323" y="40399"/>
                  <a:pt x="62323" y="32905"/>
                </a:cubicBezTo>
                <a:cubicBezTo>
                  <a:pt x="62323" y="25412"/>
                  <a:pt x="62730" y="20036"/>
                  <a:pt x="63626" y="16860"/>
                </a:cubicBezTo>
                <a:cubicBezTo>
                  <a:pt x="64278" y="14416"/>
                  <a:pt x="65174" y="12706"/>
                  <a:pt x="66315" y="11729"/>
                </a:cubicBezTo>
                <a:cubicBezTo>
                  <a:pt x="67455" y="10751"/>
                  <a:pt x="68840" y="10344"/>
                  <a:pt x="70307" y="10344"/>
                </a:cubicBezTo>
                <a:cubicBezTo>
                  <a:pt x="71773" y="10344"/>
                  <a:pt x="73077" y="10833"/>
                  <a:pt x="74299" y="11729"/>
                </a:cubicBezTo>
                <a:lnTo>
                  <a:pt x="74299" y="11729"/>
                </a:lnTo>
                <a:close/>
                <a:moveTo>
                  <a:pt x="105664" y="6679"/>
                </a:moveTo>
                <a:cubicBezTo>
                  <a:pt x="101428" y="11973"/>
                  <a:pt x="99391" y="20688"/>
                  <a:pt x="99391" y="32742"/>
                </a:cubicBezTo>
                <a:cubicBezTo>
                  <a:pt x="99391" y="44797"/>
                  <a:pt x="101264" y="53593"/>
                  <a:pt x="105093" y="58399"/>
                </a:cubicBezTo>
                <a:cubicBezTo>
                  <a:pt x="108922" y="63204"/>
                  <a:pt x="113973" y="65566"/>
                  <a:pt x="120165" y="65566"/>
                </a:cubicBezTo>
                <a:cubicBezTo>
                  <a:pt x="126357" y="65566"/>
                  <a:pt x="131245" y="63367"/>
                  <a:pt x="134666" y="58969"/>
                </a:cubicBezTo>
                <a:cubicBezTo>
                  <a:pt x="138903" y="53675"/>
                  <a:pt x="140939" y="44960"/>
                  <a:pt x="140939" y="32824"/>
                </a:cubicBezTo>
                <a:cubicBezTo>
                  <a:pt x="140939" y="20688"/>
                  <a:pt x="138821" y="11973"/>
                  <a:pt x="134666" y="6679"/>
                </a:cubicBezTo>
                <a:cubicBezTo>
                  <a:pt x="131163" y="2281"/>
                  <a:pt x="126275" y="0"/>
                  <a:pt x="120083" y="0"/>
                </a:cubicBezTo>
                <a:cubicBezTo>
                  <a:pt x="113892" y="0"/>
                  <a:pt x="109004" y="2199"/>
                  <a:pt x="105582" y="6597"/>
                </a:cubicBezTo>
                <a:lnTo>
                  <a:pt x="105582" y="6597"/>
                </a:lnTo>
                <a:close/>
                <a:moveTo>
                  <a:pt x="124157" y="11729"/>
                </a:moveTo>
                <a:cubicBezTo>
                  <a:pt x="125298" y="12706"/>
                  <a:pt x="126275" y="14579"/>
                  <a:pt x="127008" y="17349"/>
                </a:cubicBezTo>
                <a:cubicBezTo>
                  <a:pt x="127741" y="20199"/>
                  <a:pt x="128149" y="25330"/>
                  <a:pt x="128149" y="32824"/>
                </a:cubicBezTo>
                <a:cubicBezTo>
                  <a:pt x="128149" y="40317"/>
                  <a:pt x="127741" y="45693"/>
                  <a:pt x="126845" y="48869"/>
                </a:cubicBezTo>
                <a:cubicBezTo>
                  <a:pt x="126194" y="51313"/>
                  <a:pt x="125298" y="53023"/>
                  <a:pt x="124157" y="54001"/>
                </a:cubicBezTo>
                <a:cubicBezTo>
                  <a:pt x="123016" y="54978"/>
                  <a:pt x="121631" y="55385"/>
                  <a:pt x="120165" y="55385"/>
                </a:cubicBezTo>
                <a:cubicBezTo>
                  <a:pt x="118699" y="55385"/>
                  <a:pt x="117395" y="54897"/>
                  <a:pt x="116173" y="54001"/>
                </a:cubicBezTo>
                <a:cubicBezTo>
                  <a:pt x="115032" y="53105"/>
                  <a:pt x="114055" y="51231"/>
                  <a:pt x="113322" y="48381"/>
                </a:cubicBezTo>
                <a:cubicBezTo>
                  <a:pt x="112589" y="45530"/>
                  <a:pt x="112181" y="40399"/>
                  <a:pt x="112181" y="32905"/>
                </a:cubicBezTo>
                <a:cubicBezTo>
                  <a:pt x="112181" y="25412"/>
                  <a:pt x="112589" y="20036"/>
                  <a:pt x="113485" y="16860"/>
                </a:cubicBezTo>
                <a:cubicBezTo>
                  <a:pt x="114136" y="14416"/>
                  <a:pt x="115032" y="12706"/>
                  <a:pt x="116173" y="11729"/>
                </a:cubicBezTo>
                <a:cubicBezTo>
                  <a:pt x="117314" y="10751"/>
                  <a:pt x="118699" y="10344"/>
                  <a:pt x="120165" y="10344"/>
                </a:cubicBezTo>
                <a:cubicBezTo>
                  <a:pt x="121631" y="10344"/>
                  <a:pt x="122935" y="10833"/>
                  <a:pt x="124157" y="11729"/>
                </a:cubicBezTo>
                <a:lnTo>
                  <a:pt x="124157" y="11729"/>
                </a:lnTo>
                <a:close/>
                <a:moveTo>
                  <a:pt x="155522" y="6679"/>
                </a:moveTo>
                <a:cubicBezTo>
                  <a:pt x="151286" y="11973"/>
                  <a:pt x="149249" y="20688"/>
                  <a:pt x="149249" y="32742"/>
                </a:cubicBezTo>
                <a:cubicBezTo>
                  <a:pt x="149249" y="44797"/>
                  <a:pt x="151123" y="53593"/>
                  <a:pt x="154952" y="58399"/>
                </a:cubicBezTo>
                <a:cubicBezTo>
                  <a:pt x="158781" y="63204"/>
                  <a:pt x="163832" y="65566"/>
                  <a:pt x="170023" y="65566"/>
                </a:cubicBezTo>
                <a:cubicBezTo>
                  <a:pt x="176215" y="65566"/>
                  <a:pt x="181103" y="63367"/>
                  <a:pt x="184525" y="58969"/>
                </a:cubicBezTo>
                <a:cubicBezTo>
                  <a:pt x="188761" y="53675"/>
                  <a:pt x="190797" y="44960"/>
                  <a:pt x="190797" y="32824"/>
                </a:cubicBezTo>
                <a:cubicBezTo>
                  <a:pt x="190797" y="20688"/>
                  <a:pt x="188679" y="11973"/>
                  <a:pt x="184525" y="6679"/>
                </a:cubicBezTo>
                <a:cubicBezTo>
                  <a:pt x="181021" y="2281"/>
                  <a:pt x="176133" y="0"/>
                  <a:pt x="169942" y="0"/>
                </a:cubicBezTo>
                <a:cubicBezTo>
                  <a:pt x="163750" y="0"/>
                  <a:pt x="158862" y="2199"/>
                  <a:pt x="155440" y="6597"/>
                </a:cubicBezTo>
                <a:lnTo>
                  <a:pt x="155440" y="6597"/>
                </a:lnTo>
                <a:close/>
                <a:moveTo>
                  <a:pt x="174015" y="11729"/>
                </a:moveTo>
                <a:cubicBezTo>
                  <a:pt x="175156" y="12706"/>
                  <a:pt x="176133" y="14579"/>
                  <a:pt x="176867" y="17349"/>
                </a:cubicBezTo>
                <a:cubicBezTo>
                  <a:pt x="177600" y="20199"/>
                  <a:pt x="178007" y="25330"/>
                  <a:pt x="178007" y="32824"/>
                </a:cubicBezTo>
                <a:cubicBezTo>
                  <a:pt x="178007" y="40317"/>
                  <a:pt x="177600" y="45693"/>
                  <a:pt x="176704" y="48869"/>
                </a:cubicBezTo>
                <a:cubicBezTo>
                  <a:pt x="176052" y="51313"/>
                  <a:pt x="175156" y="53023"/>
                  <a:pt x="174015" y="54001"/>
                </a:cubicBezTo>
                <a:cubicBezTo>
                  <a:pt x="172875" y="54978"/>
                  <a:pt x="171490" y="55385"/>
                  <a:pt x="170023" y="55385"/>
                </a:cubicBezTo>
                <a:cubicBezTo>
                  <a:pt x="168557" y="55385"/>
                  <a:pt x="167253" y="54897"/>
                  <a:pt x="166031" y="54001"/>
                </a:cubicBezTo>
                <a:cubicBezTo>
                  <a:pt x="164891" y="53105"/>
                  <a:pt x="163913" y="51231"/>
                  <a:pt x="163180" y="48381"/>
                </a:cubicBezTo>
                <a:cubicBezTo>
                  <a:pt x="162447" y="45530"/>
                  <a:pt x="162039" y="40399"/>
                  <a:pt x="162039" y="32905"/>
                </a:cubicBezTo>
                <a:cubicBezTo>
                  <a:pt x="162039" y="25412"/>
                  <a:pt x="162447" y="20036"/>
                  <a:pt x="163343" y="16860"/>
                </a:cubicBezTo>
                <a:cubicBezTo>
                  <a:pt x="163995" y="14416"/>
                  <a:pt x="164891" y="12706"/>
                  <a:pt x="166031" y="11729"/>
                </a:cubicBezTo>
                <a:cubicBezTo>
                  <a:pt x="167172" y="10751"/>
                  <a:pt x="168557" y="10344"/>
                  <a:pt x="170023" y="10344"/>
                </a:cubicBezTo>
                <a:cubicBezTo>
                  <a:pt x="171490" y="10344"/>
                  <a:pt x="172793" y="10833"/>
                  <a:pt x="174015" y="11729"/>
                </a:cubicBezTo>
                <a:lnTo>
                  <a:pt x="174015" y="1172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3" name="자유형 12">
            <a:extLst>
              <a:ext uri="{FF2B5EF4-FFF2-40B4-BE49-F238E27FC236}">
                <a16:creationId xmlns:a16="http://schemas.microsoft.com/office/drawing/2014/main" id="{3AC64D7D-A830-2D2D-9367-77FEEC8FD755}"/>
              </a:ext>
            </a:extLst>
          </p:cNvPr>
          <p:cNvSpPr/>
          <p:nvPr/>
        </p:nvSpPr>
        <p:spPr>
          <a:xfrm>
            <a:off x="2581031" y="1968593"/>
            <a:ext cx="237560" cy="65566"/>
          </a:xfrm>
          <a:custGeom>
            <a:avLst/>
            <a:gdLst>
              <a:gd name="connsiteX0" fmla="*/ 28106 w 237560"/>
              <a:gd name="connsiteY0" fmla="*/ 81 h 65566"/>
              <a:gd name="connsiteX1" fmla="*/ 18167 w 237560"/>
              <a:gd name="connsiteY1" fmla="*/ 81 h 65566"/>
              <a:gd name="connsiteX2" fmla="*/ 10428 w 237560"/>
              <a:gd name="connsiteY2" fmla="*/ 10344 h 65566"/>
              <a:gd name="connsiteX3" fmla="*/ 0 w 237560"/>
              <a:gd name="connsiteY3" fmla="*/ 16290 h 65566"/>
              <a:gd name="connsiteX4" fmla="*/ 0 w 237560"/>
              <a:gd name="connsiteY4" fmla="*/ 27448 h 65566"/>
              <a:gd name="connsiteX5" fmla="*/ 15886 w 237560"/>
              <a:gd name="connsiteY5" fmla="*/ 18163 h 65566"/>
              <a:gd name="connsiteX6" fmla="*/ 15886 w 237560"/>
              <a:gd name="connsiteY6" fmla="*/ 64507 h 65566"/>
              <a:gd name="connsiteX7" fmla="*/ 28188 w 237560"/>
              <a:gd name="connsiteY7" fmla="*/ 64507 h 65566"/>
              <a:gd name="connsiteX8" fmla="*/ 28188 w 237560"/>
              <a:gd name="connsiteY8" fmla="*/ 81 h 65566"/>
              <a:gd name="connsiteX9" fmla="*/ 28188 w 237560"/>
              <a:gd name="connsiteY9" fmla="*/ 81 h 65566"/>
              <a:gd name="connsiteX10" fmla="*/ 52710 w 237560"/>
              <a:gd name="connsiteY10" fmla="*/ 6679 h 65566"/>
              <a:gd name="connsiteX11" fmla="*/ 46436 w 237560"/>
              <a:gd name="connsiteY11" fmla="*/ 32742 h 65566"/>
              <a:gd name="connsiteX12" fmla="*/ 52139 w 237560"/>
              <a:gd name="connsiteY12" fmla="*/ 58399 h 65566"/>
              <a:gd name="connsiteX13" fmla="*/ 67211 w 237560"/>
              <a:gd name="connsiteY13" fmla="*/ 65566 h 65566"/>
              <a:gd name="connsiteX14" fmla="*/ 81712 w 237560"/>
              <a:gd name="connsiteY14" fmla="*/ 58969 h 65566"/>
              <a:gd name="connsiteX15" fmla="*/ 87985 w 237560"/>
              <a:gd name="connsiteY15" fmla="*/ 32824 h 65566"/>
              <a:gd name="connsiteX16" fmla="*/ 81712 w 237560"/>
              <a:gd name="connsiteY16" fmla="*/ 6679 h 65566"/>
              <a:gd name="connsiteX17" fmla="*/ 67129 w 237560"/>
              <a:gd name="connsiteY17" fmla="*/ 0 h 65566"/>
              <a:gd name="connsiteX18" fmla="*/ 52628 w 237560"/>
              <a:gd name="connsiteY18" fmla="*/ 6597 h 65566"/>
              <a:gd name="connsiteX19" fmla="*/ 52628 w 237560"/>
              <a:gd name="connsiteY19" fmla="*/ 6597 h 65566"/>
              <a:gd name="connsiteX20" fmla="*/ 71203 w 237560"/>
              <a:gd name="connsiteY20" fmla="*/ 11729 h 65566"/>
              <a:gd name="connsiteX21" fmla="*/ 74054 w 237560"/>
              <a:gd name="connsiteY21" fmla="*/ 17349 h 65566"/>
              <a:gd name="connsiteX22" fmla="*/ 75195 w 237560"/>
              <a:gd name="connsiteY22" fmla="*/ 32824 h 65566"/>
              <a:gd name="connsiteX23" fmla="*/ 73891 w 237560"/>
              <a:gd name="connsiteY23" fmla="*/ 48869 h 65566"/>
              <a:gd name="connsiteX24" fmla="*/ 71203 w 237560"/>
              <a:gd name="connsiteY24" fmla="*/ 54001 h 65566"/>
              <a:gd name="connsiteX25" fmla="*/ 67211 w 237560"/>
              <a:gd name="connsiteY25" fmla="*/ 55385 h 65566"/>
              <a:gd name="connsiteX26" fmla="*/ 63219 w 237560"/>
              <a:gd name="connsiteY26" fmla="*/ 54001 h 65566"/>
              <a:gd name="connsiteX27" fmla="*/ 60368 w 237560"/>
              <a:gd name="connsiteY27" fmla="*/ 48381 h 65566"/>
              <a:gd name="connsiteX28" fmla="*/ 59227 w 237560"/>
              <a:gd name="connsiteY28" fmla="*/ 32905 h 65566"/>
              <a:gd name="connsiteX29" fmla="*/ 60531 w 237560"/>
              <a:gd name="connsiteY29" fmla="*/ 16860 h 65566"/>
              <a:gd name="connsiteX30" fmla="*/ 63219 w 237560"/>
              <a:gd name="connsiteY30" fmla="*/ 11729 h 65566"/>
              <a:gd name="connsiteX31" fmla="*/ 67211 w 237560"/>
              <a:gd name="connsiteY31" fmla="*/ 10344 h 65566"/>
              <a:gd name="connsiteX32" fmla="*/ 71203 w 237560"/>
              <a:gd name="connsiteY32" fmla="*/ 11729 h 65566"/>
              <a:gd name="connsiteX33" fmla="*/ 71203 w 237560"/>
              <a:gd name="connsiteY33" fmla="*/ 11729 h 65566"/>
              <a:gd name="connsiteX34" fmla="*/ 102568 w 237560"/>
              <a:gd name="connsiteY34" fmla="*/ 6679 h 65566"/>
              <a:gd name="connsiteX35" fmla="*/ 96295 w 237560"/>
              <a:gd name="connsiteY35" fmla="*/ 32742 h 65566"/>
              <a:gd name="connsiteX36" fmla="*/ 101998 w 237560"/>
              <a:gd name="connsiteY36" fmla="*/ 58399 h 65566"/>
              <a:gd name="connsiteX37" fmla="*/ 117069 w 237560"/>
              <a:gd name="connsiteY37" fmla="*/ 65566 h 65566"/>
              <a:gd name="connsiteX38" fmla="*/ 131570 w 237560"/>
              <a:gd name="connsiteY38" fmla="*/ 58969 h 65566"/>
              <a:gd name="connsiteX39" fmla="*/ 137843 w 237560"/>
              <a:gd name="connsiteY39" fmla="*/ 32824 h 65566"/>
              <a:gd name="connsiteX40" fmla="*/ 131570 w 237560"/>
              <a:gd name="connsiteY40" fmla="*/ 6679 h 65566"/>
              <a:gd name="connsiteX41" fmla="*/ 116988 w 237560"/>
              <a:gd name="connsiteY41" fmla="*/ 0 h 65566"/>
              <a:gd name="connsiteX42" fmla="*/ 102486 w 237560"/>
              <a:gd name="connsiteY42" fmla="*/ 6597 h 65566"/>
              <a:gd name="connsiteX43" fmla="*/ 102486 w 237560"/>
              <a:gd name="connsiteY43" fmla="*/ 6597 h 65566"/>
              <a:gd name="connsiteX44" fmla="*/ 121061 w 237560"/>
              <a:gd name="connsiteY44" fmla="*/ 11729 h 65566"/>
              <a:gd name="connsiteX45" fmla="*/ 123912 w 237560"/>
              <a:gd name="connsiteY45" fmla="*/ 17349 h 65566"/>
              <a:gd name="connsiteX46" fmla="*/ 125053 w 237560"/>
              <a:gd name="connsiteY46" fmla="*/ 32824 h 65566"/>
              <a:gd name="connsiteX47" fmla="*/ 123750 w 237560"/>
              <a:gd name="connsiteY47" fmla="*/ 48869 h 65566"/>
              <a:gd name="connsiteX48" fmla="*/ 121061 w 237560"/>
              <a:gd name="connsiteY48" fmla="*/ 54001 h 65566"/>
              <a:gd name="connsiteX49" fmla="*/ 117069 w 237560"/>
              <a:gd name="connsiteY49" fmla="*/ 55385 h 65566"/>
              <a:gd name="connsiteX50" fmla="*/ 113077 w 237560"/>
              <a:gd name="connsiteY50" fmla="*/ 54001 h 65566"/>
              <a:gd name="connsiteX51" fmla="*/ 110226 w 237560"/>
              <a:gd name="connsiteY51" fmla="*/ 48381 h 65566"/>
              <a:gd name="connsiteX52" fmla="*/ 109085 w 237560"/>
              <a:gd name="connsiteY52" fmla="*/ 32905 h 65566"/>
              <a:gd name="connsiteX53" fmla="*/ 110389 w 237560"/>
              <a:gd name="connsiteY53" fmla="*/ 16860 h 65566"/>
              <a:gd name="connsiteX54" fmla="*/ 113077 w 237560"/>
              <a:gd name="connsiteY54" fmla="*/ 11729 h 65566"/>
              <a:gd name="connsiteX55" fmla="*/ 117069 w 237560"/>
              <a:gd name="connsiteY55" fmla="*/ 10344 h 65566"/>
              <a:gd name="connsiteX56" fmla="*/ 121061 w 237560"/>
              <a:gd name="connsiteY56" fmla="*/ 11729 h 65566"/>
              <a:gd name="connsiteX57" fmla="*/ 121061 w 237560"/>
              <a:gd name="connsiteY57" fmla="*/ 11729 h 65566"/>
              <a:gd name="connsiteX58" fmla="*/ 152426 w 237560"/>
              <a:gd name="connsiteY58" fmla="*/ 6679 h 65566"/>
              <a:gd name="connsiteX59" fmla="*/ 146153 w 237560"/>
              <a:gd name="connsiteY59" fmla="*/ 32742 h 65566"/>
              <a:gd name="connsiteX60" fmla="*/ 151856 w 237560"/>
              <a:gd name="connsiteY60" fmla="*/ 58399 h 65566"/>
              <a:gd name="connsiteX61" fmla="*/ 166927 w 237560"/>
              <a:gd name="connsiteY61" fmla="*/ 65566 h 65566"/>
              <a:gd name="connsiteX62" fmla="*/ 181429 w 237560"/>
              <a:gd name="connsiteY62" fmla="*/ 58969 h 65566"/>
              <a:gd name="connsiteX63" fmla="*/ 187702 w 237560"/>
              <a:gd name="connsiteY63" fmla="*/ 32824 h 65566"/>
              <a:gd name="connsiteX64" fmla="*/ 181429 w 237560"/>
              <a:gd name="connsiteY64" fmla="*/ 6679 h 65566"/>
              <a:gd name="connsiteX65" fmla="*/ 166846 w 237560"/>
              <a:gd name="connsiteY65" fmla="*/ 0 h 65566"/>
              <a:gd name="connsiteX66" fmla="*/ 152345 w 237560"/>
              <a:gd name="connsiteY66" fmla="*/ 6597 h 65566"/>
              <a:gd name="connsiteX67" fmla="*/ 152345 w 237560"/>
              <a:gd name="connsiteY67" fmla="*/ 6597 h 65566"/>
              <a:gd name="connsiteX68" fmla="*/ 170919 w 237560"/>
              <a:gd name="connsiteY68" fmla="*/ 11729 h 65566"/>
              <a:gd name="connsiteX69" fmla="*/ 173771 w 237560"/>
              <a:gd name="connsiteY69" fmla="*/ 17349 h 65566"/>
              <a:gd name="connsiteX70" fmla="*/ 174911 w 237560"/>
              <a:gd name="connsiteY70" fmla="*/ 32824 h 65566"/>
              <a:gd name="connsiteX71" fmla="*/ 173608 w 237560"/>
              <a:gd name="connsiteY71" fmla="*/ 48869 h 65566"/>
              <a:gd name="connsiteX72" fmla="*/ 170919 w 237560"/>
              <a:gd name="connsiteY72" fmla="*/ 54001 h 65566"/>
              <a:gd name="connsiteX73" fmla="*/ 166927 w 237560"/>
              <a:gd name="connsiteY73" fmla="*/ 55385 h 65566"/>
              <a:gd name="connsiteX74" fmla="*/ 162936 w 237560"/>
              <a:gd name="connsiteY74" fmla="*/ 54001 h 65566"/>
              <a:gd name="connsiteX75" fmla="*/ 160084 w 237560"/>
              <a:gd name="connsiteY75" fmla="*/ 48381 h 65566"/>
              <a:gd name="connsiteX76" fmla="*/ 158944 w 237560"/>
              <a:gd name="connsiteY76" fmla="*/ 32905 h 65566"/>
              <a:gd name="connsiteX77" fmla="*/ 160247 w 237560"/>
              <a:gd name="connsiteY77" fmla="*/ 16860 h 65566"/>
              <a:gd name="connsiteX78" fmla="*/ 162936 w 237560"/>
              <a:gd name="connsiteY78" fmla="*/ 11729 h 65566"/>
              <a:gd name="connsiteX79" fmla="*/ 166927 w 237560"/>
              <a:gd name="connsiteY79" fmla="*/ 10344 h 65566"/>
              <a:gd name="connsiteX80" fmla="*/ 170919 w 237560"/>
              <a:gd name="connsiteY80" fmla="*/ 11729 h 65566"/>
              <a:gd name="connsiteX81" fmla="*/ 170919 w 237560"/>
              <a:gd name="connsiteY81" fmla="*/ 11729 h 65566"/>
              <a:gd name="connsiteX82" fmla="*/ 202284 w 237560"/>
              <a:gd name="connsiteY82" fmla="*/ 6679 h 65566"/>
              <a:gd name="connsiteX83" fmla="*/ 196012 w 237560"/>
              <a:gd name="connsiteY83" fmla="*/ 32742 h 65566"/>
              <a:gd name="connsiteX84" fmla="*/ 201714 w 237560"/>
              <a:gd name="connsiteY84" fmla="*/ 58399 h 65566"/>
              <a:gd name="connsiteX85" fmla="*/ 216786 w 237560"/>
              <a:gd name="connsiteY85" fmla="*/ 65566 h 65566"/>
              <a:gd name="connsiteX86" fmla="*/ 231287 w 237560"/>
              <a:gd name="connsiteY86" fmla="*/ 58969 h 65566"/>
              <a:gd name="connsiteX87" fmla="*/ 237560 w 237560"/>
              <a:gd name="connsiteY87" fmla="*/ 32824 h 65566"/>
              <a:gd name="connsiteX88" fmla="*/ 231287 w 237560"/>
              <a:gd name="connsiteY88" fmla="*/ 6679 h 65566"/>
              <a:gd name="connsiteX89" fmla="*/ 216704 w 237560"/>
              <a:gd name="connsiteY89" fmla="*/ 0 h 65566"/>
              <a:gd name="connsiteX90" fmla="*/ 202203 w 237560"/>
              <a:gd name="connsiteY90" fmla="*/ 6597 h 65566"/>
              <a:gd name="connsiteX91" fmla="*/ 202203 w 237560"/>
              <a:gd name="connsiteY91" fmla="*/ 6597 h 65566"/>
              <a:gd name="connsiteX92" fmla="*/ 220778 w 237560"/>
              <a:gd name="connsiteY92" fmla="*/ 11729 h 65566"/>
              <a:gd name="connsiteX93" fmla="*/ 223629 w 237560"/>
              <a:gd name="connsiteY93" fmla="*/ 17349 h 65566"/>
              <a:gd name="connsiteX94" fmla="*/ 224770 w 237560"/>
              <a:gd name="connsiteY94" fmla="*/ 32824 h 65566"/>
              <a:gd name="connsiteX95" fmla="*/ 223466 w 237560"/>
              <a:gd name="connsiteY95" fmla="*/ 48869 h 65566"/>
              <a:gd name="connsiteX96" fmla="*/ 220778 w 237560"/>
              <a:gd name="connsiteY96" fmla="*/ 54001 h 65566"/>
              <a:gd name="connsiteX97" fmla="*/ 216786 w 237560"/>
              <a:gd name="connsiteY97" fmla="*/ 55385 h 65566"/>
              <a:gd name="connsiteX98" fmla="*/ 212794 w 237560"/>
              <a:gd name="connsiteY98" fmla="*/ 54001 h 65566"/>
              <a:gd name="connsiteX99" fmla="*/ 209942 w 237560"/>
              <a:gd name="connsiteY99" fmla="*/ 48381 h 65566"/>
              <a:gd name="connsiteX100" fmla="*/ 208802 w 237560"/>
              <a:gd name="connsiteY100" fmla="*/ 32905 h 65566"/>
              <a:gd name="connsiteX101" fmla="*/ 210105 w 237560"/>
              <a:gd name="connsiteY101" fmla="*/ 16860 h 65566"/>
              <a:gd name="connsiteX102" fmla="*/ 212794 w 237560"/>
              <a:gd name="connsiteY102" fmla="*/ 11729 h 65566"/>
              <a:gd name="connsiteX103" fmla="*/ 216786 w 237560"/>
              <a:gd name="connsiteY103" fmla="*/ 10344 h 65566"/>
              <a:gd name="connsiteX104" fmla="*/ 220778 w 237560"/>
              <a:gd name="connsiteY104" fmla="*/ 11729 h 65566"/>
              <a:gd name="connsiteX105" fmla="*/ 220778 w 237560"/>
              <a:gd name="connsiteY105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237560" h="65566">
                <a:moveTo>
                  <a:pt x="28106" y="81"/>
                </a:moveTo>
                <a:lnTo>
                  <a:pt x="18167" y="81"/>
                </a:lnTo>
                <a:cubicBezTo>
                  <a:pt x="16782" y="3991"/>
                  <a:pt x="14175" y="7412"/>
                  <a:pt x="10428" y="10344"/>
                </a:cubicBezTo>
                <a:cubicBezTo>
                  <a:pt x="6680" y="13276"/>
                  <a:pt x="3177" y="15231"/>
                  <a:pt x="0" y="16290"/>
                </a:cubicBezTo>
                <a:lnTo>
                  <a:pt x="0" y="27448"/>
                </a:lnTo>
                <a:cubicBezTo>
                  <a:pt x="6110" y="25412"/>
                  <a:pt x="11405" y="22317"/>
                  <a:pt x="15886" y="18163"/>
                </a:cubicBezTo>
                <a:lnTo>
                  <a:pt x="15886" y="64507"/>
                </a:lnTo>
                <a:lnTo>
                  <a:pt x="28188" y="64507"/>
                </a:lnTo>
                <a:lnTo>
                  <a:pt x="28188" y="81"/>
                </a:lnTo>
                <a:lnTo>
                  <a:pt x="28188" y="81"/>
                </a:lnTo>
                <a:close/>
                <a:moveTo>
                  <a:pt x="52710" y="6679"/>
                </a:moveTo>
                <a:cubicBezTo>
                  <a:pt x="48473" y="11973"/>
                  <a:pt x="46436" y="20688"/>
                  <a:pt x="46436" y="32742"/>
                </a:cubicBezTo>
                <a:cubicBezTo>
                  <a:pt x="46436" y="44797"/>
                  <a:pt x="48310" y="53593"/>
                  <a:pt x="52139" y="58399"/>
                </a:cubicBezTo>
                <a:cubicBezTo>
                  <a:pt x="55968" y="63204"/>
                  <a:pt x="61019" y="65566"/>
                  <a:pt x="67211" y="65566"/>
                </a:cubicBezTo>
                <a:cubicBezTo>
                  <a:pt x="73402" y="65566"/>
                  <a:pt x="78290" y="63367"/>
                  <a:pt x="81712" y="58969"/>
                </a:cubicBezTo>
                <a:cubicBezTo>
                  <a:pt x="85948" y="53675"/>
                  <a:pt x="87985" y="44960"/>
                  <a:pt x="87985" y="32824"/>
                </a:cubicBezTo>
                <a:cubicBezTo>
                  <a:pt x="87985" y="20688"/>
                  <a:pt x="85867" y="11973"/>
                  <a:pt x="81712" y="6679"/>
                </a:cubicBezTo>
                <a:cubicBezTo>
                  <a:pt x="78209" y="2281"/>
                  <a:pt x="73321" y="0"/>
                  <a:pt x="67129" y="0"/>
                </a:cubicBezTo>
                <a:cubicBezTo>
                  <a:pt x="60938" y="0"/>
                  <a:pt x="56050" y="2199"/>
                  <a:pt x="52628" y="6597"/>
                </a:cubicBezTo>
                <a:lnTo>
                  <a:pt x="52628" y="6597"/>
                </a:lnTo>
                <a:close/>
                <a:moveTo>
                  <a:pt x="71203" y="11729"/>
                </a:moveTo>
                <a:cubicBezTo>
                  <a:pt x="72343" y="12706"/>
                  <a:pt x="73321" y="14579"/>
                  <a:pt x="74054" y="17349"/>
                </a:cubicBezTo>
                <a:cubicBezTo>
                  <a:pt x="74787" y="20199"/>
                  <a:pt x="75195" y="25330"/>
                  <a:pt x="75195" y="32824"/>
                </a:cubicBezTo>
                <a:cubicBezTo>
                  <a:pt x="75195" y="40317"/>
                  <a:pt x="74787" y="45693"/>
                  <a:pt x="73891" y="48869"/>
                </a:cubicBezTo>
                <a:cubicBezTo>
                  <a:pt x="73239" y="51313"/>
                  <a:pt x="72343" y="53023"/>
                  <a:pt x="71203" y="54001"/>
                </a:cubicBezTo>
                <a:cubicBezTo>
                  <a:pt x="70062" y="54978"/>
                  <a:pt x="68677" y="55385"/>
                  <a:pt x="67211" y="55385"/>
                </a:cubicBezTo>
                <a:cubicBezTo>
                  <a:pt x="65744" y="55385"/>
                  <a:pt x="64441" y="54897"/>
                  <a:pt x="63219" y="54001"/>
                </a:cubicBezTo>
                <a:cubicBezTo>
                  <a:pt x="62078" y="53105"/>
                  <a:pt x="61101" y="51231"/>
                  <a:pt x="60368" y="48381"/>
                </a:cubicBezTo>
                <a:cubicBezTo>
                  <a:pt x="59634" y="45530"/>
                  <a:pt x="59227" y="40399"/>
                  <a:pt x="59227" y="32905"/>
                </a:cubicBezTo>
                <a:cubicBezTo>
                  <a:pt x="59227" y="25412"/>
                  <a:pt x="59634" y="20036"/>
                  <a:pt x="60531" y="16860"/>
                </a:cubicBezTo>
                <a:cubicBezTo>
                  <a:pt x="61182" y="14416"/>
                  <a:pt x="62078" y="12706"/>
                  <a:pt x="63219" y="11729"/>
                </a:cubicBezTo>
                <a:cubicBezTo>
                  <a:pt x="64360" y="10751"/>
                  <a:pt x="65744" y="10344"/>
                  <a:pt x="67211" y="10344"/>
                </a:cubicBezTo>
                <a:cubicBezTo>
                  <a:pt x="68677" y="10344"/>
                  <a:pt x="69981" y="10833"/>
                  <a:pt x="71203" y="11729"/>
                </a:cubicBezTo>
                <a:lnTo>
                  <a:pt x="71203" y="11729"/>
                </a:lnTo>
                <a:close/>
                <a:moveTo>
                  <a:pt x="102568" y="6679"/>
                </a:moveTo>
                <a:cubicBezTo>
                  <a:pt x="98331" y="11973"/>
                  <a:pt x="96295" y="20688"/>
                  <a:pt x="96295" y="32742"/>
                </a:cubicBezTo>
                <a:cubicBezTo>
                  <a:pt x="96295" y="44797"/>
                  <a:pt x="98169" y="53593"/>
                  <a:pt x="101998" y="58399"/>
                </a:cubicBezTo>
                <a:cubicBezTo>
                  <a:pt x="105827" y="63204"/>
                  <a:pt x="110878" y="65566"/>
                  <a:pt x="117069" y="65566"/>
                </a:cubicBezTo>
                <a:cubicBezTo>
                  <a:pt x="123261" y="65566"/>
                  <a:pt x="128149" y="63367"/>
                  <a:pt x="131570" y="58969"/>
                </a:cubicBezTo>
                <a:cubicBezTo>
                  <a:pt x="135807" y="53675"/>
                  <a:pt x="137843" y="44960"/>
                  <a:pt x="137843" y="32824"/>
                </a:cubicBezTo>
                <a:cubicBezTo>
                  <a:pt x="137843" y="20688"/>
                  <a:pt x="135725" y="11973"/>
                  <a:pt x="131570" y="6679"/>
                </a:cubicBezTo>
                <a:cubicBezTo>
                  <a:pt x="128067" y="2281"/>
                  <a:pt x="123179" y="0"/>
                  <a:pt x="116988" y="0"/>
                </a:cubicBezTo>
                <a:cubicBezTo>
                  <a:pt x="110796" y="0"/>
                  <a:pt x="105908" y="2199"/>
                  <a:pt x="102486" y="6597"/>
                </a:cubicBezTo>
                <a:lnTo>
                  <a:pt x="102486" y="6597"/>
                </a:lnTo>
                <a:close/>
                <a:moveTo>
                  <a:pt x="121061" y="11729"/>
                </a:moveTo>
                <a:cubicBezTo>
                  <a:pt x="122202" y="12706"/>
                  <a:pt x="123179" y="14579"/>
                  <a:pt x="123912" y="17349"/>
                </a:cubicBezTo>
                <a:cubicBezTo>
                  <a:pt x="124646" y="20199"/>
                  <a:pt x="125053" y="25330"/>
                  <a:pt x="125053" y="32824"/>
                </a:cubicBezTo>
                <a:cubicBezTo>
                  <a:pt x="125053" y="40317"/>
                  <a:pt x="124646" y="45693"/>
                  <a:pt x="123750" y="48869"/>
                </a:cubicBezTo>
                <a:cubicBezTo>
                  <a:pt x="123098" y="51313"/>
                  <a:pt x="122202" y="53023"/>
                  <a:pt x="121061" y="54001"/>
                </a:cubicBezTo>
                <a:cubicBezTo>
                  <a:pt x="119921" y="54978"/>
                  <a:pt x="118536" y="55385"/>
                  <a:pt x="117069" y="55385"/>
                </a:cubicBezTo>
                <a:cubicBezTo>
                  <a:pt x="115603" y="55385"/>
                  <a:pt x="114299" y="54897"/>
                  <a:pt x="113077" y="54001"/>
                </a:cubicBezTo>
                <a:cubicBezTo>
                  <a:pt x="111937" y="53105"/>
                  <a:pt x="110959" y="51231"/>
                  <a:pt x="110226" y="48381"/>
                </a:cubicBezTo>
                <a:cubicBezTo>
                  <a:pt x="109493" y="45530"/>
                  <a:pt x="109085" y="40399"/>
                  <a:pt x="109085" y="32905"/>
                </a:cubicBezTo>
                <a:cubicBezTo>
                  <a:pt x="109085" y="25412"/>
                  <a:pt x="109493" y="20036"/>
                  <a:pt x="110389" y="16860"/>
                </a:cubicBezTo>
                <a:cubicBezTo>
                  <a:pt x="111041" y="14416"/>
                  <a:pt x="111937" y="12706"/>
                  <a:pt x="113077" y="11729"/>
                </a:cubicBezTo>
                <a:cubicBezTo>
                  <a:pt x="114218" y="10751"/>
                  <a:pt x="115603" y="10344"/>
                  <a:pt x="117069" y="10344"/>
                </a:cubicBezTo>
                <a:cubicBezTo>
                  <a:pt x="118536" y="10344"/>
                  <a:pt x="119839" y="10833"/>
                  <a:pt x="121061" y="11729"/>
                </a:cubicBezTo>
                <a:lnTo>
                  <a:pt x="121061" y="11729"/>
                </a:lnTo>
                <a:close/>
                <a:moveTo>
                  <a:pt x="152426" y="6679"/>
                </a:moveTo>
                <a:cubicBezTo>
                  <a:pt x="148190" y="11973"/>
                  <a:pt x="146153" y="20688"/>
                  <a:pt x="146153" y="32742"/>
                </a:cubicBezTo>
                <a:cubicBezTo>
                  <a:pt x="146153" y="44797"/>
                  <a:pt x="148027" y="53593"/>
                  <a:pt x="151856" y="58399"/>
                </a:cubicBezTo>
                <a:cubicBezTo>
                  <a:pt x="155685" y="63204"/>
                  <a:pt x="160736" y="65566"/>
                  <a:pt x="166927" y="65566"/>
                </a:cubicBezTo>
                <a:cubicBezTo>
                  <a:pt x="173119" y="65566"/>
                  <a:pt x="178007" y="63367"/>
                  <a:pt x="181429" y="58969"/>
                </a:cubicBezTo>
                <a:cubicBezTo>
                  <a:pt x="185665" y="53675"/>
                  <a:pt x="187702" y="44960"/>
                  <a:pt x="187702" y="32824"/>
                </a:cubicBezTo>
                <a:cubicBezTo>
                  <a:pt x="187702" y="20688"/>
                  <a:pt x="185584" y="11973"/>
                  <a:pt x="181429" y="6679"/>
                </a:cubicBezTo>
                <a:cubicBezTo>
                  <a:pt x="177926" y="2281"/>
                  <a:pt x="173038" y="0"/>
                  <a:pt x="166846" y="0"/>
                </a:cubicBezTo>
                <a:cubicBezTo>
                  <a:pt x="160655" y="0"/>
                  <a:pt x="155766" y="2199"/>
                  <a:pt x="152345" y="6597"/>
                </a:cubicBezTo>
                <a:lnTo>
                  <a:pt x="152345" y="6597"/>
                </a:lnTo>
                <a:close/>
                <a:moveTo>
                  <a:pt x="170919" y="11729"/>
                </a:moveTo>
                <a:cubicBezTo>
                  <a:pt x="172060" y="12706"/>
                  <a:pt x="173038" y="14579"/>
                  <a:pt x="173771" y="17349"/>
                </a:cubicBezTo>
                <a:cubicBezTo>
                  <a:pt x="174504" y="20199"/>
                  <a:pt x="174911" y="25330"/>
                  <a:pt x="174911" y="32824"/>
                </a:cubicBezTo>
                <a:cubicBezTo>
                  <a:pt x="174911" y="40317"/>
                  <a:pt x="174504" y="45693"/>
                  <a:pt x="173608" y="48869"/>
                </a:cubicBezTo>
                <a:cubicBezTo>
                  <a:pt x="172956" y="51313"/>
                  <a:pt x="172060" y="53023"/>
                  <a:pt x="170919" y="54001"/>
                </a:cubicBezTo>
                <a:cubicBezTo>
                  <a:pt x="169779" y="54978"/>
                  <a:pt x="168394" y="55385"/>
                  <a:pt x="166927" y="55385"/>
                </a:cubicBezTo>
                <a:cubicBezTo>
                  <a:pt x="165461" y="55385"/>
                  <a:pt x="164158" y="54897"/>
                  <a:pt x="162936" y="54001"/>
                </a:cubicBezTo>
                <a:cubicBezTo>
                  <a:pt x="161795" y="53105"/>
                  <a:pt x="160817" y="51231"/>
                  <a:pt x="160084" y="48381"/>
                </a:cubicBezTo>
                <a:cubicBezTo>
                  <a:pt x="159351" y="45530"/>
                  <a:pt x="158944" y="40399"/>
                  <a:pt x="158944" y="32905"/>
                </a:cubicBezTo>
                <a:cubicBezTo>
                  <a:pt x="158944" y="25412"/>
                  <a:pt x="159351" y="20036"/>
                  <a:pt x="160247" y="16860"/>
                </a:cubicBezTo>
                <a:cubicBezTo>
                  <a:pt x="160899" y="14416"/>
                  <a:pt x="161795" y="12706"/>
                  <a:pt x="162936" y="11729"/>
                </a:cubicBezTo>
                <a:cubicBezTo>
                  <a:pt x="164076" y="10751"/>
                  <a:pt x="165461" y="10344"/>
                  <a:pt x="166927" y="10344"/>
                </a:cubicBezTo>
                <a:cubicBezTo>
                  <a:pt x="168394" y="10344"/>
                  <a:pt x="169697" y="10833"/>
                  <a:pt x="170919" y="11729"/>
                </a:cubicBezTo>
                <a:lnTo>
                  <a:pt x="170919" y="11729"/>
                </a:lnTo>
                <a:close/>
                <a:moveTo>
                  <a:pt x="202284" y="6679"/>
                </a:moveTo>
                <a:cubicBezTo>
                  <a:pt x="198048" y="11973"/>
                  <a:pt x="196012" y="20688"/>
                  <a:pt x="196012" y="32742"/>
                </a:cubicBezTo>
                <a:cubicBezTo>
                  <a:pt x="196012" y="44797"/>
                  <a:pt x="197885" y="53593"/>
                  <a:pt x="201714" y="58399"/>
                </a:cubicBezTo>
                <a:cubicBezTo>
                  <a:pt x="205543" y="63204"/>
                  <a:pt x="210594" y="65566"/>
                  <a:pt x="216786" y="65566"/>
                </a:cubicBezTo>
                <a:cubicBezTo>
                  <a:pt x="222977" y="65566"/>
                  <a:pt x="227865" y="63367"/>
                  <a:pt x="231287" y="58969"/>
                </a:cubicBezTo>
                <a:cubicBezTo>
                  <a:pt x="235523" y="53675"/>
                  <a:pt x="237560" y="44960"/>
                  <a:pt x="237560" y="32824"/>
                </a:cubicBezTo>
                <a:cubicBezTo>
                  <a:pt x="237560" y="20688"/>
                  <a:pt x="235442" y="11973"/>
                  <a:pt x="231287" y="6679"/>
                </a:cubicBezTo>
                <a:cubicBezTo>
                  <a:pt x="227784" y="2281"/>
                  <a:pt x="222896" y="0"/>
                  <a:pt x="216704" y="0"/>
                </a:cubicBezTo>
                <a:cubicBezTo>
                  <a:pt x="210513" y="0"/>
                  <a:pt x="205625" y="2199"/>
                  <a:pt x="202203" y="6597"/>
                </a:cubicBezTo>
                <a:lnTo>
                  <a:pt x="202203" y="6597"/>
                </a:lnTo>
                <a:close/>
                <a:moveTo>
                  <a:pt x="220778" y="11729"/>
                </a:moveTo>
                <a:cubicBezTo>
                  <a:pt x="221918" y="12706"/>
                  <a:pt x="222896" y="14579"/>
                  <a:pt x="223629" y="17349"/>
                </a:cubicBezTo>
                <a:cubicBezTo>
                  <a:pt x="224362" y="20199"/>
                  <a:pt x="224770" y="25330"/>
                  <a:pt x="224770" y="32824"/>
                </a:cubicBezTo>
                <a:cubicBezTo>
                  <a:pt x="224770" y="40317"/>
                  <a:pt x="224362" y="45693"/>
                  <a:pt x="223466" y="48869"/>
                </a:cubicBezTo>
                <a:cubicBezTo>
                  <a:pt x="222814" y="51313"/>
                  <a:pt x="221918" y="53023"/>
                  <a:pt x="220778" y="54001"/>
                </a:cubicBezTo>
                <a:cubicBezTo>
                  <a:pt x="219637" y="54978"/>
                  <a:pt x="218252" y="55385"/>
                  <a:pt x="216786" y="55385"/>
                </a:cubicBezTo>
                <a:cubicBezTo>
                  <a:pt x="215319" y="55385"/>
                  <a:pt x="214016" y="54897"/>
                  <a:pt x="212794" y="54001"/>
                </a:cubicBezTo>
                <a:cubicBezTo>
                  <a:pt x="211653" y="53105"/>
                  <a:pt x="210676" y="51231"/>
                  <a:pt x="209942" y="48381"/>
                </a:cubicBezTo>
                <a:cubicBezTo>
                  <a:pt x="209209" y="45530"/>
                  <a:pt x="208802" y="40399"/>
                  <a:pt x="208802" y="32905"/>
                </a:cubicBezTo>
                <a:cubicBezTo>
                  <a:pt x="208802" y="25412"/>
                  <a:pt x="209209" y="20036"/>
                  <a:pt x="210105" y="16860"/>
                </a:cubicBezTo>
                <a:cubicBezTo>
                  <a:pt x="210757" y="14416"/>
                  <a:pt x="211653" y="12706"/>
                  <a:pt x="212794" y="11729"/>
                </a:cubicBezTo>
                <a:cubicBezTo>
                  <a:pt x="213934" y="10751"/>
                  <a:pt x="215319" y="10344"/>
                  <a:pt x="216786" y="10344"/>
                </a:cubicBezTo>
                <a:cubicBezTo>
                  <a:pt x="218252" y="10344"/>
                  <a:pt x="219556" y="10833"/>
                  <a:pt x="220778" y="11729"/>
                </a:cubicBezTo>
                <a:lnTo>
                  <a:pt x="220778" y="1172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4" name="자유형 13">
            <a:extLst>
              <a:ext uri="{FF2B5EF4-FFF2-40B4-BE49-F238E27FC236}">
                <a16:creationId xmlns:a16="http://schemas.microsoft.com/office/drawing/2014/main" id="{9741258A-B4C4-0DBE-03E6-D7A0FF118389}"/>
              </a:ext>
            </a:extLst>
          </p:cNvPr>
          <p:cNvSpPr/>
          <p:nvPr/>
        </p:nvSpPr>
        <p:spPr>
          <a:xfrm>
            <a:off x="938803" y="711348"/>
            <a:ext cx="8146" cy="1172864"/>
          </a:xfrm>
          <a:custGeom>
            <a:avLst/>
            <a:gdLst>
              <a:gd name="connsiteX0" fmla="*/ 0 w 8146"/>
              <a:gd name="connsiteY0" fmla="*/ 1172865 h 1172864"/>
              <a:gd name="connsiteX1" fmla="*/ 0 w 8146"/>
              <a:gd name="connsiteY1" fmla="*/ 0 h 1172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46" h="1172864">
                <a:moveTo>
                  <a:pt x="0" y="1172865"/>
                </a:moveTo>
                <a:lnTo>
                  <a:pt x="0" y="0"/>
                </a:lnTo>
              </a:path>
            </a:pathLst>
          </a:custGeom>
          <a:ln w="11710" cap="flat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5" name="자유형 14">
            <a:extLst>
              <a:ext uri="{FF2B5EF4-FFF2-40B4-BE49-F238E27FC236}">
                <a16:creationId xmlns:a16="http://schemas.microsoft.com/office/drawing/2014/main" id="{6E2C4567-9AA2-D530-6598-5FE553EAD2EB}"/>
              </a:ext>
            </a:extLst>
          </p:cNvPr>
          <p:cNvSpPr/>
          <p:nvPr/>
        </p:nvSpPr>
        <p:spPr>
          <a:xfrm>
            <a:off x="894810" y="711348"/>
            <a:ext cx="43992" cy="1172864"/>
          </a:xfrm>
          <a:custGeom>
            <a:avLst/>
            <a:gdLst>
              <a:gd name="connsiteX0" fmla="*/ 0 w 43992"/>
              <a:gd name="connsiteY0" fmla="*/ 1172865 h 1172864"/>
              <a:gd name="connsiteX1" fmla="*/ 43993 w 43992"/>
              <a:gd name="connsiteY1" fmla="*/ 1172865 h 1172864"/>
              <a:gd name="connsiteX2" fmla="*/ 0 w 43992"/>
              <a:gd name="connsiteY2" fmla="*/ 938292 h 1172864"/>
              <a:gd name="connsiteX3" fmla="*/ 43993 w 43992"/>
              <a:gd name="connsiteY3" fmla="*/ 938292 h 1172864"/>
              <a:gd name="connsiteX4" fmla="*/ 0 w 43992"/>
              <a:gd name="connsiteY4" fmla="*/ 703719 h 1172864"/>
              <a:gd name="connsiteX5" fmla="*/ 43993 w 43992"/>
              <a:gd name="connsiteY5" fmla="*/ 703719 h 1172864"/>
              <a:gd name="connsiteX6" fmla="*/ 0 w 43992"/>
              <a:gd name="connsiteY6" fmla="*/ 469146 h 1172864"/>
              <a:gd name="connsiteX7" fmla="*/ 43993 w 43992"/>
              <a:gd name="connsiteY7" fmla="*/ 469146 h 1172864"/>
              <a:gd name="connsiteX8" fmla="*/ 0 w 43992"/>
              <a:gd name="connsiteY8" fmla="*/ 234573 h 1172864"/>
              <a:gd name="connsiteX9" fmla="*/ 43993 w 43992"/>
              <a:gd name="connsiteY9" fmla="*/ 234573 h 1172864"/>
              <a:gd name="connsiteX10" fmla="*/ 0 w 43992"/>
              <a:gd name="connsiteY10" fmla="*/ 0 h 1172864"/>
              <a:gd name="connsiteX11" fmla="*/ 43993 w 43992"/>
              <a:gd name="connsiteY11" fmla="*/ 0 h 1172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992" h="1172864">
                <a:moveTo>
                  <a:pt x="0" y="1172865"/>
                </a:moveTo>
                <a:lnTo>
                  <a:pt x="43993" y="1172865"/>
                </a:lnTo>
                <a:moveTo>
                  <a:pt x="0" y="938292"/>
                </a:moveTo>
                <a:lnTo>
                  <a:pt x="43993" y="938292"/>
                </a:lnTo>
                <a:moveTo>
                  <a:pt x="0" y="703719"/>
                </a:moveTo>
                <a:lnTo>
                  <a:pt x="43993" y="703719"/>
                </a:lnTo>
                <a:moveTo>
                  <a:pt x="0" y="469146"/>
                </a:moveTo>
                <a:lnTo>
                  <a:pt x="43993" y="469146"/>
                </a:lnTo>
                <a:moveTo>
                  <a:pt x="0" y="234573"/>
                </a:moveTo>
                <a:lnTo>
                  <a:pt x="43993" y="234573"/>
                </a:lnTo>
                <a:moveTo>
                  <a:pt x="0" y="0"/>
                </a:moveTo>
                <a:lnTo>
                  <a:pt x="43993" y="0"/>
                </a:lnTo>
              </a:path>
            </a:pathLst>
          </a:custGeom>
          <a:noFill/>
          <a:ln w="11710" cap="sq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8DC7AAB9-DD6E-F712-C301-FCBA91D9A1C8}"/>
              </a:ext>
            </a:extLst>
          </p:cNvPr>
          <p:cNvSpPr/>
          <p:nvPr/>
        </p:nvSpPr>
        <p:spPr>
          <a:xfrm>
            <a:off x="825237" y="1850818"/>
            <a:ext cx="41548" cy="65566"/>
          </a:xfrm>
          <a:custGeom>
            <a:avLst/>
            <a:gdLst>
              <a:gd name="connsiteX0" fmla="*/ 6273 w 41548"/>
              <a:gd name="connsiteY0" fmla="*/ 6679 h 65566"/>
              <a:gd name="connsiteX1" fmla="*/ 0 w 41548"/>
              <a:gd name="connsiteY1" fmla="*/ 32743 h 65566"/>
              <a:gd name="connsiteX2" fmla="*/ 5703 w 41548"/>
              <a:gd name="connsiteY2" fmla="*/ 58399 h 65566"/>
              <a:gd name="connsiteX3" fmla="*/ 20774 w 41548"/>
              <a:gd name="connsiteY3" fmla="*/ 65567 h 65566"/>
              <a:gd name="connsiteX4" fmla="*/ 35276 w 41548"/>
              <a:gd name="connsiteY4" fmla="*/ 58969 h 65566"/>
              <a:gd name="connsiteX5" fmla="*/ 41549 w 41548"/>
              <a:gd name="connsiteY5" fmla="*/ 32824 h 65566"/>
              <a:gd name="connsiteX6" fmla="*/ 35276 w 41548"/>
              <a:gd name="connsiteY6" fmla="*/ 6679 h 65566"/>
              <a:gd name="connsiteX7" fmla="*/ 20693 w 41548"/>
              <a:gd name="connsiteY7" fmla="*/ 0 h 65566"/>
              <a:gd name="connsiteX8" fmla="*/ 6192 w 41548"/>
              <a:gd name="connsiteY8" fmla="*/ 6598 h 65566"/>
              <a:gd name="connsiteX9" fmla="*/ 6192 w 41548"/>
              <a:gd name="connsiteY9" fmla="*/ 6598 h 65566"/>
              <a:gd name="connsiteX10" fmla="*/ 24766 w 41548"/>
              <a:gd name="connsiteY10" fmla="*/ 11729 h 65566"/>
              <a:gd name="connsiteX11" fmla="*/ 27618 w 41548"/>
              <a:gd name="connsiteY11" fmla="*/ 17349 h 65566"/>
              <a:gd name="connsiteX12" fmla="*/ 28758 w 41548"/>
              <a:gd name="connsiteY12" fmla="*/ 32824 h 65566"/>
              <a:gd name="connsiteX13" fmla="*/ 27455 w 41548"/>
              <a:gd name="connsiteY13" fmla="*/ 48869 h 65566"/>
              <a:gd name="connsiteX14" fmla="*/ 24766 w 41548"/>
              <a:gd name="connsiteY14" fmla="*/ 54001 h 65566"/>
              <a:gd name="connsiteX15" fmla="*/ 20774 w 41548"/>
              <a:gd name="connsiteY15" fmla="*/ 55385 h 65566"/>
              <a:gd name="connsiteX16" fmla="*/ 16782 w 41548"/>
              <a:gd name="connsiteY16" fmla="*/ 54001 h 65566"/>
              <a:gd name="connsiteX17" fmla="*/ 13931 w 41548"/>
              <a:gd name="connsiteY17" fmla="*/ 48381 h 65566"/>
              <a:gd name="connsiteX18" fmla="*/ 12790 w 41548"/>
              <a:gd name="connsiteY18" fmla="*/ 32905 h 65566"/>
              <a:gd name="connsiteX19" fmla="*/ 14094 w 41548"/>
              <a:gd name="connsiteY19" fmla="*/ 16860 h 65566"/>
              <a:gd name="connsiteX20" fmla="*/ 16782 w 41548"/>
              <a:gd name="connsiteY20" fmla="*/ 11729 h 65566"/>
              <a:gd name="connsiteX21" fmla="*/ 20774 w 41548"/>
              <a:gd name="connsiteY21" fmla="*/ 10344 h 65566"/>
              <a:gd name="connsiteX22" fmla="*/ 24766 w 41548"/>
              <a:gd name="connsiteY22" fmla="*/ 11729 h 65566"/>
              <a:gd name="connsiteX23" fmla="*/ 24766 w 41548"/>
              <a:gd name="connsiteY23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1548" h="65566">
                <a:moveTo>
                  <a:pt x="6273" y="6679"/>
                </a:moveTo>
                <a:cubicBezTo>
                  <a:pt x="2037" y="11973"/>
                  <a:pt x="0" y="20688"/>
                  <a:pt x="0" y="32743"/>
                </a:cubicBezTo>
                <a:cubicBezTo>
                  <a:pt x="0" y="44797"/>
                  <a:pt x="1874" y="53594"/>
                  <a:pt x="5703" y="58399"/>
                </a:cubicBezTo>
                <a:cubicBezTo>
                  <a:pt x="9532" y="63204"/>
                  <a:pt x="14583" y="65567"/>
                  <a:pt x="20774" y="65567"/>
                </a:cubicBezTo>
                <a:cubicBezTo>
                  <a:pt x="26966" y="65567"/>
                  <a:pt x="31854" y="63367"/>
                  <a:pt x="35276" y="58969"/>
                </a:cubicBezTo>
                <a:cubicBezTo>
                  <a:pt x="39512" y="53675"/>
                  <a:pt x="41549" y="44960"/>
                  <a:pt x="41549" y="32824"/>
                </a:cubicBezTo>
                <a:cubicBezTo>
                  <a:pt x="41549" y="20688"/>
                  <a:pt x="39430" y="11973"/>
                  <a:pt x="35276" y="6679"/>
                </a:cubicBezTo>
                <a:cubicBezTo>
                  <a:pt x="31772" y="2281"/>
                  <a:pt x="26884" y="0"/>
                  <a:pt x="20693" y="0"/>
                </a:cubicBezTo>
                <a:cubicBezTo>
                  <a:pt x="14501" y="0"/>
                  <a:pt x="9613" y="2199"/>
                  <a:pt x="6192" y="6598"/>
                </a:cubicBezTo>
                <a:lnTo>
                  <a:pt x="6192" y="6598"/>
                </a:lnTo>
                <a:close/>
                <a:moveTo>
                  <a:pt x="24766" y="11729"/>
                </a:moveTo>
                <a:cubicBezTo>
                  <a:pt x="25907" y="12706"/>
                  <a:pt x="26884" y="14579"/>
                  <a:pt x="27618" y="17349"/>
                </a:cubicBezTo>
                <a:cubicBezTo>
                  <a:pt x="28351" y="20199"/>
                  <a:pt x="28758" y="25331"/>
                  <a:pt x="28758" y="32824"/>
                </a:cubicBezTo>
                <a:cubicBezTo>
                  <a:pt x="28758" y="40317"/>
                  <a:pt x="28351" y="45693"/>
                  <a:pt x="27455" y="48869"/>
                </a:cubicBezTo>
                <a:cubicBezTo>
                  <a:pt x="26803" y="51313"/>
                  <a:pt x="25907" y="53023"/>
                  <a:pt x="24766" y="54001"/>
                </a:cubicBezTo>
                <a:cubicBezTo>
                  <a:pt x="23626" y="54978"/>
                  <a:pt x="22241" y="55385"/>
                  <a:pt x="20774" y="55385"/>
                </a:cubicBezTo>
                <a:cubicBezTo>
                  <a:pt x="19308" y="55385"/>
                  <a:pt x="18004" y="54897"/>
                  <a:pt x="16782" y="54001"/>
                </a:cubicBezTo>
                <a:cubicBezTo>
                  <a:pt x="15642" y="53105"/>
                  <a:pt x="14664" y="51231"/>
                  <a:pt x="13931" y="48381"/>
                </a:cubicBezTo>
                <a:cubicBezTo>
                  <a:pt x="13198" y="45530"/>
                  <a:pt x="12790" y="40399"/>
                  <a:pt x="12790" y="32905"/>
                </a:cubicBezTo>
                <a:cubicBezTo>
                  <a:pt x="12790" y="25412"/>
                  <a:pt x="13198" y="20037"/>
                  <a:pt x="14094" y="16860"/>
                </a:cubicBezTo>
                <a:cubicBezTo>
                  <a:pt x="14746" y="14417"/>
                  <a:pt x="15642" y="12706"/>
                  <a:pt x="16782" y="11729"/>
                </a:cubicBezTo>
                <a:cubicBezTo>
                  <a:pt x="17923" y="10751"/>
                  <a:pt x="19308" y="10344"/>
                  <a:pt x="20774" y="10344"/>
                </a:cubicBezTo>
                <a:cubicBezTo>
                  <a:pt x="22241" y="10344"/>
                  <a:pt x="23544" y="10833"/>
                  <a:pt x="24766" y="11729"/>
                </a:cubicBezTo>
                <a:lnTo>
                  <a:pt x="24766" y="1172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7" name="자유형 16">
            <a:extLst>
              <a:ext uri="{FF2B5EF4-FFF2-40B4-BE49-F238E27FC236}">
                <a16:creationId xmlns:a16="http://schemas.microsoft.com/office/drawing/2014/main" id="{2C6418E2-EC12-B289-0364-6FEE52BDA9F0}"/>
              </a:ext>
            </a:extLst>
          </p:cNvPr>
          <p:cNvSpPr/>
          <p:nvPr/>
        </p:nvSpPr>
        <p:spPr>
          <a:xfrm>
            <a:off x="778800" y="1616245"/>
            <a:ext cx="87985" cy="65566"/>
          </a:xfrm>
          <a:custGeom>
            <a:avLst/>
            <a:gdLst>
              <a:gd name="connsiteX0" fmla="*/ 28106 w 87985"/>
              <a:gd name="connsiteY0" fmla="*/ 82 h 65566"/>
              <a:gd name="connsiteX1" fmla="*/ 18167 w 87985"/>
              <a:gd name="connsiteY1" fmla="*/ 82 h 65566"/>
              <a:gd name="connsiteX2" fmla="*/ 10428 w 87985"/>
              <a:gd name="connsiteY2" fmla="*/ 10344 h 65566"/>
              <a:gd name="connsiteX3" fmla="*/ 0 w 87985"/>
              <a:gd name="connsiteY3" fmla="*/ 16290 h 65566"/>
              <a:gd name="connsiteX4" fmla="*/ 0 w 87985"/>
              <a:gd name="connsiteY4" fmla="*/ 27448 h 65566"/>
              <a:gd name="connsiteX5" fmla="*/ 15886 w 87985"/>
              <a:gd name="connsiteY5" fmla="*/ 18163 h 65566"/>
              <a:gd name="connsiteX6" fmla="*/ 15886 w 87985"/>
              <a:gd name="connsiteY6" fmla="*/ 64508 h 65566"/>
              <a:gd name="connsiteX7" fmla="*/ 28188 w 87985"/>
              <a:gd name="connsiteY7" fmla="*/ 64508 h 65566"/>
              <a:gd name="connsiteX8" fmla="*/ 28188 w 87985"/>
              <a:gd name="connsiteY8" fmla="*/ 82 h 65566"/>
              <a:gd name="connsiteX9" fmla="*/ 28188 w 87985"/>
              <a:gd name="connsiteY9" fmla="*/ 82 h 65566"/>
              <a:gd name="connsiteX10" fmla="*/ 52710 w 87985"/>
              <a:gd name="connsiteY10" fmla="*/ 6679 h 65566"/>
              <a:gd name="connsiteX11" fmla="*/ 46437 w 87985"/>
              <a:gd name="connsiteY11" fmla="*/ 32742 h 65566"/>
              <a:gd name="connsiteX12" fmla="*/ 52139 w 87985"/>
              <a:gd name="connsiteY12" fmla="*/ 58399 h 65566"/>
              <a:gd name="connsiteX13" fmla="*/ 67211 w 87985"/>
              <a:gd name="connsiteY13" fmla="*/ 65566 h 65566"/>
              <a:gd name="connsiteX14" fmla="*/ 81712 w 87985"/>
              <a:gd name="connsiteY14" fmla="*/ 58969 h 65566"/>
              <a:gd name="connsiteX15" fmla="*/ 87985 w 87985"/>
              <a:gd name="connsiteY15" fmla="*/ 32824 h 65566"/>
              <a:gd name="connsiteX16" fmla="*/ 81712 w 87985"/>
              <a:gd name="connsiteY16" fmla="*/ 6679 h 65566"/>
              <a:gd name="connsiteX17" fmla="*/ 67130 w 87985"/>
              <a:gd name="connsiteY17" fmla="*/ 0 h 65566"/>
              <a:gd name="connsiteX18" fmla="*/ 52628 w 87985"/>
              <a:gd name="connsiteY18" fmla="*/ 6597 h 65566"/>
              <a:gd name="connsiteX19" fmla="*/ 52628 w 87985"/>
              <a:gd name="connsiteY19" fmla="*/ 6597 h 65566"/>
              <a:gd name="connsiteX20" fmla="*/ 71203 w 87985"/>
              <a:gd name="connsiteY20" fmla="*/ 11729 h 65566"/>
              <a:gd name="connsiteX21" fmla="*/ 74054 w 87985"/>
              <a:gd name="connsiteY21" fmla="*/ 17349 h 65566"/>
              <a:gd name="connsiteX22" fmla="*/ 75195 w 87985"/>
              <a:gd name="connsiteY22" fmla="*/ 32824 h 65566"/>
              <a:gd name="connsiteX23" fmla="*/ 73891 w 87985"/>
              <a:gd name="connsiteY23" fmla="*/ 48869 h 65566"/>
              <a:gd name="connsiteX24" fmla="*/ 71203 w 87985"/>
              <a:gd name="connsiteY24" fmla="*/ 54001 h 65566"/>
              <a:gd name="connsiteX25" fmla="*/ 67211 w 87985"/>
              <a:gd name="connsiteY25" fmla="*/ 55385 h 65566"/>
              <a:gd name="connsiteX26" fmla="*/ 63219 w 87985"/>
              <a:gd name="connsiteY26" fmla="*/ 54001 h 65566"/>
              <a:gd name="connsiteX27" fmla="*/ 60368 w 87985"/>
              <a:gd name="connsiteY27" fmla="*/ 48381 h 65566"/>
              <a:gd name="connsiteX28" fmla="*/ 59227 w 87985"/>
              <a:gd name="connsiteY28" fmla="*/ 32905 h 65566"/>
              <a:gd name="connsiteX29" fmla="*/ 60531 w 87985"/>
              <a:gd name="connsiteY29" fmla="*/ 16860 h 65566"/>
              <a:gd name="connsiteX30" fmla="*/ 63219 w 87985"/>
              <a:gd name="connsiteY30" fmla="*/ 11729 h 65566"/>
              <a:gd name="connsiteX31" fmla="*/ 67211 w 87985"/>
              <a:gd name="connsiteY31" fmla="*/ 10344 h 65566"/>
              <a:gd name="connsiteX32" fmla="*/ 71203 w 87985"/>
              <a:gd name="connsiteY32" fmla="*/ 11729 h 65566"/>
              <a:gd name="connsiteX33" fmla="*/ 71203 w 87985"/>
              <a:gd name="connsiteY33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985" h="65566">
                <a:moveTo>
                  <a:pt x="28106" y="82"/>
                </a:moveTo>
                <a:lnTo>
                  <a:pt x="18167" y="82"/>
                </a:lnTo>
                <a:cubicBezTo>
                  <a:pt x="16782" y="3991"/>
                  <a:pt x="14175" y="7412"/>
                  <a:pt x="10428" y="10344"/>
                </a:cubicBezTo>
                <a:cubicBezTo>
                  <a:pt x="6680" y="13276"/>
                  <a:pt x="3177" y="15231"/>
                  <a:pt x="0" y="16290"/>
                </a:cubicBezTo>
                <a:lnTo>
                  <a:pt x="0" y="27448"/>
                </a:lnTo>
                <a:cubicBezTo>
                  <a:pt x="6110" y="25412"/>
                  <a:pt x="11406" y="22317"/>
                  <a:pt x="15886" y="18163"/>
                </a:cubicBezTo>
                <a:lnTo>
                  <a:pt x="15886" y="64508"/>
                </a:lnTo>
                <a:lnTo>
                  <a:pt x="28188" y="64508"/>
                </a:lnTo>
                <a:lnTo>
                  <a:pt x="28188" y="82"/>
                </a:lnTo>
                <a:lnTo>
                  <a:pt x="28188" y="82"/>
                </a:lnTo>
                <a:close/>
                <a:moveTo>
                  <a:pt x="52710" y="6679"/>
                </a:moveTo>
                <a:cubicBezTo>
                  <a:pt x="48473" y="11973"/>
                  <a:pt x="46437" y="20688"/>
                  <a:pt x="46437" y="32742"/>
                </a:cubicBezTo>
                <a:cubicBezTo>
                  <a:pt x="46437" y="44797"/>
                  <a:pt x="48310" y="53593"/>
                  <a:pt x="52139" y="58399"/>
                </a:cubicBezTo>
                <a:cubicBezTo>
                  <a:pt x="55968" y="63204"/>
                  <a:pt x="61019" y="65566"/>
                  <a:pt x="67211" y="65566"/>
                </a:cubicBezTo>
                <a:cubicBezTo>
                  <a:pt x="73403" y="65566"/>
                  <a:pt x="78291" y="63367"/>
                  <a:pt x="81712" y="58969"/>
                </a:cubicBezTo>
                <a:cubicBezTo>
                  <a:pt x="85949" y="53675"/>
                  <a:pt x="87985" y="44960"/>
                  <a:pt x="87985" y="32824"/>
                </a:cubicBezTo>
                <a:cubicBezTo>
                  <a:pt x="87985" y="20688"/>
                  <a:pt x="85867" y="11973"/>
                  <a:pt x="81712" y="6679"/>
                </a:cubicBezTo>
                <a:cubicBezTo>
                  <a:pt x="78209" y="2281"/>
                  <a:pt x="73321" y="0"/>
                  <a:pt x="67130" y="0"/>
                </a:cubicBezTo>
                <a:cubicBezTo>
                  <a:pt x="60938" y="0"/>
                  <a:pt x="56050" y="2199"/>
                  <a:pt x="52628" y="6597"/>
                </a:cubicBezTo>
                <a:lnTo>
                  <a:pt x="52628" y="6597"/>
                </a:lnTo>
                <a:close/>
                <a:moveTo>
                  <a:pt x="71203" y="11729"/>
                </a:moveTo>
                <a:cubicBezTo>
                  <a:pt x="72343" y="12706"/>
                  <a:pt x="73321" y="14579"/>
                  <a:pt x="74054" y="17349"/>
                </a:cubicBezTo>
                <a:cubicBezTo>
                  <a:pt x="74788" y="20199"/>
                  <a:pt x="75195" y="25331"/>
                  <a:pt x="75195" y="32824"/>
                </a:cubicBezTo>
                <a:cubicBezTo>
                  <a:pt x="75195" y="40317"/>
                  <a:pt x="74788" y="45693"/>
                  <a:pt x="73891" y="48869"/>
                </a:cubicBezTo>
                <a:cubicBezTo>
                  <a:pt x="73240" y="51313"/>
                  <a:pt x="72343" y="53023"/>
                  <a:pt x="71203" y="54001"/>
                </a:cubicBezTo>
                <a:cubicBezTo>
                  <a:pt x="70062" y="54978"/>
                  <a:pt x="68677" y="55385"/>
                  <a:pt x="67211" y="55385"/>
                </a:cubicBezTo>
                <a:cubicBezTo>
                  <a:pt x="65745" y="55385"/>
                  <a:pt x="64441" y="54897"/>
                  <a:pt x="63219" y="54001"/>
                </a:cubicBezTo>
                <a:cubicBezTo>
                  <a:pt x="62079" y="53105"/>
                  <a:pt x="61101" y="51231"/>
                  <a:pt x="60368" y="48381"/>
                </a:cubicBezTo>
                <a:cubicBezTo>
                  <a:pt x="59634" y="45530"/>
                  <a:pt x="59227" y="40399"/>
                  <a:pt x="59227" y="32905"/>
                </a:cubicBezTo>
                <a:cubicBezTo>
                  <a:pt x="59227" y="25412"/>
                  <a:pt x="59634" y="20036"/>
                  <a:pt x="60531" y="16860"/>
                </a:cubicBezTo>
                <a:cubicBezTo>
                  <a:pt x="61182" y="14416"/>
                  <a:pt x="62079" y="12706"/>
                  <a:pt x="63219" y="11729"/>
                </a:cubicBezTo>
                <a:cubicBezTo>
                  <a:pt x="64360" y="10751"/>
                  <a:pt x="65745" y="10344"/>
                  <a:pt x="67211" y="10344"/>
                </a:cubicBezTo>
                <a:cubicBezTo>
                  <a:pt x="68677" y="10344"/>
                  <a:pt x="69981" y="10833"/>
                  <a:pt x="71203" y="11729"/>
                </a:cubicBezTo>
                <a:lnTo>
                  <a:pt x="71203" y="1172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8" name="자유형 17">
            <a:extLst>
              <a:ext uri="{FF2B5EF4-FFF2-40B4-BE49-F238E27FC236}">
                <a16:creationId xmlns:a16="http://schemas.microsoft.com/office/drawing/2014/main" id="{904FA7E4-9397-0F30-DA23-455C8E031BAA}"/>
              </a:ext>
            </a:extLst>
          </p:cNvPr>
          <p:cNvSpPr/>
          <p:nvPr/>
        </p:nvSpPr>
        <p:spPr>
          <a:xfrm>
            <a:off x="773830" y="1381672"/>
            <a:ext cx="92954" cy="65566"/>
          </a:xfrm>
          <a:custGeom>
            <a:avLst/>
            <a:gdLst>
              <a:gd name="connsiteX0" fmla="*/ 18738 w 92954"/>
              <a:gd name="connsiteY0" fmla="*/ 53105 h 65566"/>
              <a:gd name="connsiteX1" fmla="*/ 21263 w 92954"/>
              <a:gd name="connsiteY1" fmla="*/ 49684 h 65566"/>
              <a:gd name="connsiteX2" fmla="*/ 28677 w 92954"/>
              <a:gd name="connsiteY2" fmla="*/ 42598 h 65566"/>
              <a:gd name="connsiteX3" fmla="*/ 36742 w 92954"/>
              <a:gd name="connsiteY3" fmla="*/ 34453 h 65566"/>
              <a:gd name="connsiteX4" fmla="*/ 41630 w 92954"/>
              <a:gd name="connsiteY4" fmla="*/ 26227 h 65566"/>
              <a:gd name="connsiteX5" fmla="*/ 43178 w 92954"/>
              <a:gd name="connsiteY5" fmla="*/ 18000 h 65566"/>
              <a:gd name="connsiteX6" fmla="*/ 37720 w 92954"/>
              <a:gd name="connsiteY6" fmla="*/ 5294 h 65566"/>
              <a:gd name="connsiteX7" fmla="*/ 22811 w 92954"/>
              <a:gd name="connsiteY7" fmla="*/ 163 h 65566"/>
              <a:gd name="connsiteX8" fmla="*/ 8391 w 92954"/>
              <a:gd name="connsiteY8" fmla="*/ 4561 h 65566"/>
              <a:gd name="connsiteX9" fmla="*/ 1548 w 92954"/>
              <a:gd name="connsiteY9" fmla="*/ 19140 h 65566"/>
              <a:gd name="connsiteX10" fmla="*/ 13768 w 92954"/>
              <a:gd name="connsiteY10" fmla="*/ 20362 h 65566"/>
              <a:gd name="connsiteX11" fmla="*/ 16375 w 92954"/>
              <a:gd name="connsiteY11" fmla="*/ 12624 h 65566"/>
              <a:gd name="connsiteX12" fmla="*/ 22485 w 92954"/>
              <a:gd name="connsiteY12" fmla="*/ 10344 h 65566"/>
              <a:gd name="connsiteX13" fmla="*/ 28595 w 92954"/>
              <a:gd name="connsiteY13" fmla="*/ 12543 h 65566"/>
              <a:gd name="connsiteX14" fmla="*/ 30795 w 92954"/>
              <a:gd name="connsiteY14" fmla="*/ 18896 h 65566"/>
              <a:gd name="connsiteX15" fmla="*/ 28269 w 92954"/>
              <a:gd name="connsiteY15" fmla="*/ 26389 h 65566"/>
              <a:gd name="connsiteX16" fmla="*/ 18086 w 92954"/>
              <a:gd name="connsiteY16" fmla="*/ 36896 h 65566"/>
              <a:gd name="connsiteX17" fmla="*/ 4236 w 92954"/>
              <a:gd name="connsiteY17" fmla="*/ 52290 h 65566"/>
              <a:gd name="connsiteX18" fmla="*/ 0 w 92954"/>
              <a:gd name="connsiteY18" fmla="*/ 64589 h 65566"/>
              <a:gd name="connsiteX19" fmla="*/ 43097 w 92954"/>
              <a:gd name="connsiteY19" fmla="*/ 64589 h 65566"/>
              <a:gd name="connsiteX20" fmla="*/ 43097 w 92954"/>
              <a:gd name="connsiteY20" fmla="*/ 53186 h 65566"/>
              <a:gd name="connsiteX21" fmla="*/ 18656 w 92954"/>
              <a:gd name="connsiteY21" fmla="*/ 53186 h 65566"/>
              <a:gd name="connsiteX22" fmla="*/ 57679 w 92954"/>
              <a:gd name="connsiteY22" fmla="*/ 6679 h 65566"/>
              <a:gd name="connsiteX23" fmla="*/ 51406 w 92954"/>
              <a:gd name="connsiteY23" fmla="*/ 32742 h 65566"/>
              <a:gd name="connsiteX24" fmla="*/ 57109 w 92954"/>
              <a:gd name="connsiteY24" fmla="*/ 58399 h 65566"/>
              <a:gd name="connsiteX25" fmla="*/ 72180 w 92954"/>
              <a:gd name="connsiteY25" fmla="*/ 65566 h 65566"/>
              <a:gd name="connsiteX26" fmla="*/ 86682 w 92954"/>
              <a:gd name="connsiteY26" fmla="*/ 58969 h 65566"/>
              <a:gd name="connsiteX27" fmla="*/ 92955 w 92954"/>
              <a:gd name="connsiteY27" fmla="*/ 32824 h 65566"/>
              <a:gd name="connsiteX28" fmla="*/ 86682 w 92954"/>
              <a:gd name="connsiteY28" fmla="*/ 6679 h 65566"/>
              <a:gd name="connsiteX29" fmla="*/ 72099 w 92954"/>
              <a:gd name="connsiteY29" fmla="*/ 0 h 65566"/>
              <a:gd name="connsiteX30" fmla="*/ 57598 w 92954"/>
              <a:gd name="connsiteY30" fmla="*/ 6597 h 65566"/>
              <a:gd name="connsiteX31" fmla="*/ 57598 w 92954"/>
              <a:gd name="connsiteY31" fmla="*/ 6597 h 65566"/>
              <a:gd name="connsiteX32" fmla="*/ 76172 w 92954"/>
              <a:gd name="connsiteY32" fmla="*/ 11729 h 65566"/>
              <a:gd name="connsiteX33" fmla="*/ 79024 w 92954"/>
              <a:gd name="connsiteY33" fmla="*/ 17348 h 65566"/>
              <a:gd name="connsiteX34" fmla="*/ 80164 w 92954"/>
              <a:gd name="connsiteY34" fmla="*/ 32824 h 65566"/>
              <a:gd name="connsiteX35" fmla="*/ 78861 w 92954"/>
              <a:gd name="connsiteY35" fmla="*/ 48869 h 65566"/>
              <a:gd name="connsiteX36" fmla="*/ 76172 w 92954"/>
              <a:gd name="connsiteY36" fmla="*/ 54000 h 65566"/>
              <a:gd name="connsiteX37" fmla="*/ 72180 w 92954"/>
              <a:gd name="connsiteY37" fmla="*/ 55385 h 65566"/>
              <a:gd name="connsiteX38" fmla="*/ 68189 w 92954"/>
              <a:gd name="connsiteY38" fmla="*/ 54000 h 65566"/>
              <a:gd name="connsiteX39" fmla="*/ 65337 w 92954"/>
              <a:gd name="connsiteY39" fmla="*/ 48381 h 65566"/>
              <a:gd name="connsiteX40" fmla="*/ 64197 w 92954"/>
              <a:gd name="connsiteY40" fmla="*/ 32905 h 65566"/>
              <a:gd name="connsiteX41" fmla="*/ 65500 w 92954"/>
              <a:gd name="connsiteY41" fmla="*/ 16860 h 65566"/>
              <a:gd name="connsiteX42" fmla="*/ 68189 w 92954"/>
              <a:gd name="connsiteY42" fmla="*/ 11729 h 65566"/>
              <a:gd name="connsiteX43" fmla="*/ 72180 w 92954"/>
              <a:gd name="connsiteY43" fmla="*/ 10344 h 65566"/>
              <a:gd name="connsiteX44" fmla="*/ 76172 w 92954"/>
              <a:gd name="connsiteY44" fmla="*/ 11729 h 65566"/>
              <a:gd name="connsiteX45" fmla="*/ 76172 w 92954"/>
              <a:gd name="connsiteY45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2954" h="65566">
                <a:moveTo>
                  <a:pt x="18738" y="53105"/>
                </a:moveTo>
                <a:cubicBezTo>
                  <a:pt x="19389" y="51964"/>
                  <a:pt x="20204" y="50824"/>
                  <a:pt x="21263" y="49684"/>
                </a:cubicBezTo>
                <a:cubicBezTo>
                  <a:pt x="22322" y="48543"/>
                  <a:pt x="24766" y="46181"/>
                  <a:pt x="28677" y="42598"/>
                </a:cubicBezTo>
                <a:cubicBezTo>
                  <a:pt x="32587" y="39014"/>
                  <a:pt x="35276" y="36326"/>
                  <a:pt x="36742" y="34453"/>
                </a:cubicBezTo>
                <a:cubicBezTo>
                  <a:pt x="39023" y="31602"/>
                  <a:pt x="40652" y="28833"/>
                  <a:pt x="41630" y="26227"/>
                </a:cubicBezTo>
                <a:cubicBezTo>
                  <a:pt x="42689" y="23620"/>
                  <a:pt x="43178" y="20851"/>
                  <a:pt x="43178" y="18000"/>
                </a:cubicBezTo>
                <a:cubicBezTo>
                  <a:pt x="43178" y="12950"/>
                  <a:pt x="41386" y="8715"/>
                  <a:pt x="37720" y="5294"/>
                </a:cubicBezTo>
                <a:cubicBezTo>
                  <a:pt x="34135" y="1873"/>
                  <a:pt x="29165" y="163"/>
                  <a:pt x="22811" y="163"/>
                </a:cubicBezTo>
                <a:cubicBezTo>
                  <a:pt x="17027" y="163"/>
                  <a:pt x="12220" y="1629"/>
                  <a:pt x="8391" y="4561"/>
                </a:cubicBezTo>
                <a:cubicBezTo>
                  <a:pt x="4562" y="7493"/>
                  <a:pt x="2281" y="12380"/>
                  <a:pt x="1548" y="19140"/>
                </a:cubicBezTo>
                <a:lnTo>
                  <a:pt x="13768" y="20362"/>
                </a:lnTo>
                <a:cubicBezTo>
                  <a:pt x="14012" y="16778"/>
                  <a:pt x="14909" y="14172"/>
                  <a:pt x="16375" y="12624"/>
                </a:cubicBezTo>
                <a:cubicBezTo>
                  <a:pt x="17923" y="11077"/>
                  <a:pt x="19960" y="10344"/>
                  <a:pt x="22485" y="10344"/>
                </a:cubicBezTo>
                <a:cubicBezTo>
                  <a:pt x="25011" y="10344"/>
                  <a:pt x="27129" y="11077"/>
                  <a:pt x="28595" y="12543"/>
                </a:cubicBezTo>
                <a:cubicBezTo>
                  <a:pt x="30062" y="14009"/>
                  <a:pt x="30795" y="16127"/>
                  <a:pt x="30795" y="18896"/>
                </a:cubicBezTo>
                <a:cubicBezTo>
                  <a:pt x="30795" y="21340"/>
                  <a:pt x="29980" y="23864"/>
                  <a:pt x="28269" y="26389"/>
                </a:cubicBezTo>
                <a:cubicBezTo>
                  <a:pt x="27047" y="28263"/>
                  <a:pt x="23626" y="31765"/>
                  <a:pt x="18086" y="36896"/>
                </a:cubicBezTo>
                <a:cubicBezTo>
                  <a:pt x="11161" y="43249"/>
                  <a:pt x="6599" y="48381"/>
                  <a:pt x="4236" y="52290"/>
                </a:cubicBezTo>
                <a:cubicBezTo>
                  <a:pt x="1874" y="56118"/>
                  <a:pt x="489" y="60272"/>
                  <a:pt x="0" y="64589"/>
                </a:cubicBezTo>
                <a:lnTo>
                  <a:pt x="43097" y="64589"/>
                </a:lnTo>
                <a:lnTo>
                  <a:pt x="43097" y="53186"/>
                </a:lnTo>
                <a:lnTo>
                  <a:pt x="18656" y="53186"/>
                </a:lnTo>
                <a:close/>
                <a:moveTo>
                  <a:pt x="57679" y="6679"/>
                </a:moveTo>
                <a:cubicBezTo>
                  <a:pt x="53443" y="11973"/>
                  <a:pt x="51406" y="20688"/>
                  <a:pt x="51406" y="32742"/>
                </a:cubicBezTo>
                <a:cubicBezTo>
                  <a:pt x="51406" y="44797"/>
                  <a:pt x="53280" y="53593"/>
                  <a:pt x="57109" y="58399"/>
                </a:cubicBezTo>
                <a:cubicBezTo>
                  <a:pt x="60938" y="63204"/>
                  <a:pt x="65989" y="65566"/>
                  <a:pt x="72180" y="65566"/>
                </a:cubicBezTo>
                <a:cubicBezTo>
                  <a:pt x="78372" y="65566"/>
                  <a:pt x="83260" y="63367"/>
                  <a:pt x="86682" y="58969"/>
                </a:cubicBezTo>
                <a:cubicBezTo>
                  <a:pt x="90918" y="53675"/>
                  <a:pt x="92955" y="44960"/>
                  <a:pt x="92955" y="32824"/>
                </a:cubicBezTo>
                <a:cubicBezTo>
                  <a:pt x="92955" y="20688"/>
                  <a:pt x="90837" y="11973"/>
                  <a:pt x="86682" y="6679"/>
                </a:cubicBezTo>
                <a:cubicBezTo>
                  <a:pt x="83179" y="2281"/>
                  <a:pt x="78291" y="0"/>
                  <a:pt x="72099" y="0"/>
                </a:cubicBezTo>
                <a:cubicBezTo>
                  <a:pt x="65908" y="0"/>
                  <a:pt x="61019" y="2199"/>
                  <a:pt x="57598" y="6597"/>
                </a:cubicBezTo>
                <a:lnTo>
                  <a:pt x="57598" y="6597"/>
                </a:lnTo>
                <a:close/>
                <a:moveTo>
                  <a:pt x="76172" y="11729"/>
                </a:moveTo>
                <a:cubicBezTo>
                  <a:pt x="77313" y="12706"/>
                  <a:pt x="78291" y="14579"/>
                  <a:pt x="79024" y="17348"/>
                </a:cubicBezTo>
                <a:cubicBezTo>
                  <a:pt x="79757" y="20199"/>
                  <a:pt x="80164" y="25330"/>
                  <a:pt x="80164" y="32824"/>
                </a:cubicBezTo>
                <a:cubicBezTo>
                  <a:pt x="80164" y="40317"/>
                  <a:pt x="79757" y="45693"/>
                  <a:pt x="78861" y="48869"/>
                </a:cubicBezTo>
                <a:cubicBezTo>
                  <a:pt x="78209" y="51313"/>
                  <a:pt x="77313" y="53023"/>
                  <a:pt x="76172" y="54000"/>
                </a:cubicBezTo>
                <a:cubicBezTo>
                  <a:pt x="75032" y="54978"/>
                  <a:pt x="73647" y="55385"/>
                  <a:pt x="72180" y="55385"/>
                </a:cubicBezTo>
                <a:cubicBezTo>
                  <a:pt x="70714" y="55385"/>
                  <a:pt x="69411" y="54897"/>
                  <a:pt x="68189" y="54000"/>
                </a:cubicBezTo>
                <a:cubicBezTo>
                  <a:pt x="67048" y="53105"/>
                  <a:pt x="66070" y="51231"/>
                  <a:pt x="65337" y="48381"/>
                </a:cubicBezTo>
                <a:cubicBezTo>
                  <a:pt x="64604" y="45530"/>
                  <a:pt x="64197" y="40399"/>
                  <a:pt x="64197" y="32905"/>
                </a:cubicBezTo>
                <a:cubicBezTo>
                  <a:pt x="64197" y="25412"/>
                  <a:pt x="64604" y="20036"/>
                  <a:pt x="65500" y="16860"/>
                </a:cubicBezTo>
                <a:cubicBezTo>
                  <a:pt x="66152" y="14416"/>
                  <a:pt x="67048" y="12706"/>
                  <a:pt x="68189" y="11729"/>
                </a:cubicBezTo>
                <a:cubicBezTo>
                  <a:pt x="69329" y="10751"/>
                  <a:pt x="70714" y="10344"/>
                  <a:pt x="72180" y="10344"/>
                </a:cubicBezTo>
                <a:cubicBezTo>
                  <a:pt x="73647" y="10344"/>
                  <a:pt x="74950" y="10833"/>
                  <a:pt x="76172" y="11729"/>
                </a:cubicBezTo>
                <a:lnTo>
                  <a:pt x="76172" y="1172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9" name="자유형 18">
            <a:extLst>
              <a:ext uri="{FF2B5EF4-FFF2-40B4-BE49-F238E27FC236}">
                <a16:creationId xmlns:a16="http://schemas.microsoft.com/office/drawing/2014/main" id="{49DB289F-1758-ECF9-9543-B81B70BF0A74}"/>
              </a:ext>
            </a:extLst>
          </p:cNvPr>
          <p:cNvSpPr/>
          <p:nvPr/>
        </p:nvSpPr>
        <p:spPr>
          <a:xfrm>
            <a:off x="775052" y="1147099"/>
            <a:ext cx="91732" cy="65566"/>
          </a:xfrm>
          <a:custGeom>
            <a:avLst/>
            <a:gdLst>
              <a:gd name="connsiteX0" fmla="*/ 6599 w 91732"/>
              <a:gd name="connsiteY0" fmla="*/ 60598 h 65566"/>
              <a:gd name="connsiteX1" fmla="*/ 21019 w 91732"/>
              <a:gd name="connsiteY1" fmla="*/ 65567 h 65566"/>
              <a:gd name="connsiteX2" fmla="*/ 36416 w 91732"/>
              <a:gd name="connsiteY2" fmla="*/ 59621 h 65566"/>
              <a:gd name="connsiteX3" fmla="*/ 42608 w 91732"/>
              <a:gd name="connsiteY3" fmla="*/ 45204 h 65566"/>
              <a:gd name="connsiteX4" fmla="*/ 39267 w 91732"/>
              <a:gd name="connsiteY4" fmla="*/ 35268 h 65566"/>
              <a:gd name="connsiteX5" fmla="*/ 30469 w 91732"/>
              <a:gd name="connsiteY5" fmla="*/ 29973 h 65566"/>
              <a:gd name="connsiteX6" fmla="*/ 39675 w 91732"/>
              <a:gd name="connsiteY6" fmla="*/ 16534 h 65566"/>
              <a:gd name="connsiteX7" fmla="*/ 35194 w 91732"/>
              <a:gd name="connsiteY7" fmla="*/ 5864 h 65566"/>
              <a:gd name="connsiteX8" fmla="*/ 20693 w 91732"/>
              <a:gd name="connsiteY8" fmla="*/ 82 h 65566"/>
              <a:gd name="connsiteX9" fmla="*/ 11161 w 91732"/>
              <a:gd name="connsiteY9" fmla="*/ 2036 h 65566"/>
              <a:gd name="connsiteX10" fmla="*/ 4481 w 91732"/>
              <a:gd name="connsiteY10" fmla="*/ 7493 h 65566"/>
              <a:gd name="connsiteX11" fmla="*/ 896 w 91732"/>
              <a:gd name="connsiteY11" fmla="*/ 16778 h 65566"/>
              <a:gd name="connsiteX12" fmla="*/ 12220 w 91732"/>
              <a:gd name="connsiteY12" fmla="*/ 18733 h 65566"/>
              <a:gd name="connsiteX13" fmla="*/ 14909 w 91732"/>
              <a:gd name="connsiteY13" fmla="*/ 12380 h 65566"/>
              <a:gd name="connsiteX14" fmla="*/ 20286 w 91732"/>
              <a:gd name="connsiteY14" fmla="*/ 10181 h 65566"/>
              <a:gd name="connsiteX15" fmla="*/ 25418 w 91732"/>
              <a:gd name="connsiteY15" fmla="*/ 12136 h 65566"/>
              <a:gd name="connsiteX16" fmla="*/ 27373 w 91732"/>
              <a:gd name="connsiteY16" fmla="*/ 17267 h 65566"/>
              <a:gd name="connsiteX17" fmla="*/ 24766 w 91732"/>
              <a:gd name="connsiteY17" fmla="*/ 23376 h 65566"/>
              <a:gd name="connsiteX18" fmla="*/ 17190 w 91732"/>
              <a:gd name="connsiteY18" fmla="*/ 25575 h 65566"/>
              <a:gd name="connsiteX19" fmla="*/ 15805 w 91732"/>
              <a:gd name="connsiteY19" fmla="*/ 35593 h 65566"/>
              <a:gd name="connsiteX20" fmla="*/ 21426 w 91732"/>
              <a:gd name="connsiteY20" fmla="*/ 34697 h 65566"/>
              <a:gd name="connsiteX21" fmla="*/ 27536 w 91732"/>
              <a:gd name="connsiteY21" fmla="*/ 37385 h 65566"/>
              <a:gd name="connsiteX22" fmla="*/ 30062 w 91732"/>
              <a:gd name="connsiteY22" fmla="*/ 44716 h 65566"/>
              <a:gd name="connsiteX23" fmla="*/ 27455 w 91732"/>
              <a:gd name="connsiteY23" fmla="*/ 52535 h 65566"/>
              <a:gd name="connsiteX24" fmla="*/ 21019 w 91732"/>
              <a:gd name="connsiteY24" fmla="*/ 55385 h 65566"/>
              <a:gd name="connsiteX25" fmla="*/ 14990 w 91732"/>
              <a:gd name="connsiteY25" fmla="*/ 52942 h 65566"/>
              <a:gd name="connsiteX26" fmla="*/ 11894 w 91732"/>
              <a:gd name="connsiteY26" fmla="*/ 46019 h 65566"/>
              <a:gd name="connsiteX27" fmla="*/ 0 w 91732"/>
              <a:gd name="connsiteY27" fmla="*/ 47485 h 65566"/>
              <a:gd name="connsiteX28" fmla="*/ 6680 w 91732"/>
              <a:gd name="connsiteY28" fmla="*/ 60598 h 65566"/>
              <a:gd name="connsiteX29" fmla="*/ 6680 w 91732"/>
              <a:gd name="connsiteY29" fmla="*/ 60598 h 65566"/>
              <a:gd name="connsiteX30" fmla="*/ 56457 w 91732"/>
              <a:gd name="connsiteY30" fmla="*/ 6679 h 65566"/>
              <a:gd name="connsiteX31" fmla="*/ 50184 w 91732"/>
              <a:gd name="connsiteY31" fmla="*/ 32743 h 65566"/>
              <a:gd name="connsiteX32" fmla="*/ 55887 w 91732"/>
              <a:gd name="connsiteY32" fmla="*/ 58399 h 65566"/>
              <a:gd name="connsiteX33" fmla="*/ 70958 w 91732"/>
              <a:gd name="connsiteY33" fmla="*/ 65567 h 65566"/>
              <a:gd name="connsiteX34" fmla="*/ 85460 w 91732"/>
              <a:gd name="connsiteY34" fmla="*/ 58969 h 65566"/>
              <a:gd name="connsiteX35" fmla="*/ 91733 w 91732"/>
              <a:gd name="connsiteY35" fmla="*/ 32824 h 65566"/>
              <a:gd name="connsiteX36" fmla="*/ 85460 w 91732"/>
              <a:gd name="connsiteY36" fmla="*/ 6679 h 65566"/>
              <a:gd name="connsiteX37" fmla="*/ 70877 w 91732"/>
              <a:gd name="connsiteY37" fmla="*/ 0 h 65566"/>
              <a:gd name="connsiteX38" fmla="*/ 56376 w 91732"/>
              <a:gd name="connsiteY38" fmla="*/ 6597 h 65566"/>
              <a:gd name="connsiteX39" fmla="*/ 56376 w 91732"/>
              <a:gd name="connsiteY39" fmla="*/ 6597 h 65566"/>
              <a:gd name="connsiteX40" fmla="*/ 74950 w 91732"/>
              <a:gd name="connsiteY40" fmla="*/ 11729 h 65566"/>
              <a:gd name="connsiteX41" fmla="*/ 77802 w 91732"/>
              <a:gd name="connsiteY41" fmla="*/ 17349 h 65566"/>
              <a:gd name="connsiteX42" fmla="*/ 78942 w 91732"/>
              <a:gd name="connsiteY42" fmla="*/ 32824 h 65566"/>
              <a:gd name="connsiteX43" fmla="*/ 77639 w 91732"/>
              <a:gd name="connsiteY43" fmla="*/ 48869 h 65566"/>
              <a:gd name="connsiteX44" fmla="*/ 74950 w 91732"/>
              <a:gd name="connsiteY44" fmla="*/ 54001 h 65566"/>
              <a:gd name="connsiteX45" fmla="*/ 70958 w 91732"/>
              <a:gd name="connsiteY45" fmla="*/ 55385 h 65566"/>
              <a:gd name="connsiteX46" fmla="*/ 66967 w 91732"/>
              <a:gd name="connsiteY46" fmla="*/ 54001 h 65566"/>
              <a:gd name="connsiteX47" fmla="*/ 64115 w 91732"/>
              <a:gd name="connsiteY47" fmla="*/ 48381 h 65566"/>
              <a:gd name="connsiteX48" fmla="*/ 62975 w 91732"/>
              <a:gd name="connsiteY48" fmla="*/ 32905 h 65566"/>
              <a:gd name="connsiteX49" fmla="*/ 64278 w 91732"/>
              <a:gd name="connsiteY49" fmla="*/ 16860 h 65566"/>
              <a:gd name="connsiteX50" fmla="*/ 66967 w 91732"/>
              <a:gd name="connsiteY50" fmla="*/ 11729 h 65566"/>
              <a:gd name="connsiteX51" fmla="*/ 70958 w 91732"/>
              <a:gd name="connsiteY51" fmla="*/ 10344 h 65566"/>
              <a:gd name="connsiteX52" fmla="*/ 74950 w 91732"/>
              <a:gd name="connsiteY52" fmla="*/ 11729 h 65566"/>
              <a:gd name="connsiteX53" fmla="*/ 74950 w 91732"/>
              <a:gd name="connsiteY53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91732" h="65566">
                <a:moveTo>
                  <a:pt x="6599" y="60598"/>
                </a:moveTo>
                <a:cubicBezTo>
                  <a:pt x="10428" y="63937"/>
                  <a:pt x="15234" y="65567"/>
                  <a:pt x="21019" y="65567"/>
                </a:cubicBezTo>
                <a:cubicBezTo>
                  <a:pt x="27129" y="65567"/>
                  <a:pt x="32261" y="63612"/>
                  <a:pt x="36416" y="59621"/>
                </a:cubicBezTo>
                <a:cubicBezTo>
                  <a:pt x="40490" y="55630"/>
                  <a:pt x="42608" y="50824"/>
                  <a:pt x="42608" y="45204"/>
                </a:cubicBezTo>
                <a:cubicBezTo>
                  <a:pt x="42608" y="41295"/>
                  <a:pt x="41467" y="38037"/>
                  <a:pt x="39267" y="35268"/>
                </a:cubicBezTo>
                <a:cubicBezTo>
                  <a:pt x="37068" y="32498"/>
                  <a:pt x="34135" y="30788"/>
                  <a:pt x="30469" y="29973"/>
                </a:cubicBezTo>
                <a:cubicBezTo>
                  <a:pt x="36661" y="26634"/>
                  <a:pt x="39675" y="22154"/>
                  <a:pt x="39675" y="16534"/>
                </a:cubicBezTo>
                <a:cubicBezTo>
                  <a:pt x="39675" y="12543"/>
                  <a:pt x="38208" y="9041"/>
                  <a:pt x="35194" y="5864"/>
                </a:cubicBezTo>
                <a:cubicBezTo>
                  <a:pt x="31528" y="2036"/>
                  <a:pt x="26721" y="82"/>
                  <a:pt x="20693" y="82"/>
                </a:cubicBezTo>
                <a:cubicBezTo>
                  <a:pt x="17190" y="82"/>
                  <a:pt x="14012" y="733"/>
                  <a:pt x="11161" y="2036"/>
                </a:cubicBezTo>
                <a:cubicBezTo>
                  <a:pt x="8310" y="3339"/>
                  <a:pt x="6110" y="5213"/>
                  <a:pt x="4481" y="7493"/>
                </a:cubicBezTo>
                <a:cubicBezTo>
                  <a:pt x="2851" y="9774"/>
                  <a:pt x="1711" y="12950"/>
                  <a:pt x="896" y="16778"/>
                </a:cubicBezTo>
                <a:lnTo>
                  <a:pt x="12220" y="18733"/>
                </a:lnTo>
                <a:cubicBezTo>
                  <a:pt x="12546" y="15964"/>
                  <a:pt x="13442" y="13765"/>
                  <a:pt x="14909" y="12380"/>
                </a:cubicBezTo>
                <a:cubicBezTo>
                  <a:pt x="16375" y="10914"/>
                  <a:pt x="18167" y="10181"/>
                  <a:pt x="20286" y="10181"/>
                </a:cubicBezTo>
                <a:cubicBezTo>
                  <a:pt x="22404" y="10181"/>
                  <a:pt x="24114" y="10833"/>
                  <a:pt x="25418" y="12136"/>
                </a:cubicBezTo>
                <a:cubicBezTo>
                  <a:pt x="26721" y="13439"/>
                  <a:pt x="27373" y="15150"/>
                  <a:pt x="27373" y="17267"/>
                </a:cubicBezTo>
                <a:cubicBezTo>
                  <a:pt x="27373" y="19792"/>
                  <a:pt x="26477" y="21828"/>
                  <a:pt x="24766" y="23376"/>
                </a:cubicBezTo>
                <a:cubicBezTo>
                  <a:pt x="23055" y="24923"/>
                  <a:pt x="20448" y="25656"/>
                  <a:pt x="17190" y="25575"/>
                </a:cubicBezTo>
                <a:lnTo>
                  <a:pt x="15805" y="35593"/>
                </a:lnTo>
                <a:cubicBezTo>
                  <a:pt x="18004" y="34942"/>
                  <a:pt x="19878" y="34697"/>
                  <a:pt x="21426" y="34697"/>
                </a:cubicBezTo>
                <a:cubicBezTo>
                  <a:pt x="23789" y="34697"/>
                  <a:pt x="25825" y="35593"/>
                  <a:pt x="27536" y="37385"/>
                </a:cubicBezTo>
                <a:cubicBezTo>
                  <a:pt x="29165" y="39177"/>
                  <a:pt x="30062" y="41621"/>
                  <a:pt x="30062" y="44716"/>
                </a:cubicBezTo>
                <a:cubicBezTo>
                  <a:pt x="30062" y="47974"/>
                  <a:pt x="29165" y="50580"/>
                  <a:pt x="27455" y="52535"/>
                </a:cubicBezTo>
                <a:cubicBezTo>
                  <a:pt x="25744" y="54489"/>
                  <a:pt x="23544" y="55385"/>
                  <a:pt x="21019" y="55385"/>
                </a:cubicBezTo>
                <a:cubicBezTo>
                  <a:pt x="18656" y="55385"/>
                  <a:pt x="16619" y="54571"/>
                  <a:pt x="14990" y="52942"/>
                </a:cubicBezTo>
                <a:cubicBezTo>
                  <a:pt x="13361" y="51313"/>
                  <a:pt x="12302" y="49032"/>
                  <a:pt x="11894" y="46019"/>
                </a:cubicBezTo>
                <a:lnTo>
                  <a:pt x="0" y="47485"/>
                </a:lnTo>
                <a:cubicBezTo>
                  <a:pt x="652" y="52861"/>
                  <a:pt x="2851" y="57259"/>
                  <a:pt x="6680" y="60598"/>
                </a:cubicBezTo>
                <a:lnTo>
                  <a:pt x="6680" y="60598"/>
                </a:lnTo>
                <a:close/>
                <a:moveTo>
                  <a:pt x="56457" y="6679"/>
                </a:moveTo>
                <a:cubicBezTo>
                  <a:pt x="52221" y="11973"/>
                  <a:pt x="50184" y="20688"/>
                  <a:pt x="50184" y="32743"/>
                </a:cubicBezTo>
                <a:cubicBezTo>
                  <a:pt x="50184" y="44797"/>
                  <a:pt x="52058" y="53594"/>
                  <a:pt x="55887" y="58399"/>
                </a:cubicBezTo>
                <a:cubicBezTo>
                  <a:pt x="59716" y="63204"/>
                  <a:pt x="64767" y="65567"/>
                  <a:pt x="70958" y="65567"/>
                </a:cubicBezTo>
                <a:cubicBezTo>
                  <a:pt x="77150" y="65567"/>
                  <a:pt x="82038" y="63367"/>
                  <a:pt x="85460" y="58969"/>
                </a:cubicBezTo>
                <a:cubicBezTo>
                  <a:pt x="89696" y="53675"/>
                  <a:pt x="91733" y="44960"/>
                  <a:pt x="91733" y="32824"/>
                </a:cubicBezTo>
                <a:cubicBezTo>
                  <a:pt x="91733" y="20688"/>
                  <a:pt x="89615" y="11973"/>
                  <a:pt x="85460" y="6679"/>
                </a:cubicBezTo>
                <a:cubicBezTo>
                  <a:pt x="81957" y="2281"/>
                  <a:pt x="77068" y="0"/>
                  <a:pt x="70877" y="0"/>
                </a:cubicBezTo>
                <a:cubicBezTo>
                  <a:pt x="64685" y="0"/>
                  <a:pt x="59797" y="2199"/>
                  <a:pt x="56376" y="6597"/>
                </a:cubicBezTo>
                <a:lnTo>
                  <a:pt x="56376" y="6597"/>
                </a:lnTo>
                <a:close/>
                <a:moveTo>
                  <a:pt x="74950" y="11729"/>
                </a:moveTo>
                <a:cubicBezTo>
                  <a:pt x="76091" y="12706"/>
                  <a:pt x="77068" y="14579"/>
                  <a:pt x="77802" y="17349"/>
                </a:cubicBezTo>
                <a:cubicBezTo>
                  <a:pt x="78535" y="20199"/>
                  <a:pt x="78942" y="25331"/>
                  <a:pt x="78942" y="32824"/>
                </a:cubicBezTo>
                <a:cubicBezTo>
                  <a:pt x="78942" y="40317"/>
                  <a:pt x="78535" y="45693"/>
                  <a:pt x="77639" y="48869"/>
                </a:cubicBezTo>
                <a:cubicBezTo>
                  <a:pt x="76987" y="51313"/>
                  <a:pt x="76091" y="53023"/>
                  <a:pt x="74950" y="54001"/>
                </a:cubicBezTo>
                <a:cubicBezTo>
                  <a:pt x="73810" y="54978"/>
                  <a:pt x="72425" y="55385"/>
                  <a:pt x="70958" y="55385"/>
                </a:cubicBezTo>
                <a:cubicBezTo>
                  <a:pt x="69492" y="55385"/>
                  <a:pt x="68189" y="54897"/>
                  <a:pt x="66967" y="54001"/>
                </a:cubicBezTo>
                <a:cubicBezTo>
                  <a:pt x="65826" y="53105"/>
                  <a:pt x="64848" y="51231"/>
                  <a:pt x="64115" y="48381"/>
                </a:cubicBezTo>
                <a:cubicBezTo>
                  <a:pt x="63382" y="45530"/>
                  <a:pt x="62975" y="40399"/>
                  <a:pt x="62975" y="32905"/>
                </a:cubicBezTo>
                <a:cubicBezTo>
                  <a:pt x="62975" y="25412"/>
                  <a:pt x="63382" y="20037"/>
                  <a:pt x="64278" y="16860"/>
                </a:cubicBezTo>
                <a:cubicBezTo>
                  <a:pt x="64930" y="14417"/>
                  <a:pt x="65826" y="12706"/>
                  <a:pt x="66967" y="11729"/>
                </a:cubicBezTo>
                <a:cubicBezTo>
                  <a:pt x="68107" y="10751"/>
                  <a:pt x="69492" y="10344"/>
                  <a:pt x="70958" y="10344"/>
                </a:cubicBezTo>
                <a:cubicBezTo>
                  <a:pt x="72425" y="10344"/>
                  <a:pt x="73728" y="10833"/>
                  <a:pt x="74950" y="11729"/>
                </a:cubicBezTo>
                <a:lnTo>
                  <a:pt x="74950" y="1172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자유형 19">
            <a:extLst>
              <a:ext uri="{FF2B5EF4-FFF2-40B4-BE49-F238E27FC236}">
                <a16:creationId xmlns:a16="http://schemas.microsoft.com/office/drawing/2014/main" id="{FB0CA60A-D077-0AD2-E3E2-C9507677354F}"/>
              </a:ext>
            </a:extLst>
          </p:cNvPr>
          <p:cNvSpPr/>
          <p:nvPr/>
        </p:nvSpPr>
        <p:spPr>
          <a:xfrm>
            <a:off x="773260" y="912527"/>
            <a:ext cx="93524" cy="65566"/>
          </a:xfrm>
          <a:custGeom>
            <a:avLst/>
            <a:gdLst>
              <a:gd name="connsiteX0" fmla="*/ 38208 w 93524"/>
              <a:gd name="connsiteY0" fmla="*/ 64507 h 65566"/>
              <a:gd name="connsiteX1" fmla="*/ 38208 w 93524"/>
              <a:gd name="connsiteY1" fmla="*/ 51639 h 65566"/>
              <a:gd name="connsiteX2" fmla="*/ 46192 w 93524"/>
              <a:gd name="connsiteY2" fmla="*/ 51639 h 65566"/>
              <a:gd name="connsiteX3" fmla="*/ 46192 w 93524"/>
              <a:gd name="connsiteY3" fmla="*/ 40806 h 65566"/>
              <a:gd name="connsiteX4" fmla="*/ 38208 w 93524"/>
              <a:gd name="connsiteY4" fmla="*/ 40806 h 65566"/>
              <a:gd name="connsiteX5" fmla="*/ 38208 w 93524"/>
              <a:gd name="connsiteY5" fmla="*/ 82 h 65566"/>
              <a:gd name="connsiteX6" fmla="*/ 27862 w 93524"/>
              <a:gd name="connsiteY6" fmla="*/ 82 h 65566"/>
              <a:gd name="connsiteX7" fmla="*/ 0 w 93524"/>
              <a:gd name="connsiteY7" fmla="*/ 40806 h 65566"/>
              <a:gd name="connsiteX8" fmla="*/ 0 w 93524"/>
              <a:gd name="connsiteY8" fmla="*/ 51557 h 65566"/>
              <a:gd name="connsiteX9" fmla="*/ 26233 w 93524"/>
              <a:gd name="connsiteY9" fmla="*/ 51557 h 65566"/>
              <a:gd name="connsiteX10" fmla="*/ 26233 w 93524"/>
              <a:gd name="connsiteY10" fmla="*/ 64426 h 65566"/>
              <a:gd name="connsiteX11" fmla="*/ 38127 w 93524"/>
              <a:gd name="connsiteY11" fmla="*/ 64426 h 65566"/>
              <a:gd name="connsiteX12" fmla="*/ 11568 w 93524"/>
              <a:gd name="connsiteY12" fmla="*/ 40806 h 65566"/>
              <a:gd name="connsiteX13" fmla="*/ 26314 w 93524"/>
              <a:gd name="connsiteY13" fmla="*/ 18896 h 65566"/>
              <a:gd name="connsiteX14" fmla="*/ 26314 w 93524"/>
              <a:gd name="connsiteY14" fmla="*/ 40806 h 65566"/>
              <a:gd name="connsiteX15" fmla="*/ 11568 w 93524"/>
              <a:gd name="connsiteY15" fmla="*/ 40806 h 65566"/>
              <a:gd name="connsiteX16" fmla="*/ 58249 w 93524"/>
              <a:gd name="connsiteY16" fmla="*/ 6679 h 65566"/>
              <a:gd name="connsiteX17" fmla="*/ 51976 w 93524"/>
              <a:gd name="connsiteY17" fmla="*/ 32742 h 65566"/>
              <a:gd name="connsiteX18" fmla="*/ 57679 w 93524"/>
              <a:gd name="connsiteY18" fmla="*/ 58399 h 65566"/>
              <a:gd name="connsiteX19" fmla="*/ 72751 w 93524"/>
              <a:gd name="connsiteY19" fmla="*/ 65566 h 65566"/>
              <a:gd name="connsiteX20" fmla="*/ 87252 w 93524"/>
              <a:gd name="connsiteY20" fmla="*/ 58969 h 65566"/>
              <a:gd name="connsiteX21" fmla="*/ 93525 w 93524"/>
              <a:gd name="connsiteY21" fmla="*/ 32824 h 65566"/>
              <a:gd name="connsiteX22" fmla="*/ 87252 w 93524"/>
              <a:gd name="connsiteY22" fmla="*/ 6679 h 65566"/>
              <a:gd name="connsiteX23" fmla="*/ 72669 w 93524"/>
              <a:gd name="connsiteY23" fmla="*/ 0 h 65566"/>
              <a:gd name="connsiteX24" fmla="*/ 58168 w 93524"/>
              <a:gd name="connsiteY24" fmla="*/ 6597 h 65566"/>
              <a:gd name="connsiteX25" fmla="*/ 58168 w 93524"/>
              <a:gd name="connsiteY25" fmla="*/ 6597 h 65566"/>
              <a:gd name="connsiteX26" fmla="*/ 76743 w 93524"/>
              <a:gd name="connsiteY26" fmla="*/ 11729 h 65566"/>
              <a:gd name="connsiteX27" fmla="*/ 79594 w 93524"/>
              <a:gd name="connsiteY27" fmla="*/ 17349 h 65566"/>
              <a:gd name="connsiteX28" fmla="*/ 80735 w 93524"/>
              <a:gd name="connsiteY28" fmla="*/ 32824 h 65566"/>
              <a:gd name="connsiteX29" fmla="*/ 79431 w 93524"/>
              <a:gd name="connsiteY29" fmla="*/ 48869 h 65566"/>
              <a:gd name="connsiteX30" fmla="*/ 76743 w 93524"/>
              <a:gd name="connsiteY30" fmla="*/ 54001 h 65566"/>
              <a:gd name="connsiteX31" fmla="*/ 72751 w 93524"/>
              <a:gd name="connsiteY31" fmla="*/ 55385 h 65566"/>
              <a:gd name="connsiteX32" fmla="*/ 68759 w 93524"/>
              <a:gd name="connsiteY32" fmla="*/ 54001 h 65566"/>
              <a:gd name="connsiteX33" fmla="*/ 65907 w 93524"/>
              <a:gd name="connsiteY33" fmla="*/ 48381 h 65566"/>
              <a:gd name="connsiteX34" fmla="*/ 64767 w 93524"/>
              <a:gd name="connsiteY34" fmla="*/ 32905 h 65566"/>
              <a:gd name="connsiteX35" fmla="*/ 66070 w 93524"/>
              <a:gd name="connsiteY35" fmla="*/ 16860 h 65566"/>
              <a:gd name="connsiteX36" fmla="*/ 68759 w 93524"/>
              <a:gd name="connsiteY36" fmla="*/ 11729 h 65566"/>
              <a:gd name="connsiteX37" fmla="*/ 72751 w 93524"/>
              <a:gd name="connsiteY37" fmla="*/ 10344 h 65566"/>
              <a:gd name="connsiteX38" fmla="*/ 76743 w 93524"/>
              <a:gd name="connsiteY38" fmla="*/ 11729 h 65566"/>
              <a:gd name="connsiteX39" fmla="*/ 76743 w 93524"/>
              <a:gd name="connsiteY39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3524" h="65566">
                <a:moveTo>
                  <a:pt x="38208" y="64507"/>
                </a:moveTo>
                <a:lnTo>
                  <a:pt x="38208" y="51639"/>
                </a:lnTo>
                <a:lnTo>
                  <a:pt x="46192" y="51639"/>
                </a:lnTo>
                <a:lnTo>
                  <a:pt x="46192" y="40806"/>
                </a:lnTo>
                <a:lnTo>
                  <a:pt x="38208" y="40806"/>
                </a:lnTo>
                <a:lnTo>
                  <a:pt x="38208" y="82"/>
                </a:lnTo>
                <a:lnTo>
                  <a:pt x="27862" y="82"/>
                </a:lnTo>
                <a:lnTo>
                  <a:pt x="0" y="40806"/>
                </a:lnTo>
                <a:lnTo>
                  <a:pt x="0" y="51557"/>
                </a:lnTo>
                <a:lnTo>
                  <a:pt x="26233" y="51557"/>
                </a:lnTo>
                <a:lnTo>
                  <a:pt x="26233" y="64426"/>
                </a:lnTo>
                <a:lnTo>
                  <a:pt x="38127" y="64426"/>
                </a:lnTo>
                <a:close/>
                <a:moveTo>
                  <a:pt x="11568" y="40806"/>
                </a:moveTo>
                <a:lnTo>
                  <a:pt x="26314" y="18896"/>
                </a:lnTo>
                <a:lnTo>
                  <a:pt x="26314" y="40806"/>
                </a:lnTo>
                <a:lnTo>
                  <a:pt x="11568" y="40806"/>
                </a:lnTo>
                <a:close/>
                <a:moveTo>
                  <a:pt x="58249" y="6679"/>
                </a:moveTo>
                <a:cubicBezTo>
                  <a:pt x="54013" y="11973"/>
                  <a:pt x="51976" y="20688"/>
                  <a:pt x="51976" y="32742"/>
                </a:cubicBezTo>
                <a:cubicBezTo>
                  <a:pt x="51976" y="44797"/>
                  <a:pt x="53850" y="53593"/>
                  <a:pt x="57679" y="58399"/>
                </a:cubicBezTo>
                <a:cubicBezTo>
                  <a:pt x="61508" y="63204"/>
                  <a:pt x="66559" y="65566"/>
                  <a:pt x="72751" y="65566"/>
                </a:cubicBezTo>
                <a:cubicBezTo>
                  <a:pt x="78942" y="65566"/>
                  <a:pt x="83830" y="63367"/>
                  <a:pt x="87252" y="58969"/>
                </a:cubicBezTo>
                <a:cubicBezTo>
                  <a:pt x="91488" y="53675"/>
                  <a:pt x="93525" y="44960"/>
                  <a:pt x="93525" y="32824"/>
                </a:cubicBezTo>
                <a:cubicBezTo>
                  <a:pt x="93525" y="20688"/>
                  <a:pt x="91407" y="11973"/>
                  <a:pt x="87252" y="6679"/>
                </a:cubicBezTo>
                <a:cubicBezTo>
                  <a:pt x="83749" y="2281"/>
                  <a:pt x="78861" y="0"/>
                  <a:pt x="72669" y="0"/>
                </a:cubicBezTo>
                <a:cubicBezTo>
                  <a:pt x="66478" y="0"/>
                  <a:pt x="61590" y="2199"/>
                  <a:pt x="58168" y="6597"/>
                </a:cubicBezTo>
                <a:lnTo>
                  <a:pt x="58168" y="6597"/>
                </a:lnTo>
                <a:close/>
                <a:moveTo>
                  <a:pt x="76743" y="11729"/>
                </a:moveTo>
                <a:cubicBezTo>
                  <a:pt x="77883" y="12706"/>
                  <a:pt x="78861" y="14579"/>
                  <a:pt x="79594" y="17349"/>
                </a:cubicBezTo>
                <a:cubicBezTo>
                  <a:pt x="80327" y="20199"/>
                  <a:pt x="80735" y="25330"/>
                  <a:pt x="80735" y="32824"/>
                </a:cubicBezTo>
                <a:cubicBezTo>
                  <a:pt x="80735" y="40317"/>
                  <a:pt x="80327" y="45693"/>
                  <a:pt x="79431" y="48869"/>
                </a:cubicBezTo>
                <a:cubicBezTo>
                  <a:pt x="78779" y="51313"/>
                  <a:pt x="77883" y="53023"/>
                  <a:pt x="76743" y="54001"/>
                </a:cubicBezTo>
                <a:cubicBezTo>
                  <a:pt x="75602" y="54978"/>
                  <a:pt x="74217" y="55385"/>
                  <a:pt x="72751" y="55385"/>
                </a:cubicBezTo>
                <a:cubicBezTo>
                  <a:pt x="71284" y="55385"/>
                  <a:pt x="69981" y="54897"/>
                  <a:pt x="68759" y="54001"/>
                </a:cubicBezTo>
                <a:cubicBezTo>
                  <a:pt x="67618" y="53105"/>
                  <a:pt x="66641" y="51231"/>
                  <a:pt x="65907" y="48381"/>
                </a:cubicBezTo>
                <a:cubicBezTo>
                  <a:pt x="65174" y="45530"/>
                  <a:pt x="64767" y="40399"/>
                  <a:pt x="64767" y="32905"/>
                </a:cubicBezTo>
                <a:cubicBezTo>
                  <a:pt x="64767" y="25412"/>
                  <a:pt x="65174" y="20036"/>
                  <a:pt x="66070" y="16860"/>
                </a:cubicBezTo>
                <a:cubicBezTo>
                  <a:pt x="66722" y="14416"/>
                  <a:pt x="67618" y="12706"/>
                  <a:pt x="68759" y="11729"/>
                </a:cubicBezTo>
                <a:cubicBezTo>
                  <a:pt x="69899" y="10751"/>
                  <a:pt x="71284" y="10344"/>
                  <a:pt x="72751" y="10344"/>
                </a:cubicBezTo>
                <a:cubicBezTo>
                  <a:pt x="74217" y="10344"/>
                  <a:pt x="75521" y="10833"/>
                  <a:pt x="76743" y="11729"/>
                </a:cubicBezTo>
                <a:lnTo>
                  <a:pt x="76743" y="1172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 20">
            <a:extLst>
              <a:ext uri="{FF2B5EF4-FFF2-40B4-BE49-F238E27FC236}">
                <a16:creationId xmlns:a16="http://schemas.microsoft.com/office/drawing/2014/main" id="{6418CA0D-31DF-C683-48F0-C486CD7B209A}"/>
              </a:ext>
            </a:extLst>
          </p:cNvPr>
          <p:cNvSpPr/>
          <p:nvPr/>
        </p:nvSpPr>
        <p:spPr>
          <a:xfrm>
            <a:off x="775704" y="677954"/>
            <a:ext cx="91080" cy="65648"/>
          </a:xfrm>
          <a:custGeom>
            <a:avLst/>
            <a:gdLst>
              <a:gd name="connsiteX0" fmla="*/ 6599 w 91080"/>
              <a:gd name="connsiteY0" fmla="*/ 60842 h 65648"/>
              <a:gd name="connsiteX1" fmla="*/ 21100 w 91080"/>
              <a:gd name="connsiteY1" fmla="*/ 65648 h 65648"/>
              <a:gd name="connsiteX2" fmla="*/ 38453 w 91080"/>
              <a:gd name="connsiteY2" fmla="*/ 57177 h 65648"/>
              <a:gd name="connsiteX3" fmla="*/ 43015 w 91080"/>
              <a:gd name="connsiteY3" fmla="*/ 43087 h 65648"/>
              <a:gd name="connsiteX4" fmla="*/ 37312 w 91080"/>
              <a:gd name="connsiteY4" fmla="*/ 27611 h 65648"/>
              <a:gd name="connsiteX5" fmla="*/ 23463 w 91080"/>
              <a:gd name="connsiteY5" fmla="*/ 21665 h 65648"/>
              <a:gd name="connsiteX6" fmla="*/ 15071 w 91080"/>
              <a:gd name="connsiteY6" fmla="*/ 23702 h 65648"/>
              <a:gd name="connsiteX7" fmla="*/ 17027 w 91080"/>
              <a:gd name="connsiteY7" fmla="*/ 12788 h 65648"/>
              <a:gd name="connsiteX8" fmla="*/ 40245 w 91080"/>
              <a:gd name="connsiteY8" fmla="*/ 12788 h 65648"/>
              <a:gd name="connsiteX9" fmla="*/ 40245 w 91080"/>
              <a:gd name="connsiteY9" fmla="*/ 1303 h 65648"/>
              <a:gd name="connsiteX10" fmla="*/ 7739 w 91080"/>
              <a:gd name="connsiteY10" fmla="*/ 1303 h 65648"/>
              <a:gd name="connsiteX11" fmla="*/ 1466 w 91080"/>
              <a:gd name="connsiteY11" fmla="*/ 34697 h 65648"/>
              <a:gd name="connsiteX12" fmla="*/ 11405 w 91080"/>
              <a:gd name="connsiteY12" fmla="*/ 36163 h 65648"/>
              <a:gd name="connsiteX13" fmla="*/ 20937 w 91080"/>
              <a:gd name="connsiteY13" fmla="*/ 31521 h 65648"/>
              <a:gd name="connsiteX14" fmla="*/ 27862 w 91080"/>
              <a:gd name="connsiteY14" fmla="*/ 34453 h 65648"/>
              <a:gd name="connsiteX15" fmla="*/ 30469 w 91080"/>
              <a:gd name="connsiteY15" fmla="*/ 43331 h 65648"/>
              <a:gd name="connsiteX16" fmla="*/ 27781 w 91080"/>
              <a:gd name="connsiteY16" fmla="*/ 52779 h 65648"/>
              <a:gd name="connsiteX17" fmla="*/ 21263 w 91080"/>
              <a:gd name="connsiteY17" fmla="*/ 55874 h 65648"/>
              <a:gd name="connsiteX18" fmla="*/ 15316 w 91080"/>
              <a:gd name="connsiteY18" fmla="*/ 53431 h 65648"/>
              <a:gd name="connsiteX19" fmla="*/ 12220 w 91080"/>
              <a:gd name="connsiteY19" fmla="*/ 46833 h 65648"/>
              <a:gd name="connsiteX20" fmla="*/ 0 w 91080"/>
              <a:gd name="connsiteY20" fmla="*/ 48136 h 65648"/>
              <a:gd name="connsiteX21" fmla="*/ 6680 w 91080"/>
              <a:gd name="connsiteY21" fmla="*/ 60924 h 65648"/>
              <a:gd name="connsiteX22" fmla="*/ 6680 w 91080"/>
              <a:gd name="connsiteY22" fmla="*/ 60924 h 65648"/>
              <a:gd name="connsiteX23" fmla="*/ 55805 w 91080"/>
              <a:gd name="connsiteY23" fmla="*/ 6679 h 65648"/>
              <a:gd name="connsiteX24" fmla="*/ 49532 w 91080"/>
              <a:gd name="connsiteY24" fmla="*/ 32743 h 65648"/>
              <a:gd name="connsiteX25" fmla="*/ 55235 w 91080"/>
              <a:gd name="connsiteY25" fmla="*/ 58399 h 65648"/>
              <a:gd name="connsiteX26" fmla="*/ 70307 w 91080"/>
              <a:gd name="connsiteY26" fmla="*/ 65567 h 65648"/>
              <a:gd name="connsiteX27" fmla="*/ 84808 w 91080"/>
              <a:gd name="connsiteY27" fmla="*/ 58969 h 65648"/>
              <a:gd name="connsiteX28" fmla="*/ 91081 w 91080"/>
              <a:gd name="connsiteY28" fmla="*/ 32824 h 65648"/>
              <a:gd name="connsiteX29" fmla="*/ 84808 w 91080"/>
              <a:gd name="connsiteY29" fmla="*/ 6679 h 65648"/>
              <a:gd name="connsiteX30" fmla="*/ 70225 w 91080"/>
              <a:gd name="connsiteY30" fmla="*/ 0 h 65648"/>
              <a:gd name="connsiteX31" fmla="*/ 55724 w 91080"/>
              <a:gd name="connsiteY31" fmla="*/ 6598 h 65648"/>
              <a:gd name="connsiteX32" fmla="*/ 55724 w 91080"/>
              <a:gd name="connsiteY32" fmla="*/ 6598 h 65648"/>
              <a:gd name="connsiteX33" fmla="*/ 74299 w 91080"/>
              <a:gd name="connsiteY33" fmla="*/ 11729 h 65648"/>
              <a:gd name="connsiteX34" fmla="*/ 77150 w 91080"/>
              <a:gd name="connsiteY34" fmla="*/ 17349 h 65648"/>
              <a:gd name="connsiteX35" fmla="*/ 78291 w 91080"/>
              <a:gd name="connsiteY35" fmla="*/ 32824 h 65648"/>
              <a:gd name="connsiteX36" fmla="*/ 76987 w 91080"/>
              <a:gd name="connsiteY36" fmla="*/ 48869 h 65648"/>
              <a:gd name="connsiteX37" fmla="*/ 74299 w 91080"/>
              <a:gd name="connsiteY37" fmla="*/ 54001 h 65648"/>
              <a:gd name="connsiteX38" fmla="*/ 70307 w 91080"/>
              <a:gd name="connsiteY38" fmla="*/ 55385 h 65648"/>
              <a:gd name="connsiteX39" fmla="*/ 66315 w 91080"/>
              <a:gd name="connsiteY39" fmla="*/ 54001 h 65648"/>
              <a:gd name="connsiteX40" fmla="*/ 63463 w 91080"/>
              <a:gd name="connsiteY40" fmla="*/ 48381 h 65648"/>
              <a:gd name="connsiteX41" fmla="*/ 62323 w 91080"/>
              <a:gd name="connsiteY41" fmla="*/ 32905 h 65648"/>
              <a:gd name="connsiteX42" fmla="*/ 63626 w 91080"/>
              <a:gd name="connsiteY42" fmla="*/ 16860 h 65648"/>
              <a:gd name="connsiteX43" fmla="*/ 66315 w 91080"/>
              <a:gd name="connsiteY43" fmla="*/ 11729 h 65648"/>
              <a:gd name="connsiteX44" fmla="*/ 70307 w 91080"/>
              <a:gd name="connsiteY44" fmla="*/ 10344 h 65648"/>
              <a:gd name="connsiteX45" fmla="*/ 74299 w 91080"/>
              <a:gd name="connsiteY45" fmla="*/ 11729 h 65648"/>
              <a:gd name="connsiteX46" fmla="*/ 74299 w 91080"/>
              <a:gd name="connsiteY46" fmla="*/ 11729 h 65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91080" h="65648">
                <a:moveTo>
                  <a:pt x="6599" y="60842"/>
                </a:moveTo>
                <a:cubicBezTo>
                  <a:pt x="10346" y="64019"/>
                  <a:pt x="15153" y="65648"/>
                  <a:pt x="21100" y="65648"/>
                </a:cubicBezTo>
                <a:cubicBezTo>
                  <a:pt x="28514" y="65648"/>
                  <a:pt x="34298" y="62797"/>
                  <a:pt x="38453" y="57177"/>
                </a:cubicBezTo>
                <a:cubicBezTo>
                  <a:pt x="41549" y="53023"/>
                  <a:pt x="43015" y="48299"/>
                  <a:pt x="43015" y="43087"/>
                </a:cubicBezTo>
                <a:cubicBezTo>
                  <a:pt x="43015" y="36734"/>
                  <a:pt x="41141" y="31602"/>
                  <a:pt x="37312" y="27611"/>
                </a:cubicBezTo>
                <a:cubicBezTo>
                  <a:pt x="33483" y="23620"/>
                  <a:pt x="28921" y="21665"/>
                  <a:pt x="23463" y="21665"/>
                </a:cubicBezTo>
                <a:cubicBezTo>
                  <a:pt x="20611" y="21665"/>
                  <a:pt x="17841" y="22317"/>
                  <a:pt x="15071" y="23702"/>
                </a:cubicBezTo>
                <a:lnTo>
                  <a:pt x="17027" y="12788"/>
                </a:lnTo>
                <a:lnTo>
                  <a:pt x="40245" y="12788"/>
                </a:lnTo>
                <a:lnTo>
                  <a:pt x="40245" y="1303"/>
                </a:lnTo>
                <a:lnTo>
                  <a:pt x="7739" y="1303"/>
                </a:lnTo>
                <a:lnTo>
                  <a:pt x="1466" y="34697"/>
                </a:lnTo>
                <a:lnTo>
                  <a:pt x="11405" y="36163"/>
                </a:lnTo>
                <a:cubicBezTo>
                  <a:pt x="14175" y="33068"/>
                  <a:pt x="17353" y="31521"/>
                  <a:pt x="20937" y="31521"/>
                </a:cubicBezTo>
                <a:cubicBezTo>
                  <a:pt x="23789" y="31521"/>
                  <a:pt x="26070" y="32498"/>
                  <a:pt x="27862" y="34453"/>
                </a:cubicBezTo>
                <a:cubicBezTo>
                  <a:pt x="29654" y="36408"/>
                  <a:pt x="30469" y="39340"/>
                  <a:pt x="30469" y="43331"/>
                </a:cubicBezTo>
                <a:cubicBezTo>
                  <a:pt x="30469" y="47566"/>
                  <a:pt x="29573" y="50661"/>
                  <a:pt x="27781" y="52779"/>
                </a:cubicBezTo>
                <a:cubicBezTo>
                  <a:pt x="25988" y="54897"/>
                  <a:pt x="23789" y="55874"/>
                  <a:pt x="21263" y="55874"/>
                </a:cubicBezTo>
                <a:cubicBezTo>
                  <a:pt x="18982" y="55874"/>
                  <a:pt x="17027" y="55060"/>
                  <a:pt x="15316" y="53431"/>
                </a:cubicBezTo>
                <a:cubicBezTo>
                  <a:pt x="13605" y="51802"/>
                  <a:pt x="12546" y="49603"/>
                  <a:pt x="12220" y="46833"/>
                </a:cubicBezTo>
                <a:lnTo>
                  <a:pt x="0" y="48136"/>
                </a:lnTo>
                <a:cubicBezTo>
                  <a:pt x="733" y="53512"/>
                  <a:pt x="2933" y="57748"/>
                  <a:pt x="6680" y="60924"/>
                </a:cubicBezTo>
                <a:lnTo>
                  <a:pt x="6680" y="60924"/>
                </a:lnTo>
                <a:close/>
                <a:moveTo>
                  <a:pt x="55805" y="6679"/>
                </a:moveTo>
                <a:cubicBezTo>
                  <a:pt x="51569" y="11973"/>
                  <a:pt x="49532" y="20688"/>
                  <a:pt x="49532" y="32743"/>
                </a:cubicBezTo>
                <a:cubicBezTo>
                  <a:pt x="49532" y="44797"/>
                  <a:pt x="51406" y="53594"/>
                  <a:pt x="55235" y="58399"/>
                </a:cubicBezTo>
                <a:cubicBezTo>
                  <a:pt x="59064" y="63204"/>
                  <a:pt x="64115" y="65567"/>
                  <a:pt x="70307" y="65567"/>
                </a:cubicBezTo>
                <a:cubicBezTo>
                  <a:pt x="76498" y="65567"/>
                  <a:pt x="81386" y="63367"/>
                  <a:pt x="84808" y="58969"/>
                </a:cubicBezTo>
                <a:cubicBezTo>
                  <a:pt x="89044" y="53675"/>
                  <a:pt x="91081" y="44960"/>
                  <a:pt x="91081" y="32824"/>
                </a:cubicBezTo>
                <a:cubicBezTo>
                  <a:pt x="91081" y="20688"/>
                  <a:pt x="88963" y="11973"/>
                  <a:pt x="84808" y="6679"/>
                </a:cubicBezTo>
                <a:cubicBezTo>
                  <a:pt x="81305" y="2281"/>
                  <a:pt x="76417" y="0"/>
                  <a:pt x="70225" y="0"/>
                </a:cubicBezTo>
                <a:cubicBezTo>
                  <a:pt x="64034" y="0"/>
                  <a:pt x="59146" y="2199"/>
                  <a:pt x="55724" y="6598"/>
                </a:cubicBezTo>
                <a:lnTo>
                  <a:pt x="55724" y="6598"/>
                </a:lnTo>
                <a:close/>
                <a:moveTo>
                  <a:pt x="74299" y="11729"/>
                </a:moveTo>
                <a:cubicBezTo>
                  <a:pt x="75439" y="12706"/>
                  <a:pt x="76417" y="14579"/>
                  <a:pt x="77150" y="17349"/>
                </a:cubicBezTo>
                <a:cubicBezTo>
                  <a:pt x="77883" y="20199"/>
                  <a:pt x="78291" y="25331"/>
                  <a:pt x="78291" y="32824"/>
                </a:cubicBezTo>
                <a:cubicBezTo>
                  <a:pt x="78291" y="40317"/>
                  <a:pt x="77883" y="45693"/>
                  <a:pt x="76987" y="48869"/>
                </a:cubicBezTo>
                <a:cubicBezTo>
                  <a:pt x="76335" y="51313"/>
                  <a:pt x="75439" y="53023"/>
                  <a:pt x="74299" y="54001"/>
                </a:cubicBezTo>
                <a:cubicBezTo>
                  <a:pt x="73158" y="54978"/>
                  <a:pt x="71773" y="55385"/>
                  <a:pt x="70307" y="55385"/>
                </a:cubicBezTo>
                <a:cubicBezTo>
                  <a:pt x="68840" y="55385"/>
                  <a:pt x="67537" y="54897"/>
                  <a:pt x="66315" y="54001"/>
                </a:cubicBezTo>
                <a:cubicBezTo>
                  <a:pt x="65174" y="53105"/>
                  <a:pt x="64197" y="51231"/>
                  <a:pt x="63463" y="48381"/>
                </a:cubicBezTo>
                <a:cubicBezTo>
                  <a:pt x="62730" y="45530"/>
                  <a:pt x="62323" y="40399"/>
                  <a:pt x="62323" y="32905"/>
                </a:cubicBezTo>
                <a:cubicBezTo>
                  <a:pt x="62323" y="25412"/>
                  <a:pt x="62730" y="20037"/>
                  <a:pt x="63626" y="16860"/>
                </a:cubicBezTo>
                <a:cubicBezTo>
                  <a:pt x="64278" y="14417"/>
                  <a:pt x="65174" y="12706"/>
                  <a:pt x="66315" y="11729"/>
                </a:cubicBezTo>
                <a:cubicBezTo>
                  <a:pt x="67455" y="10751"/>
                  <a:pt x="68840" y="10344"/>
                  <a:pt x="70307" y="10344"/>
                </a:cubicBezTo>
                <a:cubicBezTo>
                  <a:pt x="71773" y="10344"/>
                  <a:pt x="73077" y="10833"/>
                  <a:pt x="74299" y="11729"/>
                </a:cubicBezTo>
                <a:lnTo>
                  <a:pt x="74299" y="1172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" name="자유형 21">
            <a:extLst>
              <a:ext uri="{FF2B5EF4-FFF2-40B4-BE49-F238E27FC236}">
                <a16:creationId xmlns:a16="http://schemas.microsoft.com/office/drawing/2014/main" id="{32BD6F0A-F341-DAB0-9FDD-22D1ECA591A1}"/>
              </a:ext>
            </a:extLst>
          </p:cNvPr>
          <p:cNvSpPr/>
          <p:nvPr/>
        </p:nvSpPr>
        <p:spPr>
          <a:xfrm>
            <a:off x="938803" y="945921"/>
            <a:ext cx="1759704" cy="281487"/>
          </a:xfrm>
          <a:custGeom>
            <a:avLst/>
            <a:gdLst>
              <a:gd name="connsiteX0" fmla="*/ 0 w 1759704"/>
              <a:gd name="connsiteY0" fmla="*/ 187658 h 281487"/>
              <a:gd name="connsiteX1" fmla="*/ 0 w 1759704"/>
              <a:gd name="connsiteY1" fmla="*/ 187658 h 281487"/>
              <a:gd name="connsiteX2" fmla="*/ 175971 w 1759704"/>
              <a:gd name="connsiteY2" fmla="*/ 152472 h 281487"/>
              <a:gd name="connsiteX3" fmla="*/ 351941 w 1759704"/>
              <a:gd name="connsiteY3" fmla="*/ 164201 h 281487"/>
              <a:gd name="connsiteX4" fmla="*/ 527911 w 1759704"/>
              <a:gd name="connsiteY4" fmla="*/ 175930 h 281487"/>
              <a:gd name="connsiteX5" fmla="*/ 703882 w 1759704"/>
              <a:gd name="connsiteY5" fmla="*/ 0 h 281487"/>
              <a:gd name="connsiteX6" fmla="*/ 879852 w 1759704"/>
              <a:gd name="connsiteY6" fmla="*/ 281488 h 281487"/>
              <a:gd name="connsiteX7" fmla="*/ 1055823 w 1759704"/>
              <a:gd name="connsiteY7" fmla="*/ 211115 h 281487"/>
              <a:gd name="connsiteX8" fmla="*/ 1231793 w 1759704"/>
              <a:gd name="connsiteY8" fmla="*/ 164201 h 281487"/>
              <a:gd name="connsiteX9" fmla="*/ 1407764 w 1759704"/>
              <a:gd name="connsiteY9" fmla="*/ 160291 h 281487"/>
              <a:gd name="connsiteX10" fmla="*/ 1583734 w 1759704"/>
              <a:gd name="connsiteY10" fmla="*/ 211115 h 281487"/>
              <a:gd name="connsiteX11" fmla="*/ 1759705 w 1759704"/>
              <a:gd name="connsiteY11" fmla="*/ 164201 h 28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9704" h="281487">
                <a:moveTo>
                  <a:pt x="0" y="187658"/>
                </a:moveTo>
                <a:lnTo>
                  <a:pt x="0" y="187658"/>
                </a:lnTo>
                <a:lnTo>
                  <a:pt x="175971" y="152472"/>
                </a:lnTo>
                <a:lnTo>
                  <a:pt x="351941" y="164201"/>
                </a:lnTo>
                <a:lnTo>
                  <a:pt x="527911" y="175930"/>
                </a:lnTo>
                <a:lnTo>
                  <a:pt x="703882" y="0"/>
                </a:lnTo>
                <a:lnTo>
                  <a:pt x="879852" y="281488"/>
                </a:lnTo>
                <a:lnTo>
                  <a:pt x="1055823" y="211115"/>
                </a:lnTo>
                <a:lnTo>
                  <a:pt x="1231793" y="164201"/>
                </a:lnTo>
                <a:lnTo>
                  <a:pt x="1407764" y="160291"/>
                </a:lnTo>
                <a:lnTo>
                  <a:pt x="1583734" y="211115"/>
                </a:lnTo>
                <a:lnTo>
                  <a:pt x="1759705" y="164201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3" name="자유형 22">
            <a:extLst>
              <a:ext uri="{FF2B5EF4-FFF2-40B4-BE49-F238E27FC236}">
                <a16:creationId xmlns:a16="http://schemas.microsoft.com/office/drawing/2014/main" id="{E42C4A93-D203-5527-A796-098B6BDE238A}"/>
              </a:ext>
            </a:extLst>
          </p:cNvPr>
          <p:cNvSpPr/>
          <p:nvPr/>
        </p:nvSpPr>
        <p:spPr>
          <a:xfrm>
            <a:off x="915340" y="877503"/>
            <a:ext cx="1806629" cy="416367"/>
          </a:xfrm>
          <a:custGeom>
            <a:avLst/>
            <a:gdLst>
              <a:gd name="connsiteX0" fmla="*/ 0 w 1806629"/>
              <a:gd name="connsiteY0" fmla="*/ 185704 h 416367"/>
              <a:gd name="connsiteX1" fmla="*/ 46925 w 1806629"/>
              <a:gd name="connsiteY1" fmla="*/ 185704 h 416367"/>
              <a:gd name="connsiteX2" fmla="*/ 23463 w 1806629"/>
              <a:gd name="connsiteY2" fmla="*/ 185704 h 416367"/>
              <a:gd name="connsiteX3" fmla="*/ 23463 w 1806629"/>
              <a:gd name="connsiteY3" fmla="*/ 326447 h 416367"/>
              <a:gd name="connsiteX4" fmla="*/ 0 w 1806629"/>
              <a:gd name="connsiteY4" fmla="*/ 326447 h 416367"/>
              <a:gd name="connsiteX5" fmla="*/ 46925 w 1806629"/>
              <a:gd name="connsiteY5" fmla="*/ 326447 h 416367"/>
              <a:gd name="connsiteX6" fmla="*/ 175970 w 1806629"/>
              <a:gd name="connsiteY6" fmla="*/ 145631 h 416367"/>
              <a:gd name="connsiteX7" fmla="*/ 222896 w 1806629"/>
              <a:gd name="connsiteY7" fmla="*/ 145631 h 416367"/>
              <a:gd name="connsiteX8" fmla="*/ 199433 w 1806629"/>
              <a:gd name="connsiteY8" fmla="*/ 145631 h 416367"/>
              <a:gd name="connsiteX9" fmla="*/ 199433 w 1806629"/>
              <a:gd name="connsiteY9" fmla="*/ 296148 h 416367"/>
              <a:gd name="connsiteX10" fmla="*/ 175970 w 1806629"/>
              <a:gd name="connsiteY10" fmla="*/ 296148 h 416367"/>
              <a:gd name="connsiteX11" fmla="*/ 222896 w 1806629"/>
              <a:gd name="connsiteY11" fmla="*/ 296148 h 416367"/>
              <a:gd name="connsiteX12" fmla="*/ 351941 w 1806629"/>
              <a:gd name="connsiteY12" fmla="*/ 166156 h 416367"/>
              <a:gd name="connsiteX13" fmla="*/ 398866 w 1806629"/>
              <a:gd name="connsiteY13" fmla="*/ 166156 h 416367"/>
              <a:gd name="connsiteX14" fmla="*/ 375404 w 1806629"/>
              <a:gd name="connsiteY14" fmla="*/ 166156 h 416367"/>
              <a:gd name="connsiteX15" fmla="*/ 375404 w 1806629"/>
              <a:gd name="connsiteY15" fmla="*/ 299081 h 416367"/>
              <a:gd name="connsiteX16" fmla="*/ 351941 w 1806629"/>
              <a:gd name="connsiteY16" fmla="*/ 299081 h 416367"/>
              <a:gd name="connsiteX17" fmla="*/ 398866 w 1806629"/>
              <a:gd name="connsiteY17" fmla="*/ 299081 h 416367"/>
              <a:gd name="connsiteX18" fmla="*/ 527911 w 1806629"/>
              <a:gd name="connsiteY18" fmla="*/ 173975 h 416367"/>
              <a:gd name="connsiteX19" fmla="*/ 574837 w 1806629"/>
              <a:gd name="connsiteY19" fmla="*/ 173975 h 416367"/>
              <a:gd name="connsiteX20" fmla="*/ 551374 w 1806629"/>
              <a:gd name="connsiteY20" fmla="*/ 173975 h 416367"/>
              <a:gd name="connsiteX21" fmla="*/ 551374 w 1806629"/>
              <a:gd name="connsiteY21" fmla="*/ 314719 h 416367"/>
              <a:gd name="connsiteX22" fmla="*/ 527911 w 1806629"/>
              <a:gd name="connsiteY22" fmla="*/ 314719 h 416367"/>
              <a:gd name="connsiteX23" fmla="*/ 574837 w 1806629"/>
              <a:gd name="connsiteY23" fmla="*/ 314719 h 416367"/>
              <a:gd name="connsiteX24" fmla="*/ 703882 w 1806629"/>
              <a:gd name="connsiteY24" fmla="*/ 0 h 416367"/>
              <a:gd name="connsiteX25" fmla="*/ 750807 w 1806629"/>
              <a:gd name="connsiteY25" fmla="*/ 0 h 416367"/>
              <a:gd name="connsiteX26" fmla="*/ 727345 w 1806629"/>
              <a:gd name="connsiteY26" fmla="*/ 0 h 416367"/>
              <a:gd name="connsiteX27" fmla="*/ 727345 w 1806629"/>
              <a:gd name="connsiteY27" fmla="*/ 136834 h 416367"/>
              <a:gd name="connsiteX28" fmla="*/ 703882 w 1806629"/>
              <a:gd name="connsiteY28" fmla="*/ 136834 h 416367"/>
              <a:gd name="connsiteX29" fmla="*/ 750807 w 1806629"/>
              <a:gd name="connsiteY29" fmla="*/ 136834 h 416367"/>
              <a:gd name="connsiteX30" fmla="*/ 879852 w 1806629"/>
              <a:gd name="connsiteY30" fmla="*/ 283442 h 416367"/>
              <a:gd name="connsiteX31" fmla="*/ 926778 w 1806629"/>
              <a:gd name="connsiteY31" fmla="*/ 283442 h 416367"/>
              <a:gd name="connsiteX32" fmla="*/ 903315 w 1806629"/>
              <a:gd name="connsiteY32" fmla="*/ 283442 h 416367"/>
              <a:gd name="connsiteX33" fmla="*/ 903315 w 1806629"/>
              <a:gd name="connsiteY33" fmla="*/ 416367 h 416367"/>
              <a:gd name="connsiteX34" fmla="*/ 879852 w 1806629"/>
              <a:gd name="connsiteY34" fmla="*/ 416367 h 416367"/>
              <a:gd name="connsiteX35" fmla="*/ 926778 w 1806629"/>
              <a:gd name="connsiteY35" fmla="*/ 416367 h 416367"/>
              <a:gd name="connsiteX36" fmla="*/ 1055823 w 1806629"/>
              <a:gd name="connsiteY36" fmla="*/ 209161 h 416367"/>
              <a:gd name="connsiteX37" fmla="*/ 1102748 w 1806629"/>
              <a:gd name="connsiteY37" fmla="*/ 209161 h 416367"/>
              <a:gd name="connsiteX38" fmla="*/ 1079285 w 1806629"/>
              <a:gd name="connsiteY38" fmla="*/ 209161 h 416367"/>
              <a:gd name="connsiteX39" fmla="*/ 1079285 w 1806629"/>
              <a:gd name="connsiteY39" fmla="*/ 349905 h 416367"/>
              <a:gd name="connsiteX40" fmla="*/ 1055823 w 1806629"/>
              <a:gd name="connsiteY40" fmla="*/ 349905 h 416367"/>
              <a:gd name="connsiteX41" fmla="*/ 1102748 w 1806629"/>
              <a:gd name="connsiteY41" fmla="*/ 349905 h 416367"/>
              <a:gd name="connsiteX42" fmla="*/ 1231793 w 1806629"/>
              <a:gd name="connsiteY42" fmla="*/ 161269 h 416367"/>
              <a:gd name="connsiteX43" fmla="*/ 1278719 w 1806629"/>
              <a:gd name="connsiteY43" fmla="*/ 161269 h 416367"/>
              <a:gd name="connsiteX44" fmla="*/ 1255256 w 1806629"/>
              <a:gd name="connsiteY44" fmla="*/ 161269 h 416367"/>
              <a:gd name="connsiteX45" fmla="*/ 1255256 w 1806629"/>
              <a:gd name="connsiteY45" fmla="*/ 303967 h 416367"/>
              <a:gd name="connsiteX46" fmla="*/ 1231793 w 1806629"/>
              <a:gd name="connsiteY46" fmla="*/ 303967 h 416367"/>
              <a:gd name="connsiteX47" fmla="*/ 1278719 w 1806629"/>
              <a:gd name="connsiteY47" fmla="*/ 303967 h 416367"/>
              <a:gd name="connsiteX48" fmla="*/ 1407764 w 1806629"/>
              <a:gd name="connsiteY48" fmla="*/ 162246 h 416367"/>
              <a:gd name="connsiteX49" fmla="*/ 1454689 w 1806629"/>
              <a:gd name="connsiteY49" fmla="*/ 162246 h 416367"/>
              <a:gd name="connsiteX50" fmla="*/ 1431226 w 1806629"/>
              <a:gd name="connsiteY50" fmla="*/ 162246 h 416367"/>
              <a:gd name="connsiteX51" fmla="*/ 1431226 w 1806629"/>
              <a:gd name="connsiteY51" fmla="*/ 295171 h 416367"/>
              <a:gd name="connsiteX52" fmla="*/ 1407764 w 1806629"/>
              <a:gd name="connsiteY52" fmla="*/ 295171 h 416367"/>
              <a:gd name="connsiteX53" fmla="*/ 1454689 w 1806629"/>
              <a:gd name="connsiteY53" fmla="*/ 295171 h 416367"/>
              <a:gd name="connsiteX54" fmla="*/ 1583734 w 1806629"/>
              <a:gd name="connsiteY54" fmla="*/ 204274 h 416367"/>
              <a:gd name="connsiteX55" fmla="*/ 1630659 w 1806629"/>
              <a:gd name="connsiteY55" fmla="*/ 204274 h 416367"/>
              <a:gd name="connsiteX56" fmla="*/ 1607197 w 1806629"/>
              <a:gd name="connsiteY56" fmla="*/ 204274 h 416367"/>
              <a:gd name="connsiteX57" fmla="*/ 1607197 w 1806629"/>
              <a:gd name="connsiteY57" fmla="*/ 354792 h 416367"/>
              <a:gd name="connsiteX58" fmla="*/ 1583734 w 1806629"/>
              <a:gd name="connsiteY58" fmla="*/ 354792 h 416367"/>
              <a:gd name="connsiteX59" fmla="*/ 1630659 w 1806629"/>
              <a:gd name="connsiteY59" fmla="*/ 354792 h 416367"/>
              <a:gd name="connsiteX60" fmla="*/ 1759704 w 1806629"/>
              <a:gd name="connsiteY60" fmla="*/ 161269 h 416367"/>
              <a:gd name="connsiteX61" fmla="*/ 1806630 w 1806629"/>
              <a:gd name="connsiteY61" fmla="*/ 161269 h 416367"/>
              <a:gd name="connsiteX62" fmla="*/ 1783167 w 1806629"/>
              <a:gd name="connsiteY62" fmla="*/ 161269 h 416367"/>
              <a:gd name="connsiteX63" fmla="*/ 1783167 w 1806629"/>
              <a:gd name="connsiteY63" fmla="*/ 303967 h 416367"/>
              <a:gd name="connsiteX64" fmla="*/ 1759704 w 1806629"/>
              <a:gd name="connsiteY64" fmla="*/ 303967 h 416367"/>
              <a:gd name="connsiteX65" fmla="*/ 1806630 w 1806629"/>
              <a:gd name="connsiteY65" fmla="*/ 303967 h 416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06629" h="416367">
                <a:moveTo>
                  <a:pt x="0" y="185704"/>
                </a:moveTo>
                <a:lnTo>
                  <a:pt x="46925" y="185704"/>
                </a:lnTo>
                <a:moveTo>
                  <a:pt x="23463" y="185704"/>
                </a:moveTo>
                <a:lnTo>
                  <a:pt x="23463" y="326447"/>
                </a:lnTo>
                <a:moveTo>
                  <a:pt x="0" y="326447"/>
                </a:moveTo>
                <a:lnTo>
                  <a:pt x="46925" y="326447"/>
                </a:lnTo>
                <a:moveTo>
                  <a:pt x="175970" y="145631"/>
                </a:moveTo>
                <a:lnTo>
                  <a:pt x="222896" y="145631"/>
                </a:lnTo>
                <a:moveTo>
                  <a:pt x="199433" y="145631"/>
                </a:moveTo>
                <a:lnTo>
                  <a:pt x="199433" y="296148"/>
                </a:lnTo>
                <a:moveTo>
                  <a:pt x="175970" y="296148"/>
                </a:moveTo>
                <a:lnTo>
                  <a:pt x="222896" y="296148"/>
                </a:lnTo>
                <a:moveTo>
                  <a:pt x="351941" y="166156"/>
                </a:moveTo>
                <a:lnTo>
                  <a:pt x="398866" y="166156"/>
                </a:lnTo>
                <a:moveTo>
                  <a:pt x="375404" y="166156"/>
                </a:moveTo>
                <a:lnTo>
                  <a:pt x="375404" y="299081"/>
                </a:lnTo>
                <a:moveTo>
                  <a:pt x="351941" y="299081"/>
                </a:moveTo>
                <a:lnTo>
                  <a:pt x="398866" y="299081"/>
                </a:lnTo>
                <a:moveTo>
                  <a:pt x="527911" y="173975"/>
                </a:moveTo>
                <a:lnTo>
                  <a:pt x="574837" y="173975"/>
                </a:lnTo>
                <a:moveTo>
                  <a:pt x="551374" y="173975"/>
                </a:moveTo>
                <a:lnTo>
                  <a:pt x="551374" y="314719"/>
                </a:lnTo>
                <a:moveTo>
                  <a:pt x="527911" y="314719"/>
                </a:moveTo>
                <a:lnTo>
                  <a:pt x="574837" y="314719"/>
                </a:lnTo>
                <a:moveTo>
                  <a:pt x="703882" y="0"/>
                </a:moveTo>
                <a:lnTo>
                  <a:pt x="750807" y="0"/>
                </a:lnTo>
                <a:moveTo>
                  <a:pt x="727345" y="0"/>
                </a:moveTo>
                <a:lnTo>
                  <a:pt x="727345" y="136834"/>
                </a:lnTo>
                <a:moveTo>
                  <a:pt x="703882" y="136834"/>
                </a:moveTo>
                <a:lnTo>
                  <a:pt x="750807" y="136834"/>
                </a:lnTo>
                <a:moveTo>
                  <a:pt x="879852" y="283442"/>
                </a:moveTo>
                <a:lnTo>
                  <a:pt x="926778" y="283442"/>
                </a:lnTo>
                <a:moveTo>
                  <a:pt x="903315" y="283442"/>
                </a:moveTo>
                <a:lnTo>
                  <a:pt x="903315" y="416367"/>
                </a:lnTo>
                <a:moveTo>
                  <a:pt x="879852" y="416367"/>
                </a:moveTo>
                <a:lnTo>
                  <a:pt x="926778" y="416367"/>
                </a:lnTo>
                <a:moveTo>
                  <a:pt x="1055823" y="209161"/>
                </a:moveTo>
                <a:lnTo>
                  <a:pt x="1102748" y="209161"/>
                </a:lnTo>
                <a:moveTo>
                  <a:pt x="1079285" y="209161"/>
                </a:moveTo>
                <a:lnTo>
                  <a:pt x="1079285" y="349905"/>
                </a:lnTo>
                <a:moveTo>
                  <a:pt x="1055823" y="349905"/>
                </a:moveTo>
                <a:lnTo>
                  <a:pt x="1102748" y="349905"/>
                </a:lnTo>
                <a:moveTo>
                  <a:pt x="1231793" y="161269"/>
                </a:moveTo>
                <a:lnTo>
                  <a:pt x="1278719" y="161269"/>
                </a:lnTo>
                <a:moveTo>
                  <a:pt x="1255256" y="161269"/>
                </a:moveTo>
                <a:lnTo>
                  <a:pt x="1255256" y="303967"/>
                </a:lnTo>
                <a:moveTo>
                  <a:pt x="1231793" y="303967"/>
                </a:moveTo>
                <a:lnTo>
                  <a:pt x="1278719" y="303967"/>
                </a:lnTo>
                <a:moveTo>
                  <a:pt x="1407764" y="162246"/>
                </a:moveTo>
                <a:lnTo>
                  <a:pt x="1454689" y="162246"/>
                </a:lnTo>
                <a:moveTo>
                  <a:pt x="1431226" y="162246"/>
                </a:moveTo>
                <a:lnTo>
                  <a:pt x="1431226" y="295171"/>
                </a:lnTo>
                <a:moveTo>
                  <a:pt x="1407764" y="295171"/>
                </a:moveTo>
                <a:lnTo>
                  <a:pt x="1454689" y="295171"/>
                </a:lnTo>
                <a:moveTo>
                  <a:pt x="1583734" y="204274"/>
                </a:moveTo>
                <a:lnTo>
                  <a:pt x="1630659" y="204274"/>
                </a:lnTo>
                <a:moveTo>
                  <a:pt x="1607197" y="204274"/>
                </a:moveTo>
                <a:lnTo>
                  <a:pt x="1607197" y="354792"/>
                </a:lnTo>
                <a:moveTo>
                  <a:pt x="1583734" y="354792"/>
                </a:moveTo>
                <a:lnTo>
                  <a:pt x="1630659" y="354792"/>
                </a:lnTo>
                <a:moveTo>
                  <a:pt x="1759704" y="161269"/>
                </a:moveTo>
                <a:lnTo>
                  <a:pt x="1806630" y="161269"/>
                </a:lnTo>
                <a:moveTo>
                  <a:pt x="1783167" y="161269"/>
                </a:moveTo>
                <a:lnTo>
                  <a:pt x="1783167" y="303967"/>
                </a:lnTo>
                <a:moveTo>
                  <a:pt x="1759704" y="303967"/>
                </a:moveTo>
                <a:lnTo>
                  <a:pt x="1806630" y="303967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4" name="자유형 23">
            <a:extLst>
              <a:ext uri="{FF2B5EF4-FFF2-40B4-BE49-F238E27FC236}">
                <a16:creationId xmlns:a16="http://schemas.microsoft.com/office/drawing/2014/main" id="{E3B4F0E1-1089-BF2B-CCC8-592DBE56DA74}"/>
              </a:ext>
            </a:extLst>
          </p:cNvPr>
          <p:cNvSpPr/>
          <p:nvPr/>
        </p:nvSpPr>
        <p:spPr>
          <a:xfrm>
            <a:off x="938803" y="1458071"/>
            <a:ext cx="1759704" cy="74281"/>
          </a:xfrm>
          <a:custGeom>
            <a:avLst/>
            <a:gdLst>
              <a:gd name="connsiteX0" fmla="*/ 0 w 1759704"/>
              <a:gd name="connsiteY0" fmla="*/ 0 h 74281"/>
              <a:gd name="connsiteX1" fmla="*/ 0 w 1759704"/>
              <a:gd name="connsiteY1" fmla="*/ 0 h 74281"/>
              <a:gd name="connsiteX2" fmla="*/ 175971 w 1759704"/>
              <a:gd name="connsiteY2" fmla="*/ 3910 h 74281"/>
              <a:gd name="connsiteX3" fmla="*/ 351941 w 1759704"/>
              <a:gd name="connsiteY3" fmla="*/ 8797 h 74281"/>
              <a:gd name="connsiteX4" fmla="*/ 527911 w 1759704"/>
              <a:gd name="connsiteY4" fmla="*/ 3910 h 74281"/>
              <a:gd name="connsiteX5" fmla="*/ 703882 w 1759704"/>
              <a:gd name="connsiteY5" fmla="*/ 74282 h 74281"/>
              <a:gd name="connsiteX6" fmla="*/ 879852 w 1759704"/>
              <a:gd name="connsiteY6" fmla="*/ 0 h 74281"/>
              <a:gd name="connsiteX7" fmla="*/ 1055823 w 1759704"/>
              <a:gd name="connsiteY7" fmla="*/ 3910 h 74281"/>
              <a:gd name="connsiteX8" fmla="*/ 1231793 w 1759704"/>
              <a:gd name="connsiteY8" fmla="*/ 8797 h 74281"/>
              <a:gd name="connsiteX9" fmla="*/ 1407764 w 1759704"/>
              <a:gd name="connsiteY9" fmla="*/ 3910 h 74281"/>
              <a:gd name="connsiteX10" fmla="*/ 1583734 w 1759704"/>
              <a:gd name="connsiteY10" fmla="*/ 3910 h 74281"/>
              <a:gd name="connsiteX11" fmla="*/ 1759705 w 1759704"/>
              <a:gd name="connsiteY11" fmla="*/ 8797 h 7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9704" h="74281">
                <a:moveTo>
                  <a:pt x="0" y="0"/>
                </a:moveTo>
                <a:lnTo>
                  <a:pt x="0" y="0"/>
                </a:lnTo>
                <a:lnTo>
                  <a:pt x="175971" y="3910"/>
                </a:lnTo>
                <a:lnTo>
                  <a:pt x="351941" y="8797"/>
                </a:lnTo>
                <a:lnTo>
                  <a:pt x="527911" y="3910"/>
                </a:lnTo>
                <a:lnTo>
                  <a:pt x="703882" y="74282"/>
                </a:lnTo>
                <a:lnTo>
                  <a:pt x="879852" y="0"/>
                </a:lnTo>
                <a:lnTo>
                  <a:pt x="1055823" y="3910"/>
                </a:lnTo>
                <a:lnTo>
                  <a:pt x="1231793" y="8797"/>
                </a:lnTo>
                <a:lnTo>
                  <a:pt x="1407764" y="3910"/>
                </a:lnTo>
                <a:lnTo>
                  <a:pt x="1583734" y="3910"/>
                </a:lnTo>
                <a:lnTo>
                  <a:pt x="1759705" y="8797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5" name="자유형 24">
            <a:extLst>
              <a:ext uri="{FF2B5EF4-FFF2-40B4-BE49-F238E27FC236}">
                <a16:creationId xmlns:a16="http://schemas.microsoft.com/office/drawing/2014/main" id="{0D42A442-1D72-87A9-C93F-5134D567E736}"/>
              </a:ext>
            </a:extLst>
          </p:cNvPr>
          <p:cNvSpPr/>
          <p:nvPr/>
        </p:nvSpPr>
        <p:spPr>
          <a:xfrm>
            <a:off x="915340" y="1366197"/>
            <a:ext cx="1806629" cy="224799"/>
          </a:xfrm>
          <a:custGeom>
            <a:avLst/>
            <a:gdLst>
              <a:gd name="connsiteX0" fmla="*/ 0 w 1806629"/>
              <a:gd name="connsiteY0" fmla="*/ 42028 h 224799"/>
              <a:gd name="connsiteX1" fmla="*/ 46925 w 1806629"/>
              <a:gd name="connsiteY1" fmla="*/ 42028 h 224799"/>
              <a:gd name="connsiteX2" fmla="*/ 23463 w 1806629"/>
              <a:gd name="connsiteY2" fmla="*/ 42028 h 224799"/>
              <a:gd name="connsiteX3" fmla="*/ 23463 w 1806629"/>
              <a:gd name="connsiteY3" fmla="*/ 141721 h 224799"/>
              <a:gd name="connsiteX4" fmla="*/ 0 w 1806629"/>
              <a:gd name="connsiteY4" fmla="*/ 141721 h 224799"/>
              <a:gd name="connsiteX5" fmla="*/ 46925 w 1806629"/>
              <a:gd name="connsiteY5" fmla="*/ 141721 h 224799"/>
              <a:gd name="connsiteX6" fmla="*/ 175970 w 1806629"/>
              <a:gd name="connsiteY6" fmla="*/ 37141 h 224799"/>
              <a:gd name="connsiteX7" fmla="*/ 222896 w 1806629"/>
              <a:gd name="connsiteY7" fmla="*/ 37141 h 224799"/>
              <a:gd name="connsiteX8" fmla="*/ 199433 w 1806629"/>
              <a:gd name="connsiteY8" fmla="*/ 37141 h 224799"/>
              <a:gd name="connsiteX9" fmla="*/ 199433 w 1806629"/>
              <a:gd name="connsiteY9" fmla="*/ 154427 h 224799"/>
              <a:gd name="connsiteX10" fmla="*/ 175970 w 1806629"/>
              <a:gd name="connsiteY10" fmla="*/ 154427 h 224799"/>
              <a:gd name="connsiteX11" fmla="*/ 222896 w 1806629"/>
              <a:gd name="connsiteY11" fmla="*/ 154427 h 224799"/>
              <a:gd name="connsiteX12" fmla="*/ 351941 w 1806629"/>
              <a:gd name="connsiteY12" fmla="*/ 50824 h 224799"/>
              <a:gd name="connsiteX13" fmla="*/ 398866 w 1806629"/>
              <a:gd name="connsiteY13" fmla="*/ 50824 h 224799"/>
              <a:gd name="connsiteX14" fmla="*/ 375404 w 1806629"/>
              <a:gd name="connsiteY14" fmla="*/ 50824 h 224799"/>
              <a:gd name="connsiteX15" fmla="*/ 375404 w 1806629"/>
              <a:gd name="connsiteY15" fmla="*/ 150518 h 224799"/>
              <a:gd name="connsiteX16" fmla="*/ 351941 w 1806629"/>
              <a:gd name="connsiteY16" fmla="*/ 150518 h 224799"/>
              <a:gd name="connsiteX17" fmla="*/ 398866 w 1806629"/>
              <a:gd name="connsiteY17" fmla="*/ 150518 h 224799"/>
              <a:gd name="connsiteX18" fmla="*/ 527911 w 1806629"/>
              <a:gd name="connsiteY18" fmla="*/ 20525 h 224799"/>
              <a:gd name="connsiteX19" fmla="*/ 574837 w 1806629"/>
              <a:gd name="connsiteY19" fmla="*/ 20525 h 224799"/>
              <a:gd name="connsiteX20" fmla="*/ 551374 w 1806629"/>
              <a:gd name="connsiteY20" fmla="*/ 20525 h 224799"/>
              <a:gd name="connsiteX21" fmla="*/ 551374 w 1806629"/>
              <a:gd name="connsiteY21" fmla="*/ 171043 h 224799"/>
              <a:gd name="connsiteX22" fmla="*/ 527911 w 1806629"/>
              <a:gd name="connsiteY22" fmla="*/ 171043 h 224799"/>
              <a:gd name="connsiteX23" fmla="*/ 574837 w 1806629"/>
              <a:gd name="connsiteY23" fmla="*/ 171043 h 224799"/>
              <a:gd name="connsiteX24" fmla="*/ 703882 w 1806629"/>
              <a:gd name="connsiteY24" fmla="*/ 107513 h 224799"/>
              <a:gd name="connsiteX25" fmla="*/ 750807 w 1806629"/>
              <a:gd name="connsiteY25" fmla="*/ 107513 h 224799"/>
              <a:gd name="connsiteX26" fmla="*/ 727345 w 1806629"/>
              <a:gd name="connsiteY26" fmla="*/ 107513 h 224799"/>
              <a:gd name="connsiteX27" fmla="*/ 727345 w 1806629"/>
              <a:gd name="connsiteY27" fmla="*/ 224799 h 224799"/>
              <a:gd name="connsiteX28" fmla="*/ 703882 w 1806629"/>
              <a:gd name="connsiteY28" fmla="*/ 224799 h 224799"/>
              <a:gd name="connsiteX29" fmla="*/ 750807 w 1806629"/>
              <a:gd name="connsiteY29" fmla="*/ 224799 h 224799"/>
              <a:gd name="connsiteX30" fmla="*/ 879852 w 1806629"/>
              <a:gd name="connsiteY30" fmla="*/ 0 h 224799"/>
              <a:gd name="connsiteX31" fmla="*/ 926778 w 1806629"/>
              <a:gd name="connsiteY31" fmla="*/ 0 h 224799"/>
              <a:gd name="connsiteX32" fmla="*/ 903315 w 1806629"/>
              <a:gd name="connsiteY32" fmla="*/ 0 h 224799"/>
              <a:gd name="connsiteX33" fmla="*/ 903315 w 1806629"/>
              <a:gd name="connsiteY33" fmla="*/ 183749 h 224799"/>
              <a:gd name="connsiteX34" fmla="*/ 879852 w 1806629"/>
              <a:gd name="connsiteY34" fmla="*/ 183749 h 224799"/>
              <a:gd name="connsiteX35" fmla="*/ 926778 w 1806629"/>
              <a:gd name="connsiteY35" fmla="*/ 183749 h 224799"/>
              <a:gd name="connsiteX36" fmla="*/ 1055823 w 1806629"/>
              <a:gd name="connsiteY36" fmla="*/ 37141 h 224799"/>
              <a:gd name="connsiteX37" fmla="*/ 1102748 w 1806629"/>
              <a:gd name="connsiteY37" fmla="*/ 37141 h 224799"/>
              <a:gd name="connsiteX38" fmla="*/ 1079285 w 1806629"/>
              <a:gd name="connsiteY38" fmla="*/ 37141 h 224799"/>
              <a:gd name="connsiteX39" fmla="*/ 1079285 w 1806629"/>
              <a:gd name="connsiteY39" fmla="*/ 154427 h 224799"/>
              <a:gd name="connsiteX40" fmla="*/ 1055823 w 1806629"/>
              <a:gd name="connsiteY40" fmla="*/ 154427 h 224799"/>
              <a:gd name="connsiteX41" fmla="*/ 1102748 w 1806629"/>
              <a:gd name="connsiteY41" fmla="*/ 154427 h 224799"/>
              <a:gd name="connsiteX42" fmla="*/ 1231793 w 1806629"/>
              <a:gd name="connsiteY42" fmla="*/ 50824 h 224799"/>
              <a:gd name="connsiteX43" fmla="*/ 1278719 w 1806629"/>
              <a:gd name="connsiteY43" fmla="*/ 50824 h 224799"/>
              <a:gd name="connsiteX44" fmla="*/ 1255256 w 1806629"/>
              <a:gd name="connsiteY44" fmla="*/ 50824 h 224799"/>
              <a:gd name="connsiteX45" fmla="*/ 1255256 w 1806629"/>
              <a:gd name="connsiteY45" fmla="*/ 150518 h 224799"/>
              <a:gd name="connsiteX46" fmla="*/ 1231793 w 1806629"/>
              <a:gd name="connsiteY46" fmla="*/ 150518 h 224799"/>
              <a:gd name="connsiteX47" fmla="*/ 1278719 w 1806629"/>
              <a:gd name="connsiteY47" fmla="*/ 150518 h 224799"/>
              <a:gd name="connsiteX48" fmla="*/ 1407764 w 1806629"/>
              <a:gd name="connsiteY48" fmla="*/ 45937 h 224799"/>
              <a:gd name="connsiteX49" fmla="*/ 1454689 w 1806629"/>
              <a:gd name="connsiteY49" fmla="*/ 45937 h 224799"/>
              <a:gd name="connsiteX50" fmla="*/ 1431226 w 1806629"/>
              <a:gd name="connsiteY50" fmla="*/ 45937 h 224799"/>
              <a:gd name="connsiteX51" fmla="*/ 1431226 w 1806629"/>
              <a:gd name="connsiteY51" fmla="*/ 145631 h 224799"/>
              <a:gd name="connsiteX52" fmla="*/ 1407764 w 1806629"/>
              <a:gd name="connsiteY52" fmla="*/ 145631 h 224799"/>
              <a:gd name="connsiteX53" fmla="*/ 1454689 w 1806629"/>
              <a:gd name="connsiteY53" fmla="*/ 145631 h 224799"/>
              <a:gd name="connsiteX54" fmla="*/ 1583734 w 1806629"/>
              <a:gd name="connsiteY54" fmla="*/ 45937 h 224799"/>
              <a:gd name="connsiteX55" fmla="*/ 1630659 w 1806629"/>
              <a:gd name="connsiteY55" fmla="*/ 45937 h 224799"/>
              <a:gd name="connsiteX56" fmla="*/ 1607197 w 1806629"/>
              <a:gd name="connsiteY56" fmla="*/ 45937 h 224799"/>
              <a:gd name="connsiteX57" fmla="*/ 1607197 w 1806629"/>
              <a:gd name="connsiteY57" fmla="*/ 145631 h 224799"/>
              <a:gd name="connsiteX58" fmla="*/ 1583734 w 1806629"/>
              <a:gd name="connsiteY58" fmla="*/ 145631 h 224799"/>
              <a:gd name="connsiteX59" fmla="*/ 1630659 w 1806629"/>
              <a:gd name="connsiteY59" fmla="*/ 145631 h 224799"/>
              <a:gd name="connsiteX60" fmla="*/ 1759704 w 1806629"/>
              <a:gd name="connsiteY60" fmla="*/ 50824 h 224799"/>
              <a:gd name="connsiteX61" fmla="*/ 1806630 w 1806629"/>
              <a:gd name="connsiteY61" fmla="*/ 50824 h 224799"/>
              <a:gd name="connsiteX62" fmla="*/ 1783167 w 1806629"/>
              <a:gd name="connsiteY62" fmla="*/ 50824 h 224799"/>
              <a:gd name="connsiteX63" fmla="*/ 1783167 w 1806629"/>
              <a:gd name="connsiteY63" fmla="*/ 150518 h 224799"/>
              <a:gd name="connsiteX64" fmla="*/ 1759704 w 1806629"/>
              <a:gd name="connsiteY64" fmla="*/ 150518 h 224799"/>
              <a:gd name="connsiteX65" fmla="*/ 1806630 w 1806629"/>
              <a:gd name="connsiteY65" fmla="*/ 150518 h 22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06629" h="224799">
                <a:moveTo>
                  <a:pt x="0" y="42028"/>
                </a:moveTo>
                <a:lnTo>
                  <a:pt x="46925" y="42028"/>
                </a:lnTo>
                <a:moveTo>
                  <a:pt x="23463" y="42028"/>
                </a:moveTo>
                <a:lnTo>
                  <a:pt x="23463" y="141721"/>
                </a:lnTo>
                <a:moveTo>
                  <a:pt x="0" y="141721"/>
                </a:moveTo>
                <a:lnTo>
                  <a:pt x="46925" y="141721"/>
                </a:lnTo>
                <a:moveTo>
                  <a:pt x="175970" y="37141"/>
                </a:moveTo>
                <a:lnTo>
                  <a:pt x="222896" y="37141"/>
                </a:lnTo>
                <a:moveTo>
                  <a:pt x="199433" y="37141"/>
                </a:moveTo>
                <a:lnTo>
                  <a:pt x="199433" y="154427"/>
                </a:lnTo>
                <a:moveTo>
                  <a:pt x="175970" y="154427"/>
                </a:moveTo>
                <a:lnTo>
                  <a:pt x="222896" y="154427"/>
                </a:lnTo>
                <a:moveTo>
                  <a:pt x="351941" y="50824"/>
                </a:moveTo>
                <a:lnTo>
                  <a:pt x="398866" y="50824"/>
                </a:lnTo>
                <a:moveTo>
                  <a:pt x="375404" y="50824"/>
                </a:moveTo>
                <a:lnTo>
                  <a:pt x="375404" y="150518"/>
                </a:lnTo>
                <a:moveTo>
                  <a:pt x="351941" y="150518"/>
                </a:moveTo>
                <a:lnTo>
                  <a:pt x="398866" y="150518"/>
                </a:lnTo>
                <a:moveTo>
                  <a:pt x="527911" y="20525"/>
                </a:moveTo>
                <a:lnTo>
                  <a:pt x="574837" y="20525"/>
                </a:lnTo>
                <a:moveTo>
                  <a:pt x="551374" y="20525"/>
                </a:moveTo>
                <a:lnTo>
                  <a:pt x="551374" y="171043"/>
                </a:lnTo>
                <a:moveTo>
                  <a:pt x="527911" y="171043"/>
                </a:moveTo>
                <a:lnTo>
                  <a:pt x="574837" y="171043"/>
                </a:lnTo>
                <a:moveTo>
                  <a:pt x="703882" y="107513"/>
                </a:moveTo>
                <a:lnTo>
                  <a:pt x="750807" y="107513"/>
                </a:lnTo>
                <a:moveTo>
                  <a:pt x="727345" y="107513"/>
                </a:moveTo>
                <a:lnTo>
                  <a:pt x="727345" y="224799"/>
                </a:lnTo>
                <a:moveTo>
                  <a:pt x="703882" y="224799"/>
                </a:moveTo>
                <a:lnTo>
                  <a:pt x="750807" y="224799"/>
                </a:lnTo>
                <a:moveTo>
                  <a:pt x="879852" y="0"/>
                </a:moveTo>
                <a:lnTo>
                  <a:pt x="926778" y="0"/>
                </a:lnTo>
                <a:moveTo>
                  <a:pt x="903315" y="0"/>
                </a:moveTo>
                <a:lnTo>
                  <a:pt x="903315" y="183749"/>
                </a:lnTo>
                <a:moveTo>
                  <a:pt x="879852" y="183749"/>
                </a:moveTo>
                <a:lnTo>
                  <a:pt x="926778" y="183749"/>
                </a:lnTo>
                <a:moveTo>
                  <a:pt x="1055823" y="37141"/>
                </a:moveTo>
                <a:lnTo>
                  <a:pt x="1102748" y="37141"/>
                </a:lnTo>
                <a:moveTo>
                  <a:pt x="1079285" y="37141"/>
                </a:moveTo>
                <a:lnTo>
                  <a:pt x="1079285" y="154427"/>
                </a:lnTo>
                <a:moveTo>
                  <a:pt x="1055823" y="154427"/>
                </a:moveTo>
                <a:lnTo>
                  <a:pt x="1102748" y="154427"/>
                </a:lnTo>
                <a:moveTo>
                  <a:pt x="1231793" y="50824"/>
                </a:moveTo>
                <a:lnTo>
                  <a:pt x="1278719" y="50824"/>
                </a:lnTo>
                <a:moveTo>
                  <a:pt x="1255256" y="50824"/>
                </a:moveTo>
                <a:lnTo>
                  <a:pt x="1255256" y="150518"/>
                </a:lnTo>
                <a:moveTo>
                  <a:pt x="1231793" y="150518"/>
                </a:moveTo>
                <a:lnTo>
                  <a:pt x="1278719" y="150518"/>
                </a:lnTo>
                <a:moveTo>
                  <a:pt x="1407764" y="45937"/>
                </a:moveTo>
                <a:lnTo>
                  <a:pt x="1454689" y="45937"/>
                </a:lnTo>
                <a:moveTo>
                  <a:pt x="1431226" y="45937"/>
                </a:moveTo>
                <a:lnTo>
                  <a:pt x="1431226" y="145631"/>
                </a:lnTo>
                <a:moveTo>
                  <a:pt x="1407764" y="145631"/>
                </a:moveTo>
                <a:lnTo>
                  <a:pt x="1454689" y="145631"/>
                </a:lnTo>
                <a:moveTo>
                  <a:pt x="1583734" y="45937"/>
                </a:moveTo>
                <a:lnTo>
                  <a:pt x="1630659" y="45937"/>
                </a:lnTo>
                <a:moveTo>
                  <a:pt x="1607197" y="45937"/>
                </a:moveTo>
                <a:lnTo>
                  <a:pt x="1607197" y="145631"/>
                </a:lnTo>
                <a:moveTo>
                  <a:pt x="1583734" y="145631"/>
                </a:moveTo>
                <a:lnTo>
                  <a:pt x="1630659" y="145631"/>
                </a:lnTo>
                <a:moveTo>
                  <a:pt x="1759704" y="50824"/>
                </a:moveTo>
                <a:lnTo>
                  <a:pt x="1806630" y="50824"/>
                </a:lnTo>
                <a:moveTo>
                  <a:pt x="1783167" y="50824"/>
                </a:moveTo>
                <a:lnTo>
                  <a:pt x="1783167" y="150518"/>
                </a:lnTo>
                <a:moveTo>
                  <a:pt x="1759704" y="150518"/>
                </a:moveTo>
                <a:lnTo>
                  <a:pt x="1806630" y="150518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 25">
            <a:extLst>
              <a:ext uri="{FF2B5EF4-FFF2-40B4-BE49-F238E27FC236}">
                <a16:creationId xmlns:a16="http://schemas.microsoft.com/office/drawing/2014/main" id="{A18AFC76-C361-1AF9-901E-4A18009B7ADE}"/>
              </a:ext>
            </a:extLst>
          </p:cNvPr>
          <p:cNvSpPr/>
          <p:nvPr/>
        </p:nvSpPr>
        <p:spPr>
          <a:xfrm>
            <a:off x="938803" y="1575358"/>
            <a:ext cx="1759704" cy="132924"/>
          </a:xfrm>
          <a:custGeom>
            <a:avLst/>
            <a:gdLst>
              <a:gd name="connsiteX0" fmla="*/ 0 w 1759704"/>
              <a:gd name="connsiteY0" fmla="*/ 3909 h 132924"/>
              <a:gd name="connsiteX1" fmla="*/ 0 w 1759704"/>
              <a:gd name="connsiteY1" fmla="*/ 3909 h 132924"/>
              <a:gd name="connsiteX2" fmla="*/ 175971 w 1759704"/>
              <a:gd name="connsiteY2" fmla="*/ 15638 h 132924"/>
              <a:gd name="connsiteX3" fmla="*/ 351941 w 1759704"/>
              <a:gd name="connsiteY3" fmla="*/ 3909 h 132924"/>
              <a:gd name="connsiteX4" fmla="*/ 527911 w 1759704"/>
              <a:gd name="connsiteY4" fmla="*/ 15638 h 132924"/>
              <a:gd name="connsiteX5" fmla="*/ 703882 w 1759704"/>
              <a:gd name="connsiteY5" fmla="*/ 132924 h 132924"/>
              <a:gd name="connsiteX6" fmla="*/ 879852 w 1759704"/>
              <a:gd name="connsiteY6" fmla="*/ 3909 h 132924"/>
              <a:gd name="connsiteX7" fmla="*/ 1055823 w 1759704"/>
              <a:gd name="connsiteY7" fmla="*/ 15638 h 132924"/>
              <a:gd name="connsiteX8" fmla="*/ 1231793 w 1759704"/>
              <a:gd name="connsiteY8" fmla="*/ 3909 h 132924"/>
              <a:gd name="connsiteX9" fmla="*/ 1407764 w 1759704"/>
              <a:gd name="connsiteY9" fmla="*/ 15638 h 132924"/>
              <a:gd name="connsiteX10" fmla="*/ 1583734 w 1759704"/>
              <a:gd name="connsiteY10" fmla="*/ 3909 h 132924"/>
              <a:gd name="connsiteX11" fmla="*/ 1759705 w 1759704"/>
              <a:gd name="connsiteY11" fmla="*/ 0 h 1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9704" h="132924">
                <a:moveTo>
                  <a:pt x="0" y="3909"/>
                </a:moveTo>
                <a:lnTo>
                  <a:pt x="0" y="3909"/>
                </a:lnTo>
                <a:lnTo>
                  <a:pt x="175971" y="15638"/>
                </a:lnTo>
                <a:lnTo>
                  <a:pt x="351941" y="3909"/>
                </a:lnTo>
                <a:lnTo>
                  <a:pt x="527911" y="15638"/>
                </a:lnTo>
                <a:lnTo>
                  <a:pt x="703882" y="132924"/>
                </a:lnTo>
                <a:lnTo>
                  <a:pt x="879852" y="3909"/>
                </a:lnTo>
                <a:lnTo>
                  <a:pt x="1055823" y="15638"/>
                </a:lnTo>
                <a:lnTo>
                  <a:pt x="1231793" y="3909"/>
                </a:lnTo>
                <a:lnTo>
                  <a:pt x="1407764" y="15638"/>
                </a:lnTo>
                <a:lnTo>
                  <a:pt x="1583734" y="3909"/>
                </a:lnTo>
                <a:lnTo>
                  <a:pt x="1759705" y="0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7" name="자유형 26">
            <a:extLst>
              <a:ext uri="{FF2B5EF4-FFF2-40B4-BE49-F238E27FC236}">
                <a16:creationId xmlns:a16="http://schemas.microsoft.com/office/drawing/2014/main" id="{0CB04BDF-9AC6-1180-C1E6-0FF3372C72FA}"/>
              </a:ext>
            </a:extLst>
          </p:cNvPr>
          <p:cNvSpPr/>
          <p:nvPr/>
        </p:nvSpPr>
        <p:spPr>
          <a:xfrm>
            <a:off x="915340" y="1487393"/>
            <a:ext cx="1806629" cy="279532"/>
          </a:xfrm>
          <a:custGeom>
            <a:avLst/>
            <a:gdLst>
              <a:gd name="connsiteX0" fmla="*/ 0 w 1806629"/>
              <a:gd name="connsiteY0" fmla="*/ 42028 h 279532"/>
              <a:gd name="connsiteX1" fmla="*/ 46925 w 1806629"/>
              <a:gd name="connsiteY1" fmla="*/ 42028 h 279532"/>
              <a:gd name="connsiteX2" fmla="*/ 23463 w 1806629"/>
              <a:gd name="connsiteY2" fmla="*/ 42028 h 279532"/>
              <a:gd name="connsiteX3" fmla="*/ 23463 w 1806629"/>
              <a:gd name="connsiteY3" fmla="*/ 141721 h 279532"/>
              <a:gd name="connsiteX4" fmla="*/ 0 w 1806629"/>
              <a:gd name="connsiteY4" fmla="*/ 141721 h 279532"/>
              <a:gd name="connsiteX5" fmla="*/ 46925 w 1806629"/>
              <a:gd name="connsiteY5" fmla="*/ 141721 h 279532"/>
              <a:gd name="connsiteX6" fmla="*/ 175970 w 1806629"/>
              <a:gd name="connsiteY6" fmla="*/ 44960 h 279532"/>
              <a:gd name="connsiteX7" fmla="*/ 222896 w 1806629"/>
              <a:gd name="connsiteY7" fmla="*/ 44960 h 279532"/>
              <a:gd name="connsiteX8" fmla="*/ 199433 w 1806629"/>
              <a:gd name="connsiteY8" fmla="*/ 44960 h 279532"/>
              <a:gd name="connsiteX9" fmla="*/ 199433 w 1806629"/>
              <a:gd name="connsiteY9" fmla="*/ 162246 h 279532"/>
              <a:gd name="connsiteX10" fmla="*/ 175970 w 1806629"/>
              <a:gd name="connsiteY10" fmla="*/ 162246 h 279532"/>
              <a:gd name="connsiteX11" fmla="*/ 222896 w 1806629"/>
              <a:gd name="connsiteY11" fmla="*/ 162246 h 279532"/>
              <a:gd name="connsiteX12" fmla="*/ 351941 w 1806629"/>
              <a:gd name="connsiteY12" fmla="*/ 42028 h 279532"/>
              <a:gd name="connsiteX13" fmla="*/ 398866 w 1806629"/>
              <a:gd name="connsiteY13" fmla="*/ 42028 h 279532"/>
              <a:gd name="connsiteX14" fmla="*/ 375404 w 1806629"/>
              <a:gd name="connsiteY14" fmla="*/ 42028 h 279532"/>
              <a:gd name="connsiteX15" fmla="*/ 375404 w 1806629"/>
              <a:gd name="connsiteY15" fmla="*/ 141721 h 279532"/>
              <a:gd name="connsiteX16" fmla="*/ 351941 w 1806629"/>
              <a:gd name="connsiteY16" fmla="*/ 141721 h 279532"/>
              <a:gd name="connsiteX17" fmla="*/ 398866 w 1806629"/>
              <a:gd name="connsiteY17" fmla="*/ 141721 h 279532"/>
              <a:gd name="connsiteX18" fmla="*/ 527911 w 1806629"/>
              <a:gd name="connsiteY18" fmla="*/ 28344 h 279532"/>
              <a:gd name="connsiteX19" fmla="*/ 574837 w 1806629"/>
              <a:gd name="connsiteY19" fmla="*/ 28344 h 279532"/>
              <a:gd name="connsiteX20" fmla="*/ 551374 w 1806629"/>
              <a:gd name="connsiteY20" fmla="*/ 28344 h 279532"/>
              <a:gd name="connsiteX21" fmla="*/ 551374 w 1806629"/>
              <a:gd name="connsiteY21" fmla="*/ 178862 h 279532"/>
              <a:gd name="connsiteX22" fmla="*/ 527911 w 1806629"/>
              <a:gd name="connsiteY22" fmla="*/ 178862 h 279532"/>
              <a:gd name="connsiteX23" fmla="*/ 574837 w 1806629"/>
              <a:gd name="connsiteY23" fmla="*/ 178862 h 279532"/>
              <a:gd name="connsiteX24" fmla="*/ 703882 w 1806629"/>
              <a:gd name="connsiteY24" fmla="*/ 162246 h 279532"/>
              <a:gd name="connsiteX25" fmla="*/ 750807 w 1806629"/>
              <a:gd name="connsiteY25" fmla="*/ 162246 h 279532"/>
              <a:gd name="connsiteX26" fmla="*/ 727345 w 1806629"/>
              <a:gd name="connsiteY26" fmla="*/ 162246 h 279532"/>
              <a:gd name="connsiteX27" fmla="*/ 727345 w 1806629"/>
              <a:gd name="connsiteY27" fmla="*/ 279533 h 279532"/>
              <a:gd name="connsiteX28" fmla="*/ 703882 w 1806629"/>
              <a:gd name="connsiteY28" fmla="*/ 279533 h 279532"/>
              <a:gd name="connsiteX29" fmla="*/ 750807 w 1806629"/>
              <a:gd name="connsiteY29" fmla="*/ 279533 h 279532"/>
              <a:gd name="connsiteX30" fmla="*/ 879852 w 1806629"/>
              <a:gd name="connsiteY30" fmla="*/ 0 h 279532"/>
              <a:gd name="connsiteX31" fmla="*/ 926778 w 1806629"/>
              <a:gd name="connsiteY31" fmla="*/ 0 h 279532"/>
              <a:gd name="connsiteX32" fmla="*/ 903315 w 1806629"/>
              <a:gd name="connsiteY32" fmla="*/ 0 h 279532"/>
              <a:gd name="connsiteX33" fmla="*/ 903315 w 1806629"/>
              <a:gd name="connsiteY33" fmla="*/ 183749 h 279532"/>
              <a:gd name="connsiteX34" fmla="*/ 879852 w 1806629"/>
              <a:gd name="connsiteY34" fmla="*/ 183749 h 279532"/>
              <a:gd name="connsiteX35" fmla="*/ 926778 w 1806629"/>
              <a:gd name="connsiteY35" fmla="*/ 183749 h 279532"/>
              <a:gd name="connsiteX36" fmla="*/ 1055823 w 1806629"/>
              <a:gd name="connsiteY36" fmla="*/ 44960 h 279532"/>
              <a:gd name="connsiteX37" fmla="*/ 1102748 w 1806629"/>
              <a:gd name="connsiteY37" fmla="*/ 44960 h 279532"/>
              <a:gd name="connsiteX38" fmla="*/ 1079285 w 1806629"/>
              <a:gd name="connsiteY38" fmla="*/ 44960 h 279532"/>
              <a:gd name="connsiteX39" fmla="*/ 1079285 w 1806629"/>
              <a:gd name="connsiteY39" fmla="*/ 162246 h 279532"/>
              <a:gd name="connsiteX40" fmla="*/ 1055823 w 1806629"/>
              <a:gd name="connsiteY40" fmla="*/ 162246 h 279532"/>
              <a:gd name="connsiteX41" fmla="*/ 1102748 w 1806629"/>
              <a:gd name="connsiteY41" fmla="*/ 162246 h 279532"/>
              <a:gd name="connsiteX42" fmla="*/ 1231793 w 1806629"/>
              <a:gd name="connsiteY42" fmla="*/ 42028 h 279532"/>
              <a:gd name="connsiteX43" fmla="*/ 1278719 w 1806629"/>
              <a:gd name="connsiteY43" fmla="*/ 42028 h 279532"/>
              <a:gd name="connsiteX44" fmla="*/ 1255256 w 1806629"/>
              <a:gd name="connsiteY44" fmla="*/ 42028 h 279532"/>
              <a:gd name="connsiteX45" fmla="*/ 1255256 w 1806629"/>
              <a:gd name="connsiteY45" fmla="*/ 141721 h 279532"/>
              <a:gd name="connsiteX46" fmla="*/ 1231793 w 1806629"/>
              <a:gd name="connsiteY46" fmla="*/ 141721 h 279532"/>
              <a:gd name="connsiteX47" fmla="*/ 1278719 w 1806629"/>
              <a:gd name="connsiteY47" fmla="*/ 141721 h 279532"/>
              <a:gd name="connsiteX48" fmla="*/ 1407764 w 1806629"/>
              <a:gd name="connsiteY48" fmla="*/ 53756 h 279532"/>
              <a:gd name="connsiteX49" fmla="*/ 1454689 w 1806629"/>
              <a:gd name="connsiteY49" fmla="*/ 53756 h 279532"/>
              <a:gd name="connsiteX50" fmla="*/ 1431226 w 1806629"/>
              <a:gd name="connsiteY50" fmla="*/ 53756 h 279532"/>
              <a:gd name="connsiteX51" fmla="*/ 1431226 w 1806629"/>
              <a:gd name="connsiteY51" fmla="*/ 153450 h 279532"/>
              <a:gd name="connsiteX52" fmla="*/ 1407764 w 1806629"/>
              <a:gd name="connsiteY52" fmla="*/ 153450 h 279532"/>
              <a:gd name="connsiteX53" fmla="*/ 1454689 w 1806629"/>
              <a:gd name="connsiteY53" fmla="*/ 153450 h 279532"/>
              <a:gd name="connsiteX54" fmla="*/ 1583734 w 1806629"/>
              <a:gd name="connsiteY54" fmla="*/ 42028 h 279532"/>
              <a:gd name="connsiteX55" fmla="*/ 1630659 w 1806629"/>
              <a:gd name="connsiteY55" fmla="*/ 42028 h 279532"/>
              <a:gd name="connsiteX56" fmla="*/ 1607197 w 1806629"/>
              <a:gd name="connsiteY56" fmla="*/ 42028 h 279532"/>
              <a:gd name="connsiteX57" fmla="*/ 1607197 w 1806629"/>
              <a:gd name="connsiteY57" fmla="*/ 141721 h 279532"/>
              <a:gd name="connsiteX58" fmla="*/ 1583734 w 1806629"/>
              <a:gd name="connsiteY58" fmla="*/ 141721 h 279532"/>
              <a:gd name="connsiteX59" fmla="*/ 1630659 w 1806629"/>
              <a:gd name="connsiteY59" fmla="*/ 141721 h 279532"/>
              <a:gd name="connsiteX60" fmla="*/ 1759704 w 1806629"/>
              <a:gd name="connsiteY60" fmla="*/ 38118 h 279532"/>
              <a:gd name="connsiteX61" fmla="*/ 1806630 w 1806629"/>
              <a:gd name="connsiteY61" fmla="*/ 38118 h 279532"/>
              <a:gd name="connsiteX62" fmla="*/ 1783167 w 1806629"/>
              <a:gd name="connsiteY62" fmla="*/ 38118 h 279532"/>
              <a:gd name="connsiteX63" fmla="*/ 1783167 w 1806629"/>
              <a:gd name="connsiteY63" fmla="*/ 137812 h 279532"/>
              <a:gd name="connsiteX64" fmla="*/ 1759704 w 1806629"/>
              <a:gd name="connsiteY64" fmla="*/ 137812 h 279532"/>
              <a:gd name="connsiteX65" fmla="*/ 1806630 w 1806629"/>
              <a:gd name="connsiteY65" fmla="*/ 137812 h 279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06629" h="279532">
                <a:moveTo>
                  <a:pt x="0" y="42028"/>
                </a:moveTo>
                <a:lnTo>
                  <a:pt x="46925" y="42028"/>
                </a:lnTo>
                <a:moveTo>
                  <a:pt x="23463" y="42028"/>
                </a:moveTo>
                <a:lnTo>
                  <a:pt x="23463" y="141721"/>
                </a:lnTo>
                <a:moveTo>
                  <a:pt x="0" y="141721"/>
                </a:moveTo>
                <a:lnTo>
                  <a:pt x="46925" y="141721"/>
                </a:lnTo>
                <a:moveTo>
                  <a:pt x="175970" y="44960"/>
                </a:moveTo>
                <a:lnTo>
                  <a:pt x="222896" y="44960"/>
                </a:lnTo>
                <a:moveTo>
                  <a:pt x="199433" y="44960"/>
                </a:moveTo>
                <a:lnTo>
                  <a:pt x="199433" y="162246"/>
                </a:lnTo>
                <a:moveTo>
                  <a:pt x="175970" y="162246"/>
                </a:moveTo>
                <a:lnTo>
                  <a:pt x="222896" y="162246"/>
                </a:lnTo>
                <a:moveTo>
                  <a:pt x="351941" y="42028"/>
                </a:moveTo>
                <a:lnTo>
                  <a:pt x="398866" y="42028"/>
                </a:lnTo>
                <a:moveTo>
                  <a:pt x="375404" y="42028"/>
                </a:moveTo>
                <a:lnTo>
                  <a:pt x="375404" y="141721"/>
                </a:lnTo>
                <a:moveTo>
                  <a:pt x="351941" y="141721"/>
                </a:moveTo>
                <a:lnTo>
                  <a:pt x="398866" y="141721"/>
                </a:lnTo>
                <a:moveTo>
                  <a:pt x="527911" y="28344"/>
                </a:moveTo>
                <a:lnTo>
                  <a:pt x="574837" y="28344"/>
                </a:lnTo>
                <a:moveTo>
                  <a:pt x="551374" y="28344"/>
                </a:moveTo>
                <a:lnTo>
                  <a:pt x="551374" y="178862"/>
                </a:lnTo>
                <a:moveTo>
                  <a:pt x="527911" y="178862"/>
                </a:moveTo>
                <a:lnTo>
                  <a:pt x="574837" y="178862"/>
                </a:lnTo>
                <a:moveTo>
                  <a:pt x="703882" y="162246"/>
                </a:moveTo>
                <a:lnTo>
                  <a:pt x="750807" y="162246"/>
                </a:lnTo>
                <a:moveTo>
                  <a:pt x="727345" y="162246"/>
                </a:moveTo>
                <a:lnTo>
                  <a:pt x="727345" y="279533"/>
                </a:lnTo>
                <a:moveTo>
                  <a:pt x="703882" y="279533"/>
                </a:moveTo>
                <a:lnTo>
                  <a:pt x="750807" y="279533"/>
                </a:lnTo>
                <a:moveTo>
                  <a:pt x="879852" y="0"/>
                </a:moveTo>
                <a:lnTo>
                  <a:pt x="926778" y="0"/>
                </a:lnTo>
                <a:moveTo>
                  <a:pt x="903315" y="0"/>
                </a:moveTo>
                <a:lnTo>
                  <a:pt x="903315" y="183749"/>
                </a:lnTo>
                <a:moveTo>
                  <a:pt x="879852" y="183749"/>
                </a:moveTo>
                <a:lnTo>
                  <a:pt x="926778" y="183749"/>
                </a:lnTo>
                <a:moveTo>
                  <a:pt x="1055823" y="44960"/>
                </a:moveTo>
                <a:lnTo>
                  <a:pt x="1102748" y="44960"/>
                </a:lnTo>
                <a:moveTo>
                  <a:pt x="1079285" y="44960"/>
                </a:moveTo>
                <a:lnTo>
                  <a:pt x="1079285" y="162246"/>
                </a:lnTo>
                <a:moveTo>
                  <a:pt x="1055823" y="162246"/>
                </a:moveTo>
                <a:lnTo>
                  <a:pt x="1102748" y="162246"/>
                </a:lnTo>
                <a:moveTo>
                  <a:pt x="1231793" y="42028"/>
                </a:moveTo>
                <a:lnTo>
                  <a:pt x="1278719" y="42028"/>
                </a:lnTo>
                <a:moveTo>
                  <a:pt x="1255256" y="42028"/>
                </a:moveTo>
                <a:lnTo>
                  <a:pt x="1255256" y="141721"/>
                </a:lnTo>
                <a:moveTo>
                  <a:pt x="1231793" y="141721"/>
                </a:moveTo>
                <a:lnTo>
                  <a:pt x="1278719" y="141721"/>
                </a:lnTo>
                <a:moveTo>
                  <a:pt x="1407764" y="53756"/>
                </a:moveTo>
                <a:lnTo>
                  <a:pt x="1454689" y="53756"/>
                </a:lnTo>
                <a:moveTo>
                  <a:pt x="1431226" y="53756"/>
                </a:moveTo>
                <a:lnTo>
                  <a:pt x="1431226" y="153450"/>
                </a:lnTo>
                <a:moveTo>
                  <a:pt x="1407764" y="153450"/>
                </a:moveTo>
                <a:lnTo>
                  <a:pt x="1454689" y="153450"/>
                </a:lnTo>
                <a:moveTo>
                  <a:pt x="1583734" y="42028"/>
                </a:moveTo>
                <a:lnTo>
                  <a:pt x="1630659" y="42028"/>
                </a:lnTo>
                <a:moveTo>
                  <a:pt x="1607197" y="42028"/>
                </a:moveTo>
                <a:lnTo>
                  <a:pt x="1607197" y="141721"/>
                </a:lnTo>
                <a:moveTo>
                  <a:pt x="1583734" y="141721"/>
                </a:moveTo>
                <a:lnTo>
                  <a:pt x="1630659" y="141721"/>
                </a:lnTo>
                <a:moveTo>
                  <a:pt x="1759704" y="38118"/>
                </a:moveTo>
                <a:lnTo>
                  <a:pt x="1806630" y="38118"/>
                </a:lnTo>
                <a:moveTo>
                  <a:pt x="1783167" y="38118"/>
                </a:moveTo>
                <a:lnTo>
                  <a:pt x="1783167" y="137812"/>
                </a:lnTo>
                <a:moveTo>
                  <a:pt x="1759704" y="137812"/>
                </a:moveTo>
                <a:lnTo>
                  <a:pt x="1806630" y="137812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8" name="자유형 27">
            <a:extLst>
              <a:ext uri="{FF2B5EF4-FFF2-40B4-BE49-F238E27FC236}">
                <a16:creationId xmlns:a16="http://schemas.microsoft.com/office/drawing/2014/main" id="{0A493F34-F5C3-FE42-8BA5-4F002E99052F}"/>
              </a:ext>
            </a:extLst>
          </p:cNvPr>
          <p:cNvSpPr/>
          <p:nvPr/>
        </p:nvSpPr>
        <p:spPr>
          <a:xfrm>
            <a:off x="938803" y="1461981"/>
            <a:ext cx="1759704" cy="164201"/>
          </a:xfrm>
          <a:custGeom>
            <a:avLst/>
            <a:gdLst>
              <a:gd name="connsiteX0" fmla="*/ 0 w 1759704"/>
              <a:gd name="connsiteY0" fmla="*/ 105558 h 164201"/>
              <a:gd name="connsiteX1" fmla="*/ 0 w 1759704"/>
              <a:gd name="connsiteY1" fmla="*/ 105558 h 164201"/>
              <a:gd name="connsiteX2" fmla="*/ 175971 w 1759704"/>
              <a:gd name="connsiteY2" fmla="*/ 117286 h 164201"/>
              <a:gd name="connsiteX3" fmla="*/ 351941 w 1759704"/>
              <a:gd name="connsiteY3" fmla="*/ 129015 h 164201"/>
              <a:gd name="connsiteX4" fmla="*/ 527911 w 1759704"/>
              <a:gd name="connsiteY4" fmla="*/ 93829 h 164201"/>
              <a:gd name="connsiteX5" fmla="*/ 703882 w 1759704"/>
              <a:gd name="connsiteY5" fmla="*/ 0 h 164201"/>
              <a:gd name="connsiteX6" fmla="*/ 879852 w 1759704"/>
              <a:gd name="connsiteY6" fmla="*/ 117286 h 164201"/>
              <a:gd name="connsiteX7" fmla="*/ 1055823 w 1759704"/>
              <a:gd name="connsiteY7" fmla="*/ 129015 h 164201"/>
              <a:gd name="connsiteX8" fmla="*/ 1231793 w 1759704"/>
              <a:gd name="connsiteY8" fmla="*/ 164201 h 164201"/>
              <a:gd name="connsiteX9" fmla="*/ 1407764 w 1759704"/>
              <a:gd name="connsiteY9" fmla="*/ 117286 h 164201"/>
              <a:gd name="connsiteX10" fmla="*/ 1583734 w 1759704"/>
              <a:gd name="connsiteY10" fmla="*/ 129015 h 164201"/>
              <a:gd name="connsiteX11" fmla="*/ 1759705 w 1759704"/>
              <a:gd name="connsiteY11" fmla="*/ 140744 h 164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9704" h="164201">
                <a:moveTo>
                  <a:pt x="0" y="105558"/>
                </a:moveTo>
                <a:lnTo>
                  <a:pt x="0" y="105558"/>
                </a:lnTo>
                <a:lnTo>
                  <a:pt x="175971" y="117286"/>
                </a:lnTo>
                <a:lnTo>
                  <a:pt x="351941" y="129015"/>
                </a:lnTo>
                <a:lnTo>
                  <a:pt x="527911" y="93829"/>
                </a:lnTo>
                <a:lnTo>
                  <a:pt x="703882" y="0"/>
                </a:lnTo>
                <a:lnTo>
                  <a:pt x="879852" y="117286"/>
                </a:lnTo>
                <a:lnTo>
                  <a:pt x="1055823" y="129015"/>
                </a:lnTo>
                <a:lnTo>
                  <a:pt x="1231793" y="164201"/>
                </a:lnTo>
                <a:lnTo>
                  <a:pt x="1407764" y="117286"/>
                </a:lnTo>
                <a:lnTo>
                  <a:pt x="1583734" y="129015"/>
                </a:lnTo>
                <a:lnTo>
                  <a:pt x="1759705" y="140744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9" name="자유형 28">
            <a:extLst>
              <a:ext uri="{FF2B5EF4-FFF2-40B4-BE49-F238E27FC236}">
                <a16:creationId xmlns:a16="http://schemas.microsoft.com/office/drawing/2014/main" id="{BDF4B8F0-6F23-B608-0A72-6FBD60CD83FA}"/>
              </a:ext>
            </a:extLst>
          </p:cNvPr>
          <p:cNvSpPr/>
          <p:nvPr/>
        </p:nvSpPr>
        <p:spPr>
          <a:xfrm>
            <a:off x="915340" y="1409202"/>
            <a:ext cx="1806629" cy="266826"/>
          </a:xfrm>
          <a:custGeom>
            <a:avLst/>
            <a:gdLst>
              <a:gd name="connsiteX0" fmla="*/ 0 w 1806629"/>
              <a:gd name="connsiteY0" fmla="*/ 99694 h 266826"/>
              <a:gd name="connsiteX1" fmla="*/ 46925 w 1806629"/>
              <a:gd name="connsiteY1" fmla="*/ 99694 h 266826"/>
              <a:gd name="connsiteX2" fmla="*/ 23463 w 1806629"/>
              <a:gd name="connsiteY2" fmla="*/ 99694 h 266826"/>
              <a:gd name="connsiteX3" fmla="*/ 23463 w 1806629"/>
              <a:gd name="connsiteY3" fmla="*/ 216980 h 266826"/>
              <a:gd name="connsiteX4" fmla="*/ 0 w 1806629"/>
              <a:gd name="connsiteY4" fmla="*/ 216980 h 266826"/>
              <a:gd name="connsiteX5" fmla="*/ 46925 w 1806629"/>
              <a:gd name="connsiteY5" fmla="*/ 216980 h 266826"/>
              <a:gd name="connsiteX6" fmla="*/ 175970 w 1806629"/>
              <a:gd name="connsiteY6" fmla="*/ 123151 h 266826"/>
              <a:gd name="connsiteX7" fmla="*/ 222896 w 1806629"/>
              <a:gd name="connsiteY7" fmla="*/ 123151 h 266826"/>
              <a:gd name="connsiteX8" fmla="*/ 199433 w 1806629"/>
              <a:gd name="connsiteY8" fmla="*/ 123151 h 266826"/>
              <a:gd name="connsiteX9" fmla="*/ 199433 w 1806629"/>
              <a:gd name="connsiteY9" fmla="*/ 216980 h 266826"/>
              <a:gd name="connsiteX10" fmla="*/ 175970 w 1806629"/>
              <a:gd name="connsiteY10" fmla="*/ 216980 h 266826"/>
              <a:gd name="connsiteX11" fmla="*/ 222896 w 1806629"/>
              <a:gd name="connsiteY11" fmla="*/ 216980 h 266826"/>
              <a:gd name="connsiteX12" fmla="*/ 351941 w 1806629"/>
              <a:gd name="connsiteY12" fmla="*/ 129015 h 266826"/>
              <a:gd name="connsiteX13" fmla="*/ 398866 w 1806629"/>
              <a:gd name="connsiteY13" fmla="*/ 129015 h 266826"/>
              <a:gd name="connsiteX14" fmla="*/ 375404 w 1806629"/>
              <a:gd name="connsiteY14" fmla="*/ 129015 h 266826"/>
              <a:gd name="connsiteX15" fmla="*/ 375404 w 1806629"/>
              <a:gd name="connsiteY15" fmla="*/ 234573 h 266826"/>
              <a:gd name="connsiteX16" fmla="*/ 351941 w 1806629"/>
              <a:gd name="connsiteY16" fmla="*/ 234573 h 266826"/>
              <a:gd name="connsiteX17" fmla="*/ 398866 w 1806629"/>
              <a:gd name="connsiteY17" fmla="*/ 234573 h 266826"/>
              <a:gd name="connsiteX18" fmla="*/ 527911 w 1806629"/>
              <a:gd name="connsiteY18" fmla="*/ 87965 h 266826"/>
              <a:gd name="connsiteX19" fmla="*/ 574837 w 1806629"/>
              <a:gd name="connsiteY19" fmla="*/ 87965 h 266826"/>
              <a:gd name="connsiteX20" fmla="*/ 551374 w 1806629"/>
              <a:gd name="connsiteY20" fmla="*/ 87965 h 266826"/>
              <a:gd name="connsiteX21" fmla="*/ 551374 w 1806629"/>
              <a:gd name="connsiteY21" fmla="*/ 205251 h 266826"/>
              <a:gd name="connsiteX22" fmla="*/ 527911 w 1806629"/>
              <a:gd name="connsiteY22" fmla="*/ 205251 h 266826"/>
              <a:gd name="connsiteX23" fmla="*/ 574837 w 1806629"/>
              <a:gd name="connsiteY23" fmla="*/ 205251 h 266826"/>
              <a:gd name="connsiteX24" fmla="*/ 703882 w 1806629"/>
              <a:gd name="connsiteY24" fmla="*/ 0 h 266826"/>
              <a:gd name="connsiteX25" fmla="*/ 750807 w 1806629"/>
              <a:gd name="connsiteY25" fmla="*/ 0 h 266826"/>
              <a:gd name="connsiteX26" fmla="*/ 727345 w 1806629"/>
              <a:gd name="connsiteY26" fmla="*/ 0 h 266826"/>
              <a:gd name="connsiteX27" fmla="*/ 727345 w 1806629"/>
              <a:gd name="connsiteY27" fmla="*/ 105558 h 266826"/>
              <a:gd name="connsiteX28" fmla="*/ 703882 w 1806629"/>
              <a:gd name="connsiteY28" fmla="*/ 105558 h 266826"/>
              <a:gd name="connsiteX29" fmla="*/ 750807 w 1806629"/>
              <a:gd name="connsiteY29" fmla="*/ 105558 h 266826"/>
              <a:gd name="connsiteX30" fmla="*/ 879852 w 1806629"/>
              <a:gd name="connsiteY30" fmla="*/ 111422 h 266826"/>
              <a:gd name="connsiteX31" fmla="*/ 926778 w 1806629"/>
              <a:gd name="connsiteY31" fmla="*/ 111422 h 266826"/>
              <a:gd name="connsiteX32" fmla="*/ 903315 w 1806629"/>
              <a:gd name="connsiteY32" fmla="*/ 111422 h 266826"/>
              <a:gd name="connsiteX33" fmla="*/ 903315 w 1806629"/>
              <a:gd name="connsiteY33" fmla="*/ 228709 h 266826"/>
              <a:gd name="connsiteX34" fmla="*/ 879852 w 1806629"/>
              <a:gd name="connsiteY34" fmla="*/ 228709 h 266826"/>
              <a:gd name="connsiteX35" fmla="*/ 926778 w 1806629"/>
              <a:gd name="connsiteY35" fmla="*/ 228709 h 266826"/>
              <a:gd name="connsiteX36" fmla="*/ 1055823 w 1806629"/>
              <a:gd name="connsiteY36" fmla="*/ 131947 h 266826"/>
              <a:gd name="connsiteX37" fmla="*/ 1102748 w 1806629"/>
              <a:gd name="connsiteY37" fmla="*/ 131947 h 266826"/>
              <a:gd name="connsiteX38" fmla="*/ 1079285 w 1806629"/>
              <a:gd name="connsiteY38" fmla="*/ 131947 h 266826"/>
              <a:gd name="connsiteX39" fmla="*/ 1079285 w 1806629"/>
              <a:gd name="connsiteY39" fmla="*/ 231641 h 266826"/>
              <a:gd name="connsiteX40" fmla="*/ 1055823 w 1806629"/>
              <a:gd name="connsiteY40" fmla="*/ 231641 h 266826"/>
              <a:gd name="connsiteX41" fmla="*/ 1102748 w 1806629"/>
              <a:gd name="connsiteY41" fmla="*/ 231641 h 266826"/>
              <a:gd name="connsiteX42" fmla="*/ 1231793 w 1806629"/>
              <a:gd name="connsiteY42" fmla="*/ 167133 h 266826"/>
              <a:gd name="connsiteX43" fmla="*/ 1278719 w 1806629"/>
              <a:gd name="connsiteY43" fmla="*/ 167133 h 266826"/>
              <a:gd name="connsiteX44" fmla="*/ 1255256 w 1806629"/>
              <a:gd name="connsiteY44" fmla="*/ 167133 h 266826"/>
              <a:gd name="connsiteX45" fmla="*/ 1255256 w 1806629"/>
              <a:gd name="connsiteY45" fmla="*/ 266827 h 266826"/>
              <a:gd name="connsiteX46" fmla="*/ 1231793 w 1806629"/>
              <a:gd name="connsiteY46" fmla="*/ 266827 h 266826"/>
              <a:gd name="connsiteX47" fmla="*/ 1278719 w 1806629"/>
              <a:gd name="connsiteY47" fmla="*/ 266827 h 266826"/>
              <a:gd name="connsiteX48" fmla="*/ 1407764 w 1806629"/>
              <a:gd name="connsiteY48" fmla="*/ 120219 h 266826"/>
              <a:gd name="connsiteX49" fmla="*/ 1454689 w 1806629"/>
              <a:gd name="connsiteY49" fmla="*/ 120219 h 266826"/>
              <a:gd name="connsiteX50" fmla="*/ 1431226 w 1806629"/>
              <a:gd name="connsiteY50" fmla="*/ 120219 h 266826"/>
              <a:gd name="connsiteX51" fmla="*/ 1431226 w 1806629"/>
              <a:gd name="connsiteY51" fmla="*/ 219912 h 266826"/>
              <a:gd name="connsiteX52" fmla="*/ 1407764 w 1806629"/>
              <a:gd name="connsiteY52" fmla="*/ 219912 h 266826"/>
              <a:gd name="connsiteX53" fmla="*/ 1454689 w 1806629"/>
              <a:gd name="connsiteY53" fmla="*/ 219912 h 266826"/>
              <a:gd name="connsiteX54" fmla="*/ 1583734 w 1806629"/>
              <a:gd name="connsiteY54" fmla="*/ 140744 h 266826"/>
              <a:gd name="connsiteX55" fmla="*/ 1630659 w 1806629"/>
              <a:gd name="connsiteY55" fmla="*/ 140744 h 266826"/>
              <a:gd name="connsiteX56" fmla="*/ 1607197 w 1806629"/>
              <a:gd name="connsiteY56" fmla="*/ 140744 h 266826"/>
              <a:gd name="connsiteX57" fmla="*/ 1607197 w 1806629"/>
              <a:gd name="connsiteY57" fmla="*/ 222844 h 266826"/>
              <a:gd name="connsiteX58" fmla="*/ 1583734 w 1806629"/>
              <a:gd name="connsiteY58" fmla="*/ 222844 h 266826"/>
              <a:gd name="connsiteX59" fmla="*/ 1630659 w 1806629"/>
              <a:gd name="connsiteY59" fmla="*/ 222844 h 266826"/>
              <a:gd name="connsiteX60" fmla="*/ 1759704 w 1806629"/>
              <a:gd name="connsiteY60" fmla="*/ 134880 h 266826"/>
              <a:gd name="connsiteX61" fmla="*/ 1806630 w 1806629"/>
              <a:gd name="connsiteY61" fmla="*/ 134880 h 266826"/>
              <a:gd name="connsiteX62" fmla="*/ 1783167 w 1806629"/>
              <a:gd name="connsiteY62" fmla="*/ 134880 h 266826"/>
              <a:gd name="connsiteX63" fmla="*/ 1783167 w 1806629"/>
              <a:gd name="connsiteY63" fmla="*/ 252166 h 266826"/>
              <a:gd name="connsiteX64" fmla="*/ 1759704 w 1806629"/>
              <a:gd name="connsiteY64" fmla="*/ 252166 h 266826"/>
              <a:gd name="connsiteX65" fmla="*/ 1806630 w 1806629"/>
              <a:gd name="connsiteY65" fmla="*/ 252166 h 26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06629" h="266826">
                <a:moveTo>
                  <a:pt x="0" y="99694"/>
                </a:moveTo>
                <a:lnTo>
                  <a:pt x="46925" y="99694"/>
                </a:lnTo>
                <a:moveTo>
                  <a:pt x="23463" y="99694"/>
                </a:moveTo>
                <a:lnTo>
                  <a:pt x="23463" y="216980"/>
                </a:lnTo>
                <a:moveTo>
                  <a:pt x="0" y="216980"/>
                </a:moveTo>
                <a:lnTo>
                  <a:pt x="46925" y="216980"/>
                </a:lnTo>
                <a:moveTo>
                  <a:pt x="175970" y="123151"/>
                </a:moveTo>
                <a:lnTo>
                  <a:pt x="222896" y="123151"/>
                </a:lnTo>
                <a:moveTo>
                  <a:pt x="199433" y="123151"/>
                </a:moveTo>
                <a:lnTo>
                  <a:pt x="199433" y="216980"/>
                </a:lnTo>
                <a:moveTo>
                  <a:pt x="175970" y="216980"/>
                </a:moveTo>
                <a:lnTo>
                  <a:pt x="222896" y="216980"/>
                </a:lnTo>
                <a:moveTo>
                  <a:pt x="351941" y="129015"/>
                </a:moveTo>
                <a:lnTo>
                  <a:pt x="398866" y="129015"/>
                </a:lnTo>
                <a:moveTo>
                  <a:pt x="375404" y="129015"/>
                </a:moveTo>
                <a:lnTo>
                  <a:pt x="375404" y="234573"/>
                </a:lnTo>
                <a:moveTo>
                  <a:pt x="351941" y="234573"/>
                </a:moveTo>
                <a:lnTo>
                  <a:pt x="398866" y="234573"/>
                </a:lnTo>
                <a:moveTo>
                  <a:pt x="527911" y="87965"/>
                </a:moveTo>
                <a:lnTo>
                  <a:pt x="574837" y="87965"/>
                </a:lnTo>
                <a:moveTo>
                  <a:pt x="551374" y="87965"/>
                </a:moveTo>
                <a:lnTo>
                  <a:pt x="551374" y="205251"/>
                </a:lnTo>
                <a:moveTo>
                  <a:pt x="527911" y="205251"/>
                </a:moveTo>
                <a:lnTo>
                  <a:pt x="574837" y="205251"/>
                </a:lnTo>
                <a:moveTo>
                  <a:pt x="703882" y="0"/>
                </a:moveTo>
                <a:lnTo>
                  <a:pt x="750807" y="0"/>
                </a:lnTo>
                <a:moveTo>
                  <a:pt x="727345" y="0"/>
                </a:moveTo>
                <a:lnTo>
                  <a:pt x="727345" y="105558"/>
                </a:lnTo>
                <a:moveTo>
                  <a:pt x="703882" y="105558"/>
                </a:moveTo>
                <a:lnTo>
                  <a:pt x="750807" y="105558"/>
                </a:lnTo>
                <a:moveTo>
                  <a:pt x="879852" y="111422"/>
                </a:moveTo>
                <a:lnTo>
                  <a:pt x="926778" y="111422"/>
                </a:lnTo>
                <a:moveTo>
                  <a:pt x="903315" y="111422"/>
                </a:moveTo>
                <a:lnTo>
                  <a:pt x="903315" y="228709"/>
                </a:lnTo>
                <a:moveTo>
                  <a:pt x="879852" y="228709"/>
                </a:moveTo>
                <a:lnTo>
                  <a:pt x="926778" y="228709"/>
                </a:lnTo>
                <a:moveTo>
                  <a:pt x="1055823" y="131947"/>
                </a:moveTo>
                <a:lnTo>
                  <a:pt x="1102748" y="131947"/>
                </a:lnTo>
                <a:moveTo>
                  <a:pt x="1079285" y="131947"/>
                </a:moveTo>
                <a:lnTo>
                  <a:pt x="1079285" y="231641"/>
                </a:lnTo>
                <a:moveTo>
                  <a:pt x="1055823" y="231641"/>
                </a:moveTo>
                <a:lnTo>
                  <a:pt x="1102748" y="231641"/>
                </a:lnTo>
                <a:moveTo>
                  <a:pt x="1231793" y="167133"/>
                </a:moveTo>
                <a:lnTo>
                  <a:pt x="1278719" y="167133"/>
                </a:lnTo>
                <a:moveTo>
                  <a:pt x="1255256" y="167133"/>
                </a:moveTo>
                <a:lnTo>
                  <a:pt x="1255256" y="266827"/>
                </a:lnTo>
                <a:moveTo>
                  <a:pt x="1231793" y="266827"/>
                </a:moveTo>
                <a:lnTo>
                  <a:pt x="1278719" y="266827"/>
                </a:lnTo>
                <a:moveTo>
                  <a:pt x="1407764" y="120219"/>
                </a:moveTo>
                <a:lnTo>
                  <a:pt x="1454689" y="120219"/>
                </a:lnTo>
                <a:moveTo>
                  <a:pt x="1431226" y="120219"/>
                </a:moveTo>
                <a:lnTo>
                  <a:pt x="1431226" y="219912"/>
                </a:lnTo>
                <a:moveTo>
                  <a:pt x="1407764" y="219912"/>
                </a:moveTo>
                <a:lnTo>
                  <a:pt x="1454689" y="219912"/>
                </a:lnTo>
                <a:moveTo>
                  <a:pt x="1583734" y="140744"/>
                </a:moveTo>
                <a:lnTo>
                  <a:pt x="1630659" y="140744"/>
                </a:lnTo>
                <a:moveTo>
                  <a:pt x="1607197" y="140744"/>
                </a:moveTo>
                <a:lnTo>
                  <a:pt x="1607197" y="222844"/>
                </a:lnTo>
                <a:moveTo>
                  <a:pt x="1583734" y="222844"/>
                </a:moveTo>
                <a:lnTo>
                  <a:pt x="1630659" y="222844"/>
                </a:lnTo>
                <a:moveTo>
                  <a:pt x="1759704" y="134880"/>
                </a:moveTo>
                <a:lnTo>
                  <a:pt x="1806630" y="134880"/>
                </a:lnTo>
                <a:moveTo>
                  <a:pt x="1783167" y="134880"/>
                </a:moveTo>
                <a:lnTo>
                  <a:pt x="1783167" y="252166"/>
                </a:lnTo>
                <a:moveTo>
                  <a:pt x="1759704" y="252166"/>
                </a:moveTo>
                <a:lnTo>
                  <a:pt x="1806630" y="252166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0" name="자유형 29">
            <a:extLst>
              <a:ext uri="{FF2B5EF4-FFF2-40B4-BE49-F238E27FC236}">
                <a16:creationId xmlns:a16="http://schemas.microsoft.com/office/drawing/2014/main" id="{BABD1E82-4450-20DD-DF0E-EF6FB6745351}"/>
              </a:ext>
            </a:extLst>
          </p:cNvPr>
          <p:cNvSpPr/>
          <p:nvPr/>
        </p:nvSpPr>
        <p:spPr>
          <a:xfrm>
            <a:off x="938803" y="1825569"/>
            <a:ext cx="1759704" cy="56688"/>
          </a:xfrm>
          <a:custGeom>
            <a:avLst/>
            <a:gdLst>
              <a:gd name="connsiteX0" fmla="*/ 0 w 1759704"/>
              <a:gd name="connsiteY0" fmla="*/ 56688 h 56688"/>
              <a:gd name="connsiteX1" fmla="*/ 0 w 1759704"/>
              <a:gd name="connsiteY1" fmla="*/ 56688 h 56688"/>
              <a:gd name="connsiteX2" fmla="*/ 175971 w 1759704"/>
              <a:gd name="connsiteY2" fmla="*/ 33231 h 56688"/>
              <a:gd name="connsiteX3" fmla="*/ 351941 w 1759704"/>
              <a:gd name="connsiteY3" fmla="*/ 54734 h 56688"/>
              <a:gd name="connsiteX4" fmla="*/ 527911 w 1759704"/>
              <a:gd name="connsiteY4" fmla="*/ 40073 h 56688"/>
              <a:gd name="connsiteX5" fmla="*/ 703882 w 1759704"/>
              <a:gd name="connsiteY5" fmla="*/ 38118 h 56688"/>
              <a:gd name="connsiteX6" fmla="*/ 879852 w 1759704"/>
              <a:gd name="connsiteY6" fmla="*/ 0 h 56688"/>
              <a:gd name="connsiteX7" fmla="*/ 1055823 w 1759704"/>
              <a:gd name="connsiteY7" fmla="*/ 7819 h 56688"/>
              <a:gd name="connsiteX8" fmla="*/ 1231793 w 1759704"/>
              <a:gd name="connsiteY8" fmla="*/ 56688 h 56688"/>
              <a:gd name="connsiteX9" fmla="*/ 1407764 w 1759704"/>
              <a:gd name="connsiteY9" fmla="*/ 33231 h 56688"/>
              <a:gd name="connsiteX10" fmla="*/ 1583734 w 1759704"/>
              <a:gd name="connsiteY10" fmla="*/ 54734 h 56688"/>
              <a:gd name="connsiteX11" fmla="*/ 1759705 w 1759704"/>
              <a:gd name="connsiteY11" fmla="*/ 40073 h 56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9704" h="56688">
                <a:moveTo>
                  <a:pt x="0" y="56688"/>
                </a:moveTo>
                <a:lnTo>
                  <a:pt x="0" y="56688"/>
                </a:lnTo>
                <a:lnTo>
                  <a:pt x="175971" y="33231"/>
                </a:lnTo>
                <a:lnTo>
                  <a:pt x="351941" y="54734"/>
                </a:lnTo>
                <a:lnTo>
                  <a:pt x="527911" y="40073"/>
                </a:lnTo>
                <a:lnTo>
                  <a:pt x="703882" y="38118"/>
                </a:lnTo>
                <a:lnTo>
                  <a:pt x="879852" y="0"/>
                </a:lnTo>
                <a:lnTo>
                  <a:pt x="1055823" y="7819"/>
                </a:lnTo>
                <a:lnTo>
                  <a:pt x="1231793" y="56688"/>
                </a:lnTo>
                <a:lnTo>
                  <a:pt x="1407764" y="33231"/>
                </a:lnTo>
                <a:lnTo>
                  <a:pt x="1583734" y="54734"/>
                </a:lnTo>
                <a:lnTo>
                  <a:pt x="1759705" y="40073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1" name="자유형 30">
            <a:extLst>
              <a:ext uri="{FF2B5EF4-FFF2-40B4-BE49-F238E27FC236}">
                <a16:creationId xmlns:a16="http://schemas.microsoft.com/office/drawing/2014/main" id="{79EEB1D6-D14D-AA3C-FEB3-3F5E7988CE44}"/>
              </a:ext>
            </a:extLst>
          </p:cNvPr>
          <p:cNvSpPr/>
          <p:nvPr/>
        </p:nvSpPr>
        <p:spPr>
          <a:xfrm>
            <a:off x="1795192" y="1775722"/>
            <a:ext cx="750807" cy="106535"/>
          </a:xfrm>
          <a:custGeom>
            <a:avLst/>
            <a:gdLst>
              <a:gd name="connsiteX0" fmla="*/ 0 w 750807"/>
              <a:gd name="connsiteY0" fmla="*/ 0 h 106535"/>
              <a:gd name="connsiteX1" fmla="*/ 46925 w 750807"/>
              <a:gd name="connsiteY1" fmla="*/ 0 h 106535"/>
              <a:gd name="connsiteX2" fmla="*/ 23463 w 750807"/>
              <a:gd name="connsiteY2" fmla="*/ 0 h 106535"/>
              <a:gd name="connsiteX3" fmla="*/ 23463 w 750807"/>
              <a:gd name="connsiteY3" fmla="*/ 99694 h 106535"/>
              <a:gd name="connsiteX4" fmla="*/ 0 w 750807"/>
              <a:gd name="connsiteY4" fmla="*/ 99694 h 106535"/>
              <a:gd name="connsiteX5" fmla="*/ 46925 w 750807"/>
              <a:gd name="connsiteY5" fmla="*/ 99694 h 106535"/>
              <a:gd name="connsiteX6" fmla="*/ 175970 w 750807"/>
              <a:gd name="connsiteY6" fmla="*/ 15638 h 106535"/>
              <a:gd name="connsiteX7" fmla="*/ 222896 w 750807"/>
              <a:gd name="connsiteY7" fmla="*/ 15638 h 106535"/>
              <a:gd name="connsiteX8" fmla="*/ 199433 w 750807"/>
              <a:gd name="connsiteY8" fmla="*/ 15638 h 106535"/>
              <a:gd name="connsiteX9" fmla="*/ 199433 w 750807"/>
              <a:gd name="connsiteY9" fmla="*/ 99694 h 106535"/>
              <a:gd name="connsiteX10" fmla="*/ 175970 w 750807"/>
              <a:gd name="connsiteY10" fmla="*/ 99694 h 106535"/>
              <a:gd name="connsiteX11" fmla="*/ 222896 w 750807"/>
              <a:gd name="connsiteY11" fmla="*/ 99694 h 106535"/>
              <a:gd name="connsiteX12" fmla="*/ 703882 w 750807"/>
              <a:gd name="connsiteY12" fmla="*/ 102626 h 106535"/>
              <a:gd name="connsiteX13" fmla="*/ 750807 w 750807"/>
              <a:gd name="connsiteY13" fmla="*/ 102626 h 106535"/>
              <a:gd name="connsiteX14" fmla="*/ 727344 w 750807"/>
              <a:gd name="connsiteY14" fmla="*/ 102626 h 106535"/>
              <a:gd name="connsiteX15" fmla="*/ 727344 w 750807"/>
              <a:gd name="connsiteY15" fmla="*/ 106535 h 106535"/>
              <a:gd name="connsiteX16" fmla="*/ 703882 w 750807"/>
              <a:gd name="connsiteY16" fmla="*/ 106535 h 106535"/>
              <a:gd name="connsiteX17" fmla="*/ 750807 w 750807"/>
              <a:gd name="connsiteY17" fmla="*/ 106535 h 10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0807" h="106535">
                <a:moveTo>
                  <a:pt x="0" y="0"/>
                </a:moveTo>
                <a:lnTo>
                  <a:pt x="46925" y="0"/>
                </a:lnTo>
                <a:moveTo>
                  <a:pt x="23463" y="0"/>
                </a:moveTo>
                <a:lnTo>
                  <a:pt x="23463" y="99694"/>
                </a:lnTo>
                <a:moveTo>
                  <a:pt x="0" y="99694"/>
                </a:moveTo>
                <a:lnTo>
                  <a:pt x="46925" y="99694"/>
                </a:lnTo>
                <a:moveTo>
                  <a:pt x="175970" y="15638"/>
                </a:moveTo>
                <a:lnTo>
                  <a:pt x="222896" y="15638"/>
                </a:lnTo>
                <a:moveTo>
                  <a:pt x="199433" y="15638"/>
                </a:moveTo>
                <a:lnTo>
                  <a:pt x="199433" y="99694"/>
                </a:lnTo>
                <a:moveTo>
                  <a:pt x="175970" y="99694"/>
                </a:moveTo>
                <a:lnTo>
                  <a:pt x="222896" y="99694"/>
                </a:lnTo>
                <a:moveTo>
                  <a:pt x="703882" y="102626"/>
                </a:moveTo>
                <a:lnTo>
                  <a:pt x="750807" y="102626"/>
                </a:lnTo>
                <a:moveTo>
                  <a:pt x="727344" y="102626"/>
                </a:moveTo>
                <a:lnTo>
                  <a:pt x="727344" y="106535"/>
                </a:lnTo>
                <a:moveTo>
                  <a:pt x="703882" y="106535"/>
                </a:moveTo>
                <a:lnTo>
                  <a:pt x="750807" y="106535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2" name="자유형 31">
            <a:extLst>
              <a:ext uri="{FF2B5EF4-FFF2-40B4-BE49-F238E27FC236}">
                <a16:creationId xmlns:a16="http://schemas.microsoft.com/office/drawing/2014/main" id="{C8B4B68C-41EA-66E6-175F-638EE8CB158A}"/>
              </a:ext>
            </a:extLst>
          </p:cNvPr>
          <p:cNvSpPr/>
          <p:nvPr/>
        </p:nvSpPr>
        <p:spPr>
          <a:xfrm>
            <a:off x="938803" y="1813841"/>
            <a:ext cx="1759704" cy="68417"/>
          </a:xfrm>
          <a:custGeom>
            <a:avLst/>
            <a:gdLst>
              <a:gd name="connsiteX0" fmla="*/ 0 w 1759704"/>
              <a:gd name="connsiteY0" fmla="*/ 68417 h 68417"/>
              <a:gd name="connsiteX1" fmla="*/ 0 w 1759704"/>
              <a:gd name="connsiteY1" fmla="*/ 68417 h 68417"/>
              <a:gd name="connsiteX2" fmla="*/ 175971 w 1759704"/>
              <a:gd name="connsiteY2" fmla="*/ 68417 h 68417"/>
              <a:gd name="connsiteX3" fmla="*/ 351941 w 1759704"/>
              <a:gd name="connsiteY3" fmla="*/ 67440 h 68417"/>
              <a:gd name="connsiteX4" fmla="*/ 527911 w 1759704"/>
              <a:gd name="connsiteY4" fmla="*/ 68417 h 68417"/>
              <a:gd name="connsiteX5" fmla="*/ 703882 w 1759704"/>
              <a:gd name="connsiteY5" fmla="*/ 68417 h 68417"/>
              <a:gd name="connsiteX6" fmla="*/ 879852 w 1759704"/>
              <a:gd name="connsiteY6" fmla="*/ 0 h 68417"/>
              <a:gd name="connsiteX7" fmla="*/ 1055823 w 1759704"/>
              <a:gd name="connsiteY7" fmla="*/ 11729 h 68417"/>
              <a:gd name="connsiteX8" fmla="*/ 1231793 w 1759704"/>
              <a:gd name="connsiteY8" fmla="*/ 68417 h 68417"/>
              <a:gd name="connsiteX9" fmla="*/ 1407764 w 1759704"/>
              <a:gd name="connsiteY9" fmla="*/ 68417 h 68417"/>
              <a:gd name="connsiteX10" fmla="*/ 1583734 w 1759704"/>
              <a:gd name="connsiteY10" fmla="*/ 67440 h 68417"/>
              <a:gd name="connsiteX11" fmla="*/ 1759705 w 1759704"/>
              <a:gd name="connsiteY11" fmla="*/ 68417 h 68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9704" h="68417">
                <a:moveTo>
                  <a:pt x="0" y="68417"/>
                </a:moveTo>
                <a:lnTo>
                  <a:pt x="0" y="68417"/>
                </a:lnTo>
                <a:lnTo>
                  <a:pt x="175971" y="68417"/>
                </a:lnTo>
                <a:lnTo>
                  <a:pt x="351941" y="67440"/>
                </a:lnTo>
                <a:lnTo>
                  <a:pt x="527911" y="68417"/>
                </a:lnTo>
                <a:lnTo>
                  <a:pt x="703882" y="68417"/>
                </a:lnTo>
                <a:lnTo>
                  <a:pt x="879852" y="0"/>
                </a:lnTo>
                <a:lnTo>
                  <a:pt x="1055823" y="11729"/>
                </a:lnTo>
                <a:lnTo>
                  <a:pt x="1231793" y="68417"/>
                </a:lnTo>
                <a:lnTo>
                  <a:pt x="1407764" y="68417"/>
                </a:lnTo>
                <a:lnTo>
                  <a:pt x="1583734" y="67440"/>
                </a:lnTo>
                <a:lnTo>
                  <a:pt x="1759705" y="68417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3" name="자유형 32">
            <a:extLst>
              <a:ext uri="{FF2B5EF4-FFF2-40B4-BE49-F238E27FC236}">
                <a16:creationId xmlns:a16="http://schemas.microsoft.com/office/drawing/2014/main" id="{A49E76D0-680C-D112-3B40-D3E6D76DC925}"/>
              </a:ext>
            </a:extLst>
          </p:cNvPr>
          <p:cNvSpPr/>
          <p:nvPr/>
        </p:nvSpPr>
        <p:spPr>
          <a:xfrm>
            <a:off x="1795192" y="1763994"/>
            <a:ext cx="750807" cy="119241"/>
          </a:xfrm>
          <a:custGeom>
            <a:avLst/>
            <a:gdLst>
              <a:gd name="connsiteX0" fmla="*/ 0 w 750807"/>
              <a:gd name="connsiteY0" fmla="*/ 0 h 119241"/>
              <a:gd name="connsiteX1" fmla="*/ 46925 w 750807"/>
              <a:gd name="connsiteY1" fmla="*/ 0 h 119241"/>
              <a:gd name="connsiteX2" fmla="*/ 23463 w 750807"/>
              <a:gd name="connsiteY2" fmla="*/ 0 h 119241"/>
              <a:gd name="connsiteX3" fmla="*/ 23463 w 750807"/>
              <a:gd name="connsiteY3" fmla="*/ 99693 h 119241"/>
              <a:gd name="connsiteX4" fmla="*/ 0 w 750807"/>
              <a:gd name="connsiteY4" fmla="*/ 99693 h 119241"/>
              <a:gd name="connsiteX5" fmla="*/ 46925 w 750807"/>
              <a:gd name="connsiteY5" fmla="*/ 99693 h 119241"/>
              <a:gd name="connsiteX6" fmla="*/ 175970 w 750807"/>
              <a:gd name="connsiteY6" fmla="*/ 20525 h 119241"/>
              <a:gd name="connsiteX7" fmla="*/ 222896 w 750807"/>
              <a:gd name="connsiteY7" fmla="*/ 20525 h 119241"/>
              <a:gd name="connsiteX8" fmla="*/ 199433 w 750807"/>
              <a:gd name="connsiteY8" fmla="*/ 20525 h 119241"/>
              <a:gd name="connsiteX9" fmla="*/ 199433 w 750807"/>
              <a:gd name="connsiteY9" fmla="*/ 102625 h 119241"/>
              <a:gd name="connsiteX10" fmla="*/ 175970 w 750807"/>
              <a:gd name="connsiteY10" fmla="*/ 102625 h 119241"/>
              <a:gd name="connsiteX11" fmla="*/ 222896 w 750807"/>
              <a:gd name="connsiteY11" fmla="*/ 102625 h 119241"/>
              <a:gd name="connsiteX12" fmla="*/ 703882 w 750807"/>
              <a:gd name="connsiteY12" fmla="*/ 115331 h 119241"/>
              <a:gd name="connsiteX13" fmla="*/ 750807 w 750807"/>
              <a:gd name="connsiteY13" fmla="*/ 115331 h 119241"/>
              <a:gd name="connsiteX14" fmla="*/ 727344 w 750807"/>
              <a:gd name="connsiteY14" fmla="*/ 115331 h 119241"/>
              <a:gd name="connsiteX15" fmla="*/ 727344 w 750807"/>
              <a:gd name="connsiteY15" fmla="*/ 119241 h 119241"/>
              <a:gd name="connsiteX16" fmla="*/ 703882 w 750807"/>
              <a:gd name="connsiteY16" fmla="*/ 119241 h 119241"/>
              <a:gd name="connsiteX17" fmla="*/ 750807 w 750807"/>
              <a:gd name="connsiteY17" fmla="*/ 119241 h 119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0807" h="119241">
                <a:moveTo>
                  <a:pt x="0" y="0"/>
                </a:moveTo>
                <a:lnTo>
                  <a:pt x="46925" y="0"/>
                </a:lnTo>
                <a:moveTo>
                  <a:pt x="23463" y="0"/>
                </a:moveTo>
                <a:lnTo>
                  <a:pt x="23463" y="99693"/>
                </a:lnTo>
                <a:moveTo>
                  <a:pt x="0" y="99693"/>
                </a:moveTo>
                <a:lnTo>
                  <a:pt x="46925" y="99693"/>
                </a:lnTo>
                <a:moveTo>
                  <a:pt x="175970" y="20525"/>
                </a:moveTo>
                <a:lnTo>
                  <a:pt x="222896" y="20525"/>
                </a:lnTo>
                <a:moveTo>
                  <a:pt x="199433" y="20525"/>
                </a:moveTo>
                <a:lnTo>
                  <a:pt x="199433" y="102625"/>
                </a:lnTo>
                <a:moveTo>
                  <a:pt x="175970" y="102625"/>
                </a:moveTo>
                <a:lnTo>
                  <a:pt x="222896" y="102625"/>
                </a:lnTo>
                <a:moveTo>
                  <a:pt x="703882" y="115331"/>
                </a:moveTo>
                <a:lnTo>
                  <a:pt x="750807" y="115331"/>
                </a:lnTo>
                <a:moveTo>
                  <a:pt x="727344" y="115331"/>
                </a:moveTo>
                <a:lnTo>
                  <a:pt x="727344" y="119241"/>
                </a:lnTo>
                <a:moveTo>
                  <a:pt x="703882" y="119241"/>
                </a:moveTo>
                <a:lnTo>
                  <a:pt x="750807" y="119241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4" name="자유형 33">
            <a:extLst>
              <a:ext uri="{FF2B5EF4-FFF2-40B4-BE49-F238E27FC236}">
                <a16:creationId xmlns:a16="http://schemas.microsoft.com/office/drawing/2014/main" id="{1E3D77CA-A296-F4B4-3B8E-C6F7BDD7CD8B}"/>
              </a:ext>
            </a:extLst>
          </p:cNvPr>
          <p:cNvSpPr/>
          <p:nvPr/>
        </p:nvSpPr>
        <p:spPr>
          <a:xfrm>
            <a:off x="938803" y="1391609"/>
            <a:ext cx="1759704" cy="258030"/>
          </a:xfrm>
          <a:custGeom>
            <a:avLst/>
            <a:gdLst>
              <a:gd name="connsiteX0" fmla="*/ 0 w 1759704"/>
              <a:gd name="connsiteY0" fmla="*/ 258030 h 258030"/>
              <a:gd name="connsiteX1" fmla="*/ 0 w 1759704"/>
              <a:gd name="connsiteY1" fmla="*/ 258030 h 258030"/>
              <a:gd name="connsiteX2" fmla="*/ 175971 w 1759704"/>
              <a:gd name="connsiteY2" fmla="*/ 211115 h 258030"/>
              <a:gd name="connsiteX3" fmla="*/ 351941 w 1759704"/>
              <a:gd name="connsiteY3" fmla="*/ 234573 h 258030"/>
              <a:gd name="connsiteX4" fmla="*/ 527911 w 1759704"/>
              <a:gd name="connsiteY4" fmla="*/ 234573 h 258030"/>
              <a:gd name="connsiteX5" fmla="*/ 703882 w 1759704"/>
              <a:gd name="connsiteY5" fmla="*/ 234573 h 258030"/>
              <a:gd name="connsiteX6" fmla="*/ 879852 w 1759704"/>
              <a:gd name="connsiteY6" fmla="*/ 234573 h 258030"/>
              <a:gd name="connsiteX7" fmla="*/ 1055823 w 1759704"/>
              <a:gd name="connsiteY7" fmla="*/ 0 h 258030"/>
              <a:gd name="connsiteX8" fmla="*/ 1231793 w 1759704"/>
              <a:gd name="connsiteY8" fmla="*/ 164201 h 258030"/>
              <a:gd name="connsiteX9" fmla="*/ 1407764 w 1759704"/>
              <a:gd name="connsiteY9" fmla="*/ 211115 h 258030"/>
              <a:gd name="connsiteX10" fmla="*/ 1583734 w 1759704"/>
              <a:gd name="connsiteY10" fmla="*/ 234573 h 258030"/>
              <a:gd name="connsiteX11" fmla="*/ 1759705 w 1759704"/>
              <a:gd name="connsiteY11" fmla="*/ 234573 h 258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9704" h="258030">
                <a:moveTo>
                  <a:pt x="0" y="258030"/>
                </a:moveTo>
                <a:lnTo>
                  <a:pt x="0" y="258030"/>
                </a:lnTo>
                <a:lnTo>
                  <a:pt x="175971" y="211115"/>
                </a:lnTo>
                <a:lnTo>
                  <a:pt x="351941" y="234573"/>
                </a:lnTo>
                <a:lnTo>
                  <a:pt x="527911" y="234573"/>
                </a:lnTo>
                <a:lnTo>
                  <a:pt x="703882" y="234573"/>
                </a:lnTo>
                <a:lnTo>
                  <a:pt x="879852" y="234573"/>
                </a:lnTo>
                <a:lnTo>
                  <a:pt x="1055823" y="0"/>
                </a:lnTo>
                <a:lnTo>
                  <a:pt x="1231793" y="164201"/>
                </a:lnTo>
                <a:lnTo>
                  <a:pt x="1407764" y="211115"/>
                </a:lnTo>
                <a:lnTo>
                  <a:pt x="1583734" y="234573"/>
                </a:lnTo>
                <a:lnTo>
                  <a:pt x="1759705" y="234573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35" name="자유형 34">
            <a:extLst>
              <a:ext uri="{FF2B5EF4-FFF2-40B4-BE49-F238E27FC236}">
                <a16:creationId xmlns:a16="http://schemas.microsoft.com/office/drawing/2014/main" id="{F9C29A53-E216-B134-AEE3-79494A60648E}"/>
              </a:ext>
            </a:extLst>
          </p:cNvPr>
          <p:cNvSpPr/>
          <p:nvPr/>
        </p:nvSpPr>
        <p:spPr>
          <a:xfrm>
            <a:off x="915340" y="1332966"/>
            <a:ext cx="1806629" cy="385090"/>
          </a:xfrm>
          <a:custGeom>
            <a:avLst/>
            <a:gdLst>
              <a:gd name="connsiteX0" fmla="*/ 0 w 1806629"/>
              <a:gd name="connsiteY0" fmla="*/ 266827 h 385090"/>
              <a:gd name="connsiteX1" fmla="*/ 46925 w 1806629"/>
              <a:gd name="connsiteY1" fmla="*/ 266827 h 385090"/>
              <a:gd name="connsiteX2" fmla="*/ 23463 w 1806629"/>
              <a:gd name="connsiteY2" fmla="*/ 266827 h 385090"/>
              <a:gd name="connsiteX3" fmla="*/ 23463 w 1806629"/>
              <a:gd name="connsiteY3" fmla="*/ 366520 h 385090"/>
              <a:gd name="connsiteX4" fmla="*/ 0 w 1806629"/>
              <a:gd name="connsiteY4" fmla="*/ 366520 h 385090"/>
              <a:gd name="connsiteX5" fmla="*/ 46925 w 1806629"/>
              <a:gd name="connsiteY5" fmla="*/ 366520 h 385090"/>
              <a:gd name="connsiteX6" fmla="*/ 175970 w 1806629"/>
              <a:gd name="connsiteY6" fmla="*/ 211116 h 385090"/>
              <a:gd name="connsiteX7" fmla="*/ 222896 w 1806629"/>
              <a:gd name="connsiteY7" fmla="*/ 211116 h 385090"/>
              <a:gd name="connsiteX8" fmla="*/ 199433 w 1806629"/>
              <a:gd name="connsiteY8" fmla="*/ 211116 h 385090"/>
              <a:gd name="connsiteX9" fmla="*/ 199433 w 1806629"/>
              <a:gd name="connsiteY9" fmla="*/ 328402 h 385090"/>
              <a:gd name="connsiteX10" fmla="*/ 175970 w 1806629"/>
              <a:gd name="connsiteY10" fmla="*/ 328402 h 385090"/>
              <a:gd name="connsiteX11" fmla="*/ 222896 w 1806629"/>
              <a:gd name="connsiteY11" fmla="*/ 328402 h 385090"/>
              <a:gd name="connsiteX12" fmla="*/ 351941 w 1806629"/>
              <a:gd name="connsiteY12" fmla="*/ 243369 h 385090"/>
              <a:gd name="connsiteX13" fmla="*/ 398866 w 1806629"/>
              <a:gd name="connsiteY13" fmla="*/ 243369 h 385090"/>
              <a:gd name="connsiteX14" fmla="*/ 375404 w 1806629"/>
              <a:gd name="connsiteY14" fmla="*/ 243369 h 385090"/>
              <a:gd name="connsiteX15" fmla="*/ 375404 w 1806629"/>
              <a:gd name="connsiteY15" fmla="*/ 343063 h 385090"/>
              <a:gd name="connsiteX16" fmla="*/ 351941 w 1806629"/>
              <a:gd name="connsiteY16" fmla="*/ 343063 h 385090"/>
              <a:gd name="connsiteX17" fmla="*/ 398866 w 1806629"/>
              <a:gd name="connsiteY17" fmla="*/ 343063 h 385090"/>
              <a:gd name="connsiteX18" fmla="*/ 527911 w 1806629"/>
              <a:gd name="connsiteY18" fmla="*/ 217957 h 385090"/>
              <a:gd name="connsiteX19" fmla="*/ 574837 w 1806629"/>
              <a:gd name="connsiteY19" fmla="*/ 217957 h 385090"/>
              <a:gd name="connsiteX20" fmla="*/ 551374 w 1806629"/>
              <a:gd name="connsiteY20" fmla="*/ 217957 h 385090"/>
              <a:gd name="connsiteX21" fmla="*/ 551374 w 1806629"/>
              <a:gd name="connsiteY21" fmla="*/ 368475 h 385090"/>
              <a:gd name="connsiteX22" fmla="*/ 527911 w 1806629"/>
              <a:gd name="connsiteY22" fmla="*/ 368475 h 385090"/>
              <a:gd name="connsiteX23" fmla="*/ 574837 w 1806629"/>
              <a:gd name="connsiteY23" fmla="*/ 368475 h 385090"/>
              <a:gd name="connsiteX24" fmla="*/ 703882 w 1806629"/>
              <a:gd name="connsiteY24" fmla="*/ 234573 h 385090"/>
              <a:gd name="connsiteX25" fmla="*/ 750807 w 1806629"/>
              <a:gd name="connsiteY25" fmla="*/ 234573 h 385090"/>
              <a:gd name="connsiteX26" fmla="*/ 727345 w 1806629"/>
              <a:gd name="connsiteY26" fmla="*/ 234573 h 385090"/>
              <a:gd name="connsiteX27" fmla="*/ 727345 w 1806629"/>
              <a:gd name="connsiteY27" fmla="*/ 351859 h 385090"/>
              <a:gd name="connsiteX28" fmla="*/ 703882 w 1806629"/>
              <a:gd name="connsiteY28" fmla="*/ 351859 h 385090"/>
              <a:gd name="connsiteX29" fmla="*/ 750807 w 1806629"/>
              <a:gd name="connsiteY29" fmla="*/ 351859 h 385090"/>
              <a:gd name="connsiteX30" fmla="*/ 879852 w 1806629"/>
              <a:gd name="connsiteY30" fmla="*/ 201342 h 385090"/>
              <a:gd name="connsiteX31" fmla="*/ 926778 w 1806629"/>
              <a:gd name="connsiteY31" fmla="*/ 201342 h 385090"/>
              <a:gd name="connsiteX32" fmla="*/ 903315 w 1806629"/>
              <a:gd name="connsiteY32" fmla="*/ 201342 h 385090"/>
              <a:gd name="connsiteX33" fmla="*/ 903315 w 1806629"/>
              <a:gd name="connsiteY33" fmla="*/ 385091 h 385090"/>
              <a:gd name="connsiteX34" fmla="*/ 879852 w 1806629"/>
              <a:gd name="connsiteY34" fmla="*/ 385091 h 385090"/>
              <a:gd name="connsiteX35" fmla="*/ 926778 w 1806629"/>
              <a:gd name="connsiteY35" fmla="*/ 385091 h 385090"/>
              <a:gd name="connsiteX36" fmla="*/ 1055823 w 1806629"/>
              <a:gd name="connsiteY36" fmla="*/ 0 h 385090"/>
              <a:gd name="connsiteX37" fmla="*/ 1102748 w 1806629"/>
              <a:gd name="connsiteY37" fmla="*/ 0 h 385090"/>
              <a:gd name="connsiteX38" fmla="*/ 1079285 w 1806629"/>
              <a:gd name="connsiteY38" fmla="*/ 0 h 385090"/>
              <a:gd name="connsiteX39" fmla="*/ 1079285 w 1806629"/>
              <a:gd name="connsiteY39" fmla="*/ 117286 h 385090"/>
              <a:gd name="connsiteX40" fmla="*/ 1055823 w 1806629"/>
              <a:gd name="connsiteY40" fmla="*/ 117286 h 385090"/>
              <a:gd name="connsiteX41" fmla="*/ 1102748 w 1806629"/>
              <a:gd name="connsiteY41" fmla="*/ 117286 h 385090"/>
              <a:gd name="connsiteX42" fmla="*/ 1231793 w 1806629"/>
              <a:gd name="connsiteY42" fmla="*/ 172997 h 385090"/>
              <a:gd name="connsiteX43" fmla="*/ 1278719 w 1806629"/>
              <a:gd name="connsiteY43" fmla="*/ 172997 h 385090"/>
              <a:gd name="connsiteX44" fmla="*/ 1255256 w 1806629"/>
              <a:gd name="connsiteY44" fmla="*/ 172997 h 385090"/>
              <a:gd name="connsiteX45" fmla="*/ 1255256 w 1806629"/>
              <a:gd name="connsiteY45" fmla="*/ 272691 h 385090"/>
              <a:gd name="connsiteX46" fmla="*/ 1231793 w 1806629"/>
              <a:gd name="connsiteY46" fmla="*/ 272691 h 385090"/>
              <a:gd name="connsiteX47" fmla="*/ 1278719 w 1806629"/>
              <a:gd name="connsiteY47" fmla="*/ 272691 h 385090"/>
              <a:gd name="connsiteX48" fmla="*/ 1407764 w 1806629"/>
              <a:gd name="connsiteY48" fmla="*/ 219912 h 385090"/>
              <a:gd name="connsiteX49" fmla="*/ 1454689 w 1806629"/>
              <a:gd name="connsiteY49" fmla="*/ 219912 h 385090"/>
              <a:gd name="connsiteX50" fmla="*/ 1431226 w 1806629"/>
              <a:gd name="connsiteY50" fmla="*/ 219912 h 385090"/>
              <a:gd name="connsiteX51" fmla="*/ 1431226 w 1806629"/>
              <a:gd name="connsiteY51" fmla="*/ 319606 h 385090"/>
              <a:gd name="connsiteX52" fmla="*/ 1407764 w 1806629"/>
              <a:gd name="connsiteY52" fmla="*/ 319606 h 385090"/>
              <a:gd name="connsiteX53" fmla="*/ 1454689 w 1806629"/>
              <a:gd name="connsiteY53" fmla="*/ 319606 h 385090"/>
              <a:gd name="connsiteX54" fmla="*/ 1583734 w 1806629"/>
              <a:gd name="connsiteY54" fmla="*/ 243369 h 385090"/>
              <a:gd name="connsiteX55" fmla="*/ 1630659 w 1806629"/>
              <a:gd name="connsiteY55" fmla="*/ 243369 h 385090"/>
              <a:gd name="connsiteX56" fmla="*/ 1607197 w 1806629"/>
              <a:gd name="connsiteY56" fmla="*/ 243369 h 385090"/>
              <a:gd name="connsiteX57" fmla="*/ 1607197 w 1806629"/>
              <a:gd name="connsiteY57" fmla="*/ 343063 h 385090"/>
              <a:gd name="connsiteX58" fmla="*/ 1583734 w 1806629"/>
              <a:gd name="connsiteY58" fmla="*/ 343063 h 385090"/>
              <a:gd name="connsiteX59" fmla="*/ 1630659 w 1806629"/>
              <a:gd name="connsiteY59" fmla="*/ 343063 h 385090"/>
              <a:gd name="connsiteX60" fmla="*/ 1759704 w 1806629"/>
              <a:gd name="connsiteY60" fmla="*/ 243369 h 385090"/>
              <a:gd name="connsiteX61" fmla="*/ 1806630 w 1806629"/>
              <a:gd name="connsiteY61" fmla="*/ 243369 h 385090"/>
              <a:gd name="connsiteX62" fmla="*/ 1783167 w 1806629"/>
              <a:gd name="connsiteY62" fmla="*/ 243369 h 385090"/>
              <a:gd name="connsiteX63" fmla="*/ 1783167 w 1806629"/>
              <a:gd name="connsiteY63" fmla="*/ 343063 h 385090"/>
              <a:gd name="connsiteX64" fmla="*/ 1759704 w 1806629"/>
              <a:gd name="connsiteY64" fmla="*/ 343063 h 385090"/>
              <a:gd name="connsiteX65" fmla="*/ 1806630 w 1806629"/>
              <a:gd name="connsiteY65" fmla="*/ 343063 h 38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06629" h="385090">
                <a:moveTo>
                  <a:pt x="0" y="266827"/>
                </a:moveTo>
                <a:lnTo>
                  <a:pt x="46925" y="266827"/>
                </a:lnTo>
                <a:moveTo>
                  <a:pt x="23463" y="266827"/>
                </a:moveTo>
                <a:lnTo>
                  <a:pt x="23463" y="366520"/>
                </a:lnTo>
                <a:moveTo>
                  <a:pt x="0" y="366520"/>
                </a:moveTo>
                <a:lnTo>
                  <a:pt x="46925" y="366520"/>
                </a:lnTo>
                <a:moveTo>
                  <a:pt x="175970" y="211116"/>
                </a:moveTo>
                <a:lnTo>
                  <a:pt x="222896" y="211116"/>
                </a:lnTo>
                <a:moveTo>
                  <a:pt x="199433" y="211116"/>
                </a:moveTo>
                <a:lnTo>
                  <a:pt x="199433" y="328402"/>
                </a:lnTo>
                <a:moveTo>
                  <a:pt x="175970" y="328402"/>
                </a:moveTo>
                <a:lnTo>
                  <a:pt x="222896" y="328402"/>
                </a:lnTo>
                <a:moveTo>
                  <a:pt x="351941" y="243369"/>
                </a:moveTo>
                <a:lnTo>
                  <a:pt x="398866" y="243369"/>
                </a:lnTo>
                <a:moveTo>
                  <a:pt x="375404" y="243369"/>
                </a:moveTo>
                <a:lnTo>
                  <a:pt x="375404" y="343063"/>
                </a:lnTo>
                <a:moveTo>
                  <a:pt x="351941" y="343063"/>
                </a:moveTo>
                <a:lnTo>
                  <a:pt x="398866" y="343063"/>
                </a:lnTo>
                <a:moveTo>
                  <a:pt x="527911" y="217957"/>
                </a:moveTo>
                <a:lnTo>
                  <a:pt x="574837" y="217957"/>
                </a:lnTo>
                <a:moveTo>
                  <a:pt x="551374" y="217957"/>
                </a:moveTo>
                <a:lnTo>
                  <a:pt x="551374" y="368475"/>
                </a:lnTo>
                <a:moveTo>
                  <a:pt x="527911" y="368475"/>
                </a:moveTo>
                <a:lnTo>
                  <a:pt x="574837" y="368475"/>
                </a:lnTo>
                <a:moveTo>
                  <a:pt x="703882" y="234573"/>
                </a:moveTo>
                <a:lnTo>
                  <a:pt x="750807" y="234573"/>
                </a:lnTo>
                <a:moveTo>
                  <a:pt x="727345" y="234573"/>
                </a:moveTo>
                <a:lnTo>
                  <a:pt x="727345" y="351859"/>
                </a:lnTo>
                <a:moveTo>
                  <a:pt x="703882" y="351859"/>
                </a:moveTo>
                <a:lnTo>
                  <a:pt x="750807" y="351859"/>
                </a:lnTo>
                <a:moveTo>
                  <a:pt x="879852" y="201342"/>
                </a:moveTo>
                <a:lnTo>
                  <a:pt x="926778" y="201342"/>
                </a:lnTo>
                <a:moveTo>
                  <a:pt x="903315" y="201342"/>
                </a:moveTo>
                <a:lnTo>
                  <a:pt x="903315" y="385091"/>
                </a:lnTo>
                <a:moveTo>
                  <a:pt x="879852" y="385091"/>
                </a:moveTo>
                <a:lnTo>
                  <a:pt x="926778" y="385091"/>
                </a:lnTo>
                <a:moveTo>
                  <a:pt x="1055823" y="0"/>
                </a:moveTo>
                <a:lnTo>
                  <a:pt x="1102748" y="0"/>
                </a:lnTo>
                <a:moveTo>
                  <a:pt x="1079285" y="0"/>
                </a:moveTo>
                <a:lnTo>
                  <a:pt x="1079285" y="117286"/>
                </a:lnTo>
                <a:moveTo>
                  <a:pt x="1055823" y="117286"/>
                </a:moveTo>
                <a:lnTo>
                  <a:pt x="1102748" y="117286"/>
                </a:lnTo>
                <a:moveTo>
                  <a:pt x="1231793" y="172997"/>
                </a:moveTo>
                <a:lnTo>
                  <a:pt x="1278719" y="172997"/>
                </a:lnTo>
                <a:moveTo>
                  <a:pt x="1255256" y="172997"/>
                </a:moveTo>
                <a:lnTo>
                  <a:pt x="1255256" y="272691"/>
                </a:lnTo>
                <a:moveTo>
                  <a:pt x="1231793" y="272691"/>
                </a:moveTo>
                <a:lnTo>
                  <a:pt x="1278719" y="272691"/>
                </a:lnTo>
                <a:moveTo>
                  <a:pt x="1407764" y="219912"/>
                </a:moveTo>
                <a:lnTo>
                  <a:pt x="1454689" y="219912"/>
                </a:lnTo>
                <a:moveTo>
                  <a:pt x="1431226" y="219912"/>
                </a:moveTo>
                <a:lnTo>
                  <a:pt x="1431226" y="319606"/>
                </a:lnTo>
                <a:moveTo>
                  <a:pt x="1407764" y="319606"/>
                </a:moveTo>
                <a:lnTo>
                  <a:pt x="1454689" y="319606"/>
                </a:lnTo>
                <a:moveTo>
                  <a:pt x="1583734" y="243369"/>
                </a:moveTo>
                <a:lnTo>
                  <a:pt x="1630659" y="243369"/>
                </a:lnTo>
                <a:moveTo>
                  <a:pt x="1607197" y="243369"/>
                </a:moveTo>
                <a:lnTo>
                  <a:pt x="1607197" y="343063"/>
                </a:lnTo>
                <a:moveTo>
                  <a:pt x="1583734" y="343063"/>
                </a:moveTo>
                <a:lnTo>
                  <a:pt x="1630659" y="343063"/>
                </a:lnTo>
                <a:moveTo>
                  <a:pt x="1759704" y="243369"/>
                </a:moveTo>
                <a:lnTo>
                  <a:pt x="1806630" y="243369"/>
                </a:lnTo>
                <a:moveTo>
                  <a:pt x="1783167" y="243369"/>
                </a:moveTo>
                <a:lnTo>
                  <a:pt x="1783167" y="343063"/>
                </a:lnTo>
                <a:moveTo>
                  <a:pt x="1759704" y="343063"/>
                </a:moveTo>
                <a:lnTo>
                  <a:pt x="1806630" y="343063"/>
                </a:lnTo>
              </a:path>
            </a:pathLst>
          </a:custGeom>
          <a:noFill/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 35">
            <a:extLst>
              <a:ext uri="{FF2B5EF4-FFF2-40B4-BE49-F238E27FC236}">
                <a16:creationId xmlns:a16="http://schemas.microsoft.com/office/drawing/2014/main" id="{BD82583D-BB1A-83E2-D142-16FC65A50BD1}"/>
              </a:ext>
            </a:extLst>
          </p:cNvPr>
          <p:cNvSpPr/>
          <p:nvPr/>
        </p:nvSpPr>
        <p:spPr>
          <a:xfrm>
            <a:off x="1711280" y="2106161"/>
            <a:ext cx="55561" cy="69964"/>
          </a:xfrm>
          <a:custGeom>
            <a:avLst/>
            <a:gdLst>
              <a:gd name="connsiteX0" fmla="*/ 34868 w 55561"/>
              <a:gd name="connsiteY0" fmla="*/ 69965 h 69964"/>
              <a:gd name="connsiteX1" fmla="*/ 34868 w 55561"/>
              <a:gd name="connsiteY1" fmla="*/ 11892 h 69964"/>
              <a:gd name="connsiteX2" fmla="*/ 55561 w 55561"/>
              <a:gd name="connsiteY2" fmla="*/ 11892 h 69964"/>
              <a:gd name="connsiteX3" fmla="*/ 55561 w 55561"/>
              <a:gd name="connsiteY3" fmla="*/ 0 h 69964"/>
              <a:gd name="connsiteX4" fmla="*/ 0 w 55561"/>
              <a:gd name="connsiteY4" fmla="*/ 0 h 69964"/>
              <a:gd name="connsiteX5" fmla="*/ 0 w 55561"/>
              <a:gd name="connsiteY5" fmla="*/ 11892 h 69964"/>
              <a:gd name="connsiteX6" fmla="*/ 20774 w 55561"/>
              <a:gd name="connsiteY6" fmla="*/ 11892 h 69964"/>
              <a:gd name="connsiteX7" fmla="*/ 20774 w 55561"/>
              <a:gd name="connsiteY7" fmla="*/ 69965 h 69964"/>
              <a:gd name="connsiteX8" fmla="*/ 34868 w 55561"/>
              <a:gd name="connsiteY8" fmla="*/ 69965 h 69964"/>
              <a:gd name="connsiteX9" fmla="*/ 34868 w 55561"/>
              <a:gd name="connsiteY9" fmla="*/ 69965 h 6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561" h="69964">
                <a:moveTo>
                  <a:pt x="34868" y="69965"/>
                </a:moveTo>
                <a:lnTo>
                  <a:pt x="34868" y="11892"/>
                </a:lnTo>
                <a:lnTo>
                  <a:pt x="55561" y="11892"/>
                </a:lnTo>
                <a:lnTo>
                  <a:pt x="55561" y="0"/>
                </a:lnTo>
                <a:lnTo>
                  <a:pt x="0" y="0"/>
                </a:lnTo>
                <a:lnTo>
                  <a:pt x="0" y="11892"/>
                </a:lnTo>
                <a:lnTo>
                  <a:pt x="20774" y="11892"/>
                </a:lnTo>
                <a:lnTo>
                  <a:pt x="20774" y="69965"/>
                </a:lnTo>
                <a:lnTo>
                  <a:pt x="34868" y="69965"/>
                </a:lnTo>
                <a:lnTo>
                  <a:pt x="34868" y="69965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7" name="자유형 36">
            <a:extLst>
              <a:ext uri="{FF2B5EF4-FFF2-40B4-BE49-F238E27FC236}">
                <a16:creationId xmlns:a16="http://schemas.microsoft.com/office/drawing/2014/main" id="{ED9DD1A8-76A6-9DC5-DCE9-9B2CB846FD5A}"/>
              </a:ext>
            </a:extLst>
          </p:cNvPr>
          <p:cNvSpPr/>
          <p:nvPr/>
        </p:nvSpPr>
        <p:spPr>
          <a:xfrm>
            <a:off x="1772463" y="2106242"/>
            <a:ext cx="154227" cy="70942"/>
          </a:xfrm>
          <a:custGeom>
            <a:avLst/>
            <a:gdLst>
              <a:gd name="connsiteX0" fmla="*/ 13442 w 154227"/>
              <a:gd name="connsiteY0" fmla="*/ 12380 h 70942"/>
              <a:gd name="connsiteX1" fmla="*/ 13442 w 154227"/>
              <a:gd name="connsiteY1" fmla="*/ 0 h 70942"/>
              <a:gd name="connsiteX2" fmla="*/ 0 w 154227"/>
              <a:gd name="connsiteY2" fmla="*/ 0 h 70942"/>
              <a:gd name="connsiteX3" fmla="*/ 0 w 154227"/>
              <a:gd name="connsiteY3" fmla="*/ 12380 h 70942"/>
              <a:gd name="connsiteX4" fmla="*/ 13442 w 154227"/>
              <a:gd name="connsiteY4" fmla="*/ 12380 h 70942"/>
              <a:gd name="connsiteX5" fmla="*/ 13442 w 154227"/>
              <a:gd name="connsiteY5" fmla="*/ 69883 h 70942"/>
              <a:gd name="connsiteX6" fmla="*/ 13442 w 154227"/>
              <a:gd name="connsiteY6" fmla="*/ 19222 h 70942"/>
              <a:gd name="connsiteX7" fmla="*/ 0 w 154227"/>
              <a:gd name="connsiteY7" fmla="*/ 19222 h 70942"/>
              <a:gd name="connsiteX8" fmla="*/ 0 w 154227"/>
              <a:gd name="connsiteY8" fmla="*/ 69883 h 70942"/>
              <a:gd name="connsiteX9" fmla="*/ 13442 w 154227"/>
              <a:gd name="connsiteY9" fmla="*/ 69883 h 70942"/>
              <a:gd name="connsiteX10" fmla="*/ 24522 w 154227"/>
              <a:gd name="connsiteY10" fmla="*/ 69883 h 70942"/>
              <a:gd name="connsiteX11" fmla="*/ 37964 w 154227"/>
              <a:gd name="connsiteY11" fmla="*/ 69883 h 70942"/>
              <a:gd name="connsiteX12" fmla="*/ 37964 w 154227"/>
              <a:gd name="connsiteY12" fmla="*/ 45286 h 70942"/>
              <a:gd name="connsiteX13" fmla="*/ 39023 w 154227"/>
              <a:gd name="connsiteY13" fmla="*/ 34860 h 70942"/>
              <a:gd name="connsiteX14" fmla="*/ 42608 w 154227"/>
              <a:gd name="connsiteY14" fmla="*/ 30055 h 70942"/>
              <a:gd name="connsiteX15" fmla="*/ 48229 w 154227"/>
              <a:gd name="connsiteY15" fmla="*/ 28344 h 70942"/>
              <a:gd name="connsiteX16" fmla="*/ 52302 w 154227"/>
              <a:gd name="connsiteY16" fmla="*/ 29403 h 70942"/>
              <a:gd name="connsiteX17" fmla="*/ 54502 w 154227"/>
              <a:gd name="connsiteY17" fmla="*/ 32580 h 70942"/>
              <a:gd name="connsiteX18" fmla="*/ 55235 w 154227"/>
              <a:gd name="connsiteY18" fmla="*/ 42109 h 70942"/>
              <a:gd name="connsiteX19" fmla="*/ 55235 w 154227"/>
              <a:gd name="connsiteY19" fmla="*/ 69883 h 70942"/>
              <a:gd name="connsiteX20" fmla="*/ 68677 w 154227"/>
              <a:gd name="connsiteY20" fmla="*/ 69883 h 70942"/>
              <a:gd name="connsiteX21" fmla="*/ 68677 w 154227"/>
              <a:gd name="connsiteY21" fmla="*/ 45530 h 70942"/>
              <a:gd name="connsiteX22" fmla="*/ 69737 w 154227"/>
              <a:gd name="connsiteY22" fmla="*/ 35023 h 70942"/>
              <a:gd name="connsiteX23" fmla="*/ 73321 w 154227"/>
              <a:gd name="connsiteY23" fmla="*/ 29973 h 70942"/>
              <a:gd name="connsiteX24" fmla="*/ 78617 w 154227"/>
              <a:gd name="connsiteY24" fmla="*/ 28263 h 70942"/>
              <a:gd name="connsiteX25" fmla="*/ 84319 w 154227"/>
              <a:gd name="connsiteY25" fmla="*/ 31114 h 70942"/>
              <a:gd name="connsiteX26" fmla="*/ 85704 w 154227"/>
              <a:gd name="connsiteY26" fmla="*/ 40888 h 70942"/>
              <a:gd name="connsiteX27" fmla="*/ 85704 w 154227"/>
              <a:gd name="connsiteY27" fmla="*/ 69883 h 70942"/>
              <a:gd name="connsiteX28" fmla="*/ 99146 w 154227"/>
              <a:gd name="connsiteY28" fmla="*/ 69883 h 70942"/>
              <a:gd name="connsiteX29" fmla="*/ 99146 w 154227"/>
              <a:gd name="connsiteY29" fmla="*/ 37466 h 70942"/>
              <a:gd name="connsiteX30" fmla="*/ 97761 w 154227"/>
              <a:gd name="connsiteY30" fmla="*/ 26960 h 70942"/>
              <a:gd name="connsiteX31" fmla="*/ 91977 w 154227"/>
              <a:gd name="connsiteY31" fmla="*/ 20281 h 70942"/>
              <a:gd name="connsiteX32" fmla="*/ 82527 w 154227"/>
              <a:gd name="connsiteY32" fmla="*/ 18000 h 70942"/>
              <a:gd name="connsiteX33" fmla="*/ 74299 w 154227"/>
              <a:gd name="connsiteY33" fmla="*/ 20037 h 70942"/>
              <a:gd name="connsiteX34" fmla="*/ 67130 w 154227"/>
              <a:gd name="connsiteY34" fmla="*/ 26064 h 70942"/>
              <a:gd name="connsiteX35" fmla="*/ 61264 w 154227"/>
              <a:gd name="connsiteY35" fmla="*/ 20037 h 70942"/>
              <a:gd name="connsiteX36" fmla="*/ 52791 w 154227"/>
              <a:gd name="connsiteY36" fmla="*/ 18000 h 70942"/>
              <a:gd name="connsiteX37" fmla="*/ 36986 w 154227"/>
              <a:gd name="connsiteY37" fmla="*/ 26064 h 70942"/>
              <a:gd name="connsiteX38" fmla="*/ 36986 w 154227"/>
              <a:gd name="connsiteY38" fmla="*/ 19140 h 70942"/>
              <a:gd name="connsiteX39" fmla="*/ 24603 w 154227"/>
              <a:gd name="connsiteY39" fmla="*/ 19140 h 70942"/>
              <a:gd name="connsiteX40" fmla="*/ 24603 w 154227"/>
              <a:gd name="connsiteY40" fmla="*/ 69802 h 70942"/>
              <a:gd name="connsiteX41" fmla="*/ 24603 w 154227"/>
              <a:gd name="connsiteY41" fmla="*/ 69802 h 70942"/>
              <a:gd name="connsiteX42" fmla="*/ 136947 w 154227"/>
              <a:gd name="connsiteY42" fmla="*/ 59295 h 70942"/>
              <a:gd name="connsiteX43" fmla="*/ 131652 w 154227"/>
              <a:gd name="connsiteY43" fmla="*/ 61005 h 70942"/>
              <a:gd name="connsiteX44" fmla="*/ 123913 w 154227"/>
              <a:gd name="connsiteY44" fmla="*/ 57666 h 70942"/>
              <a:gd name="connsiteX45" fmla="*/ 120654 w 154227"/>
              <a:gd name="connsiteY45" fmla="*/ 48381 h 70942"/>
              <a:gd name="connsiteX46" fmla="*/ 154219 w 154227"/>
              <a:gd name="connsiteY46" fmla="*/ 48381 h 70942"/>
              <a:gd name="connsiteX47" fmla="*/ 147946 w 154227"/>
              <a:gd name="connsiteY47" fmla="*/ 25494 h 70942"/>
              <a:gd name="connsiteX48" fmla="*/ 130104 w 154227"/>
              <a:gd name="connsiteY48" fmla="*/ 18000 h 70942"/>
              <a:gd name="connsiteX49" fmla="*/ 113485 w 154227"/>
              <a:gd name="connsiteY49" fmla="*/ 25168 h 70942"/>
              <a:gd name="connsiteX50" fmla="*/ 106886 w 154227"/>
              <a:gd name="connsiteY50" fmla="*/ 44878 h 70942"/>
              <a:gd name="connsiteX51" fmla="*/ 111937 w 154227"/>
              <a:gd name="connsiteY51" fmla="*/ 62309 h 70942"/>
              <a:gd name="connsiteX52" fmla="*/ 131489 w 154227"/>
              <a:gd name="connsiteY52" fmla="*/ 70942 h 70942"/>
              <a:gd name="connsiteX53" fmla="*/ 145420 w 154227"/>
              <a:gd name="connsiteY53" fmla="*/ 67114 h 70942"/>
              <a:gd name="connsiteX54" fmla="*/ 153567 w 154227"/>
              <a:gd name="connsiteY54" fmla="*/ 55955 h 70942"/>
              <a:gd name="connsiteX55" fmla="*/ 140206 w 154227"/>
              <a:gd name="connsiteY55" fmla="*/ 53675 h 70942"/>
              <a:gd name="connsiteX56" fmla="*/ 136947 w 154227"/>
              <a:gd name="connsiteY56" fmla="*/ 59214 h 70942"/>
              <a:gd name="connsiteX57" fmla="*/ 136947 w 154227"/>
              <a:gd name="connsiteY57" fmla="*/ 59214 h 70942"/>
              <a:gd name="connsiteX58" fmla="*/ 120898 w 154227"/>
              <a:gd name="connsiteY58" fmla="*/ 40236 h 70942"/>
              <a:gd name="connsiteX59" fmla="*/ 123750 w 154227"/>
              <a:gd name="connsiteY59" fmla="*/ 31521 h 70942"/>
              <a:gd name="connsiteX60" fmla="*/ 131000 w 154227"/>
              <a:gd name="connsiteY60" fmla="*/ 28344 h 70942"/>
              <a:gd name="connsiteX61" fmla="*/ 138007 w 154227"/>
              <a:gd name="connsiteY61" fmla="*/ 31358 h 70942"/>
              <a:gd name="connsiteX62" fmla="*/ 141021 w 154227"/>
              <a:gd name="connsiteY62" fmla="*/ 40236 h 70942"/>
              <a:gd name="connsiteX63" fmla="*/ 120980 w 154227"/>
              <a:gd name="connsiteY63" fmla="*/ 40236 h 70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54227" h="70942">
                <a:moveTo>
                  <a:pt x="13442" y="12380"/>
                </a:moveTo>
                <a:lnTo>
                  <a:pt x="13442" y="0"/>
                </a:lnTo>
                <a:lnTo>
                  <a:pt x="0" y="0"/>
                </a:lnTo>
                <a:lnTo>
                  <a:pt x="0" y="12380"/>
                </a:lnTo>
                <a:lnTo>
                  <a:pt x="13442" y="12380"/>
                </a:lnTo>
                <a:close/>
                <a:moveTo>
                  <a:pt x="13442" y="69883"/>
                </a:moveTo>
                <a:lnTo>
                  <a:pt x="13442" y="19222"/>
                </a:lnTo>
                <a:lnTo>
                  <a:pt x="0" y="19222"/>
                </a:lnTo>
                <a:lnTo>
                  <a:pt x="0" y="69883"/>
                </a:lnTo>
                <a:lnTo>
                  <a:pt x="13442" y="69883"/>
                </a:lnTo>
                <a:close/>
                <a:moveTo>
                  <a:pt x="24522" y="69883"/>
                </a:moveTo>
                <a:lnTo>
                  <a:pt x="37964" y="69883"/>
                </a:lnTo>
                <a:lnTo>
                  <a:pt x="37964" y="45286"/>
                </a:lnTo>
                <a:cubicBezTo>
                  <a:pt x="37964" y="40399"/>
                  <a:pt x="38290" y="36896"/>
                  <a:pt x="39023" y="34860"/>
                </a:cubicBezTo>
                <a:cubicBezTo>
                  <a:pt x="39756" y="32824"/>
                  <a:pt x="40897" y="31114"/>
                  <a:pt x="42608" y="30055"/>
                </a:cubicBezTo>
                <a:cubicBezTo>
                  <a:pt x="44237" y="28914"/>
                  <a:pt x="46111" y="28344"/>
                  <a:pt x="48229" y="28344"/>
                </a:cubicBezTo>
                <a:cubicBezTo>
                  <a:pt x="49940" y="28344"/>
                  <a:pt x="51325" y="28670"/>
                  <a:pt x="52302" y="29403"/>
                </a:cubicBezTo>
                <a:cubicBezTo>
                  <a:pt x="53280" y="30136"/>
                  <a:pt x="54013" y="31195"/>
                  <a:pt x="54502" y="32580"/>
                </a:cubicBezTo>
                <a:cubicBezTo>
                  <a:pt x="54991" y="33964"/>
                  <a:pt x="55235" y="37222"/>
                  <a:pt x="55235" y="42109"/>
                </a:cubicBezTo>
                <a:lnTo>
                  <a:pt x="55235" y="69883"/>
                </a:lnTo>
                <a:lnTo>
                  <a:pt x="68677" y="69883"/>
                </a:lnTo>
                <a:lnTo>
                  <a:pt x="68677" y="45530"/>
                </a:lnTo>
                <a:cubicBezTo>
                  <a:pt x="68677" y="40724"/>
                  <a:pt x="69003" y="37304"/>
                  <a:pt x="69737" y="35023"/>
                </a:cubicBezTo>
                <a:cubicBezTo>
                  <a:pt x="70470" y="32824"/>
                  <a:pt x="71692" y="31114"/>
                  <a:pt x="73321" y="29973"/>
                </a:cubicBezTo>
                <a:cubicBezTo>
                  <a:pt x="74950" y="28833"/>
                  <a:pt x="76743" y="28263"/>
                  <a:pt x="78617" y="28263"/>
                </a:cubicBezTo>
                <a:cubicBezTo>
                  <a:pt x="81224" y="28263"/>
                  <a:pt x="83097" y="29240"/>
                  <a:pt x="84319" y="31114"/>
                </a:cubicBezTo>
                <a:cubicBezTo>
                  <a:pt x="85215" y="32580"/>
                  <a:pt x="85704" y="35838"/>
                  <a:pt x="85704" y="40888"/>
                </a:cubicBezTo>
                <a:lnTo>
                  <a:pt x="85704" y="69883"/>
                </a:lnTo>
                <a:lnTo>
                  <a:pt x="99146" y="69883"/>
                </a:lnTo>
                <a:lnTo>
                  <a:pt x="99146" y="37466"/>
                </a:lnTo>
                <a:cubicBezTo>
                  <a:pt x="99146" y="32661"/>
                  <a:pt x="98658" y="29159"/>
                  <a:pt x="97761" y="26960"/>
                </a:cubicBezTo>
                <a:cubicBezTo>
                  <a:pt x="96458" y="24028"/>
                  <a:pt x="94584" y="21828"/>
                  <a:pt x="91977" y="20281"/>
                </a:cubicBezTo>
                <a:cubicBezTo>
                  <a:pt x="89370" y="18733"/>
                  <a:pt x="86274" y="18000"/>
                  <a:pt x="82527" y="18000"/>
                </a:cubicBezTo>
                <a:cubicBezTo>
                  <a:pt x="79594" y="18000"/>
                  <a:pt x="76824" y="18652"/>
                  <a:pt x="74299" y="20037"/>
                </a:cubicBezTo>
                <a:cubicBezTo>
                  <a:pt x="71773" y="21421"/>
                  <a:pt x="69329" y="23376"/>
                  <a:pt x="67130" y="26064"/>
                </a:cubicBezTo>
                <a:cubicBezTo>
                  <a:pt x="65582" y="23376"/>
                  <a:pt x="63626" y="21340"/>
                  <a:pt x="61264" y="20037"/>
                </a:cubicBezTo>
                <a:cubicBezTo>
                  <a:pt x="58901" y="18733"/>
                  <a:pt x="56050" y="18000"/>
                  <a:pt x="52791" y="18000"/>
                </a:cubicBezTo>
                <a:cubicBezTo>
                  <a:pt x="46681" y="18000"/>
                  <a:pt x="41386" y="20688"/>
                  <a:pt x="36986" y="26064"/>
                </a:cubicBezTo>
                <a:lnTo>
                  <a:pt x="36986" y="19140"/>
                </a:lnTo>
                <a:lnTo>
                  <a:pt x="24603" y="19140"/>
                </a:lnTo>
                <a:lnTo>
                  <a:pt x="24603" y="69802"/>
                </a:lnTo>
                <a:lnTo>
                  <a:pt x="24603" y="69802"/>
                </a:lnTo>
                <a:close/>
                <a:moveTo>
                  <a:pt x="136947" y="59295"/>
                </a:moveTo>
                <a:cubicBezTo>
                  <a:pt x="135481" y="60435"/>
                  <a:pt x="133770" y="61005"/>
                  <a:pt x="131652" y="61005"/>
                </a:cubicBezTo>
                <a:cubicBezTo>
                  <a:pt x="128556" y="61005"/>
                  <a:pt x="125949" y="59865"/>
                  <a:pt x="123913" y="57666"/>
                </a:cubicBezTo>
                <a:cubicBezTo>
                  <a:pt x="121876" y="55467"/>
                  <a:pt x="120735" y="52372"/>
                  <a:pt x="120654" y="48381"/>
                </a:cubicBezTo>
                <a:lnTo>
                  <a:pt x="154219" y="48381"/>
                </a:lnTo>
                <a:cubicBezTo>
                  <a:pt x="154381" y="38118"/>
                  <a:pt x="152345" y="30462"/>
                  <a:pt x="147946" y="25494"/>
                </a:cubicBezTo>
                <a:cubicBezTo>
                  <a:pt x="143546" y="20525"/>
                  <a:pt x="137599" y="18000"/>
                  <a:pt x="130104" y="18000"/>
                </a:cubicBezTo>
                <a:cubicBezTo>
                  <a:pt x="123424" y="18000"/>
                  <a:pt x="117802" y="20362"/>
                  <a:pt x="113485" y="25168"/>
                </a:cubicBezTo>
                <a:cubicBezTo>
                  <a:pt x="109085" y="29892"/>
                  <a:pt x="106886" y="36489"/>
                  <a:pt x="106886" y="44878"/>
                </a:cubicBezTo>
                <a:cubicBezTo>
                  <a:pt x="106886" y="51883"/>
                  <a:pt x="108597" y="57748"/>
                  <a:pt x="111937" y="62309"/>
                </a:cubicBezTo>
                <a:cubicBezTo>
                  <a:pt x="116173" y="68091"/>
                  <a:pt x="122691" y="70942"/>
                  <a:pt x="131489" y="70942"/>
                </a:cubicBezTo>
                <a:cubicBezTo>
                  <a:pt x="137029" y="70942"/>
                  <a:pt x="141673" y="69639"/>
                  <a:pt x="145420" y="67114"/>
                </a:cubicBezTo>
                <a:cubicBezTo>
                  <a:pt x="149168" y="64589"/>
                  <a:pt x="151856" y="60842"/>
                  <a:pt x="153567" y="55955"/>
                </a:cubicBezTo>
                <a:lnTo>
                  <a:pt x="140206" y="53675"/>
                </a:lnTo>
                <a:cubicBezTo>
                  <a:pt x="139473" y="56200"/>
                  <a:pt x="138414" y="58073"/>
                  <a:pt x="136947" y="59214"/>
                </a:cubicBezTo>
                <a:lnTo>
                  <a:pt x="136947" y="59214"/>
                </a:lnTo>
                <a:close/>
                <a:moveTo>
                  <a:pt x="120898" y="40236"/>
                </a:moveTo>
                <a:cubicBezTo>
                  <a:pt x="120898" y="36570"/>
                  <a:pt x="121794" y="33720"/>
                  <a:pt x="123750" y="31521"/>
                </a:cubicBezTo>
                <a:cubicBezTo>
                  <a:pt x="125623" y="29403"/>
                  <a:pt x="128068" y="28344"/>
                  <a:pt x="131000" y="28344"/>
                </a:cubicBezTo>
                <a:cubicBezTo>
                  <a:pt x="133770" y="28344"/>
                  <a:pt x="136051" y="29321"/>
                  <a:pt x="138007" y="31358"/>
                </a:cubicBezTo>
                <a:cubicBezTo>
                  <a:pt x="139880" y="33394"/>
                  <a:pt x="140939" y="36326"/>
                  <a:pt x="141021" y="40236"/>
                </a:cubicBezTo>
                <a:lnTo>
                  <a:pt x="120980" y="40236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 37">
            <a:extLst>
              <a:ext uri="{FF2B5EF4-FFF2-40B4-BE49-F238E27FC236}">
                <a16:creationId xmlns:a16="http://schemas.microsoft.com/office/drawing/2014/main" id="{DCD9A9DA-7648-8BF4-EE99-4898A5AB3999}"/>
              </a:ext>
            </a:extLst>
          </p:cNvPr>
          <p:cNvSpPr/>
          <p:nvPr/>
        </p:nvSpPr>
        <p:spPr>
          <a:xfrm>
            <a:off x="633869" y="1029569"/>
            <a:ext cx="90510" cy="534630"/>
          </a:xfrm>
          <a:custGeom>
            <a:avLst/>
            <a:gdLst>
              <a:gd name="connsiteX0" fmla="*/ 69981 w 90510"/>
              <a:gd name="connsiteY0" fmla="*/ 520459 h 534630"/>
              <a:gd name="connsiteX1" fmla="*/ 40245 w 90510"/>
              <a:gd name="connsiteY1" fmla="*/ 520459 h 534630"/>
              <a:gd name="connsiteX2" fmla="*/ 40245 w 90510"/>
              <a:gd name="connsiteY2" fmla="*/ 491218 h 534630"/>
              <a:gd name="connsiteX3" fmla="*/ 28432 w 90510"/>
              <a:gd name="connsiteY3" fmla="*/ 491218 h 534630"/>
              <a:gd name="connsiteX4" fmla="*/ 28432 w 90510"/>
              <a:gd name="connsiteY4" fmla="*/ 520459 h 534630"/>
              <a:gd name="connsiteX5" fmla="*/ 11894 w 90510"/>
              <a:gd name="connsiteY5" fmla="*/ 520459 h 534630"/>
              <a:gd name="connsiteX6" fmla="*/ 11894 w 90510"/>
              <a:gd name="connsiteY6" fmla="*/ 486657 h 534630"/>
              <a:gd name="connsiteX7" fmla="*/ 81 w 90510"/>
              <a:gd name="connsiteY7" fmla="*/ 486657 h 534630"/>
              <a:gd name="connsiteX8" fmla="*/ 81 w 90510"/>
              <a:gd name="connsiteY8" fmla="*/ 534631 h 534630"/>
              <a:gd name="connsiteX9" fmla="*/ 70062 w 90510"/>
              <a:gd name="connsiteY9" fmla="*/ 534631 h 534630"/>
              <a:gd name="connsiteX10" fmla="*/ 70062 w 90510"/>
              <a:gd name="connsiteY10" fmla="*/ 520540 h 534630"/>
              <a:gd name="connsiteX11" fmla="*/ 70062 w 90510"/>
              <a:gd name="connsiteY11" fmla="*/ 520540 h 534630"/>
              <a:gd name="connsiteX12" fmla="*/ 12383 w 90510"/>
              <a:gd name="connsiteY12" fmla="*/ 463363 h 534630"/>
              <a:gd name="connsiteX13" fmla="*/ 0 w 90510"/>
              <a:gd name="connsiteY13" fmla="*/ 463363 h 534630"/>
              <a:gd name="connsiteX14" fmla="*/ 0 w 90510"/>
              <a:gd name="connsiteY14" fmla="*/ 476802 h 534630"/>
              <a:gd name="connsiteX15" fmla="*/ 12383 w 90510"/>
              <a:gd name="connsiteY15" fmla="*/ 476802 h 534630"/>
              <a:gd name="connsiteX16" fmla="*/ 12383 w 90510"/>
              <a:gd name="connsiteY16" fmla="*/ 463363 h 534630"/>
              <a:gd name="connsiteX17" fmla="*/ 12383 w 90510"/>
              <a:gd name="connsiteY17" fmla="*/ 463363 h 534630"/>
              <a:gd name="connsiteX18" fmla="*/ 69981 w 90510"/>
              <a:gd name="connsiteY18" fmla="*/ 463363 h 534630"/>
              <a:gd name="connsiteX19" fmla="*/ 19308 w 90510"/>
              <a:gd name="connsiteY19" fmla="*/ 463363 h 534630"/>
              <a:gd name="connsiteX20" fmla="*/ 19308 w 90510"/>
              <a:gd name="connsiteY20" fmla="*/ 476802 h 534630"/>
              <a:gd name="connsiteX21" fmla="*/ 69981 w 90510"/>
              <a:gd name="connsiteY21" fmla="*/ 476802 h 534630"/>
              <a:gd name="connsiteX22" fmla="*/ 69981 w 90510"/>
              <a:gd name="connsiteY22" fmla="*/ 463363 h 534630"/>
              <a:gd name="connsiteX23" fmla="*/ 69981 w 90510"/>
              <a:gd name="connsiteY23" fmla="*/ 463363 h 534630"/>
              <a:gd name="connsiteX24" fmla="*/ 54339 w 90510"/>
              <a:gd name="connsiteY24" fmla="*/ 438440 h 534630"/>
              <a:gd name="connsiteX25" fmla="*/ 37312 w 90510"/>
              <a:gd name="connsiteY25" fmla="*/ 437299 h 534630"/>
              <a:gd name="connsiteX26" fmla="*/ 31691 w 90510"/>
              <a:gd name="connsiteY26" fmla="*/ 434204 h 534630"/>
              <a:gd name="connsiteX27" fmla="*/ 30143 w 90510"/>
              <a:gd name="connsiteY27" fmla="*/ 429399 h 534630"/>
              <a:gd name="connsiteX28" fmla="*/ 32343 w 90510"/>
              <a:gd name="connsiteY28" fmla="*/ 423127 h 534630"/>
              <a:gd name="connsiteX29" fmla="*/ 20611 w 90510"/>
              <a:gd name="connsiteY29" fmla="*/ 418973 h 534630"/>
              <a:gd name="connsiteX30" fmla="*/ 18086 w 90510"/>
              <a:gd name="connsiteY30" fmla="*/ 427770 h 534630"/>
              <a:gd name="connsiteX31" fmla="*/ 19715 w 90510"/>
              <a:gd name="connsiteY31" fmla="*/ 433553 h 534630"/>
              <a:gd name="connsiteX32" fmla="*/ 26477 w 90510"/>
              <a:gd name="connsiteY32" fmla="*/ 439336 h 534630"/>
              <a:gd name="connsiteX33" fmla="*/ 19308 w 90510"/>
              <a:gd name="connsiteY33" fmla="*/ 439336 h 534630"/>
              <a:gd name="connsiteX34" fmla="*/ 19308 w 90510"/>
              <a:gd name="connsiteY34" fmla="*/ 451797 h 534630"/>
              <a:gd name="connsiteX35" fmla="*/ 69981 w 90510"/>
              <a:gd name="connsiteY35" fmla="*/ 451797 h 534630"/>
              <a:gd name="connsiteX36" fmla="*/ 69981 w 90510"/>
              <a:gd name="connsiteY36" fmla="*/ 438358 h 534630"/>
              <a:gd name="connsiteX37" fmla="*/ 54339 w 90510"/>
              <a:gd name="connsiteY37" fmla="*/ 438358 h 534630"/>
              <a:gd name="connsiteX38" fmla="*/ 12383 w 90510"/>
              <a:gd name="connsiteY38" fmla="*/ 401462 h 534630"/>
              <a:gd name="connsiteX39" fmla="*/ 0 w 90510"/>
              <a:gd name="connsiteY39" fmla="*/ 401462 h 534630"/>
              <a:gd name="connsiteX40" fmla="*/ 0 w 90510"/>
              <a:gd name="connsiteY40" fmla="*/ 414901 h 534630"/>
              <a:gd name="connsiteX41" fmla="*/ 12383 w 90510"/>
              <a:gd name="connsiteY41" fmla="*/ 414901 h 534630"/>
              <a:gd name="connsiteX42" fmla="*/ 12383 w 90510"/>
              <a:gd name="connsiteY42" fmla="*/ 401462 h 534630"/>
              <a:gd name="connsiteX43" fmla="*/ 12383 w 90510"/>
              <a:gd name="connsiteY43" fmla="*/ 401462 h 534630"/>
              <a:gd name="connsiteX44" fmla="*/ 69981 w 90510"/>
              <a:gd name="connsiteY44" fmla="*/ 401462 h 534630"/>
              <a:gd name="connsiteX45" fmla="*/ 19308 w 90510"/>
              <a:gd name="connsiteY45" fmla="*/ 401462 h 534630"/>
              <a:gd name="connsiteX46" fmla="*/ 19308 w 90510"/>
              <a:gd name="connsiteY46" fmla="*/ 414901 h 534630"/>
              <a:gd name="connsiteX47" fmla="*/ 69981 w 90510"/>
              <a:gd name="connsiteY47" fmla="*/ 414901 h 534630"/>
              <a:gd name="connsiteX48" fmla="*/ 69981 w 90510"/>
              <a:gd name="connsiteY48" fmla="*/ 401462 h 534630"/>
              <a:gd name="connsiteX49" fmla="*/ 69981 w 90510"/>
              <a:gd name="connsiteY49" fmla="*/ 401462 h 534630"/>
              <a:gd name="connsiteX50" fmla="*/ 38453 w 90510"/>
              <a:gd name="connsiteY50" fmla="*/ 343307 h 534630"/>
              <a:gd name="connsiteX51" fmla="*/ 29410 w 90510"/>
              <a:gd name="connsiteY51" fmla="*/ 344040 h 534630"/>
              <a:gd name="connsiteX52" fmla="*/ 23789 w 90510"/>
              <a:gd name="connsiteY52" fmla="*/ 346647 h 534630"/>
              <a:gd name="connsiteX53" fmla="*/ 19715 w 90510"/>
              <a:gd name="connsiteY53" fmla="*/ 352185 h 534630"/>
              <a:gd name="connsiteX54" fmla="*/ 18086 w 90510"/>
              <a:gd name="connsiteY54" fmla="*/ 360330 h 534630"/>
              <a:gd name="connsiteX55" fmla="*/ 26640 w 90510"/>
              <a:gd name="connsiteY55" fmla="*/ 377027 h 534630"/>
              <a:gd name="connsiteX56" fmla="*/ 19226 w 90510"/>
              <a:gd name="connsiteY56" fmla="*/ 377027 h 534630"/>
              <a:gd name="connsiteX57" fmla="*/ 19226 w 90510"/>
              <a:gd name="connsiteY57" fmla="*/ 389489 h 534630"/>
              <a:gd name="connsiteX58" fmla="*/ 69899 w 90510"/>
              <a:gd name="connsiteY58" fmla="*/ 389489 h 534630"/>
              <a:gd name="connsiteX59" fmla="*/ 69899 w 90510"/>
              <a:gd name="connsiteY59" fmla="*/ 376050 h 534630"/>
              <a:gd name="connsiteX60" fmla="*/ 46925 w 90510"/>
              <a:gd name="connsiteY60" fmla="*/ 376050 h 534630"/>
              <a:gd name="connsiteX61" fmla="*/ 35276 w 90510"/>
              <a:gd name="connsiteY61" fmla="*/ 374991 h 534630"/>
              <a:gd name="connsiteX62" fmla="*/ 30225 w 90510"/>
              <a:gd name="connsiteY62" fmla="*/ 371163 h 534630"/>
              <a:gd name="connsiteX63" fmla="*/ 28351 w 90510"/>
              <a:gd name="connsiteY63" fmla="*/ 364891 h 534630"/>
              <a:gd name="connsiteX64" fmla="*/ 29654 w 90510"/>
              <a:gd name="connsiteY64" fmla="*/ 360249 h 534630"/>
              <a:gd name="connsiteX65" fmla="*/ 33402 w 90510"/>
              <a:gd name="connsiteY65" fmla="*/ 357479 h 534630"/>
              <a:gd name="connsiteX66" fmla="*/ 43993 w 90510"/>
              <a:gd name="connsiteY66" fmla="*/ 356583 h 534630"/>
              <a:gd name="connsiteX67" fmla="*/ 69899 w 90510"/>
              <a:gd name="connsiteY67" fmla="*/ 356583 h 534630"/>
              <a:gd name="connsiteX68" fmla="*/ 69899 w 90510"/>
              <a:gd name="connsiteY68" fmla="*/ 343144 h 534630"/>
              <a:gd name="connsiteX69" fmla="*/ 38371 w 90510"/>
              <a:gd name="connsiteY69" fmla="*/ 343144 h 534630"/>
              <a:gd name="connsiteX70" fmla="*/ 74950 w 90510"/>
              <a:gd name="connsiteY70" fmla="*/ 332637 h 534630"/>
              <a:gd name="connsiteX71" fmla="*/ 86111 w 90510"/>
              <a:gd name="connsiteY71" fmla="*/ 327262 h 534630"/>
              <a:gd name="connsiteX72" fmla="*/ 90511 w 90510"/>
              <a:gd name="connsiteY72" fmla="*/ 309017 h 534630"/>
              <a:gd name="connsiteX73" fmla="*/ 89044 w 90510"/>
              <a:gd name="connsiteY73" fmla="*/ 297696 h 534630"/>
              <a:gd name="connsiteX74" fmla="*/ 85052 w 90510"/>
              <a:gd name="connsiteY74" fmla="*/ 290528 h 534630"/>
              <a:gd name="connsiteX75" fmla="*/ 78046 w 90510"/>
              <a:gd name="connsiteY75" fmla="*/ 286374 h 534630"/>
              <a:gd name="connsiteX76" fmla="*/ 64604 w 90510"/>
              <a:gd name="connsiteY76" fmla="*/ 284908 h 534630"/>
              <a:gd name="connsiteX77" fmla="*/ 19145 w 90510"/>
              <a:gd name="connsiteY77" fmla="*/ 284908 h 534630"/>
              <a:gd name="connsiteX78" fmla="*/ 19145 w 90510"/>
              <a:gd name="connsiteY78" fmla="*/ 297451 h 534630"/>
              <a:gd name="connsiteX79" fmla="*/ 26233 w 90510"/>
              <a:gd name="connsiteY79" fmla="*/ 297451 h 534630"/>
              <a:gd name="connsiteX80" fmla="*/ 18004 w 90510"/>
              <a:gd name="connsiteY80" fmla="*/ 312927 h 534630"/>
              <a:gd name="connsiteX81" fmla="*/ 24766 w 90510"/>
              <a:gd name="connsiteY81" fmla="*/ 328158 h 534630"/>
              <a:gd name="connsiteX82" fmla="*/ 44237 w 90510"/>
              <a:gd name="connsiteY82" fmla="*/ 334266 h 534630"/>
              <a:gd name="connsiteX83" fmla="*/ 61264 w 90510"/>
              <a:gd name="connsiteY83" fmla="*/ 329624 h 534630"/>
              <a:gd name="connsiteX84" fmla="*/ 69899 w 90510"/>
              <a:gd name="connsiteY84" fmla="*/ 313416 h 534630"/>
              <a:gd name="connsiteX85" fmla="*/ 61671 w 90510"/>
              <a:gd name="connsiteY85" fmla="*/ 298266 h 534630"/>
              <a:gd name="connsiteX86" fmla="*/ 69085 w 90510"/>
              <a:gd name="connsiteY86" fmla="*/ 298266 h 534630"/>
              <a:gd name="connsiteX87" fmla="*/ 75276 w 90510"/>
              <a:gd name="connsiteY87" fmla="*/ 298918 h 534630"/>
              <a:gd name="connsiteX88" fmla="*/ 78698 w 90510"/>
              <a:gd name="connsiteY88" fmla="*/ 301605 h 534630"/>
              <a:gd name="connsiteX89" fmla="*/ 80246 w 90510"/>
              <a:gd name="connsiteY89" fmla="*/ 309506 h 534630"/>
              <a:gd name="connsiteX90" fmla="*/ 78779 w 90510"/>
              <a:gd name="connsiteY90" fmla="*/ 315533 h 534630"/>
              <a:gd name="connsiteX91" fmla="*/ 75113 w 90510"/>
              <a:gd name="connsiteY91" fmla="*/ 317325 h 534630"/>
              <a:gd name="connsiteX92" fmla="*/ 73240 w 90510"/>
              <a:gd name="connsiteY92" fmla="*/ 332637 h 534630"/>
              <a:gd name="connsiteX93" fmla="*/ 74869 w 90510"/>
              <a:gd name="connsiteY93" fmla="*/ 332637 h 534630"/>
              <a:gd name="connsiteX94" fmla="*/ 74869 w 90510"/>
              <a:gd name="connsiteY94" fmla="*/ 332637 h 534630"/>
              <a:gd name="connsiteX95" fmla="*/ 32180 w 90510"/>
              <a:gd name="connsiteY95" fmla="*/ 317488 h 534630"/>
              <a:gd name="connsiteX96" fmla="*/ 28432 w 90510"/>
              <a:gd name="connsiteY96" fmla="*/ 309506 h 534630"/>
              <a:gd name="connsiteX97" fmla="*/ 32261 w 90510"/>
              <a:gd name="connsiteY97" fmla="*/ 301280 h 534630"/>
              <a:gd name="connsiteX98" fmla="*/ 43993 w 90510"/>
              <a:gd name="connsiteY98" fmla="*/ 298022 h 534630"/>
              <a:gd name="connsiteX99" fmla="*/ 55398 w 90510"/>
              <a:gd name="connsiteY99" fmla="*/ 301443 h 534630"/>
              <a:gd name="connsiteX100" fmla="*/ 59227 w 90510"/>
              <a:gd name="connsiteY100" fmla="*/ 309750 h 534630"/>
              <a:gd name="connsiteX101" fmla="*/ 55480 w 90510"/>
              <a:gd name="connsiteY101" fmla="*/ 317488 h 534630"/>
              <a:gd name="connsiteX102" fmla="*/ 43667 w 90510"/>
              <a:gd name="connsiteY102" fmla="*/ 320583 h 534630"/>
              <a:gd name="connsiteX103" fmla="*/ 32261 w 90510"/>
              <a:gd name="connsiteY103" fmla="*/ 317488 h 534630"/>
              <a:gd name="connsiteX104" fmla="*/ 32261 w 90510"/>
              <a:gd name="connsiteY104" fmla="*/ 317488 h 534630"/>
              <a:gd name="connsiteX105" fmla="*/ 69981 w 90510"/>
              <a:gd name="connsiteY105" fmla="*/ 233595 h 534630"/>
              <a:gd name="connsiteX106" fmla="*/ 40734 w 90510"/>
              <a:gd name="connsiteY106" fmla="*/ 233595 h 534630"/>
              <a:gd name="connsiteX107" fmla="*/ 40734 w 90510"/>
              <a:gd name="connsiteY107" fmla="*/ 230745 h 534630"/>
              <a:gd name="connsiteX108" fmla="*/ 41549 w 90510"/>
              <a:gd name="connsiteY108" fmla="*/ 223659 h 534630"/>
              <a:gd name="connsiteX109" fmla="*/ 44481 w 90510"/>
              <a:gd name="connsiteY109" fmla="*/ 219423 h 534630"/>
              <a:gd name="connsiteX110" fmla="*/ 54746 w 90510"/>
              <a:gd name="connsiteY110" fmla="*/ 212012 h 534630"/>
              <a:gd name="connsiteX111" fmla="*/ 69981 w 90510"/>
              <a:gd name="connsiteY111" fmla="*/ 201830 h 534630"/>
              <a:gd name="connsiteX112" fmla="*/ 69981 w 90510"/>
              <a:gd name="connsiteY112" fmla="*/ 184970 h 534630"/>
              <a:gd name="connsiteX113" fmla="*/ 56294 w 90510"/>
              <a:gd name="connsiteY113" fmla="*/ 193523 h 534630"/>
              <a:gd name="connsiteX114" fmla="*/ 44970 w 90510"/>
              <a:gd name="connsiteY114" fmla="*/ 201586 h 534630"/>
              <a:gd name="connsiteX115" fmla="*/ 39105 w 90510"/>
              <a:gd name="connsiteY115" fmla="*/ 209161 h 534630"/>
              <a:gd name="connsiteX116" fmla="*/ 32669 w 90510"/>
              <a:gd name="connsiteY116" fmla="*/ 195315 h 534630"/>
              <a:gd name="connsiteX117" fmla="*/ 19634 w 90510"/>
              <a:gd name="connsiteY117" fmla="*/ 190672 h 534630"/>
              <a:gd name="connsiteX118" fmla="*/ 8636 w 90510"/>
              <a:gd name="connsiteY118" fmla="*/ 193767 h 534630"/>
              <a:gd name="connsiteX119" fmla="*/ 1955 w 90510"/>
              <a:gd name="connsiteY119" fmla="*/ 201912 h 534630"/>
              <a:gd name="connsiteX120" fmla="*/ 81 w 90510"/>
              <a:gd name="connsiteY120" fmla="*/ 218202 h 534630"/>
              <a:gd name="connsiteX121" fmla="*/ 81 w 90510"/>
              <a:gd name="connsiteY121" fmla="*/ 247931 h 534630"/>
              <a:gd name="connsiteX122" fmla="*/ 70062 w 90510"/>
              <a:gd name="connsiteY122" fmla="*/ 247931 h 534630"/>
              <a:gd name="connsiteX123" fmla="*/ 70062 w 90510"/>
              <a:gd name="connsiteY123" fmla="*/ 233840 h 534630"/>
              <a:gd name="connsiteX124" fmla="*/ 70062 w 90510"/>
              <a:gd name="connsiteY124" fmla="*/ 233840 h 534630"/>
              <a:gd name="connsiteX125" fmla="*/ 11813 w 90510"/>
              <a:gd name="connsiteY125" fmla="*/ 233595 h 534630"/>
              <a:gd name="connsiteX126" fmla="*/ 11813 w 90510"/>
              <a:gd name="connsiteY126" fmla="*/ 222600 h 534630"/>
              <a:gd name="connsiteX127" fmla="*/ 12057 w 90510"/>
              <a:gd name="connsiteY127" fmla="*/ 212256 h 534630"/>
              <a:gd name="connsiteX128" fmla="*/ 14827 w 90510"/>
              <a:gd name="connsiteY128" fmla="*/ 206962 h 534630"/>
              <a:gd name="connsiteX129" fmla="*/ 20530 w 90510"/>
              <a:gd name="connsiteY129" fmla="*/ 205088 h 534630"/>
              <a:gd name="connsiteX130" fmla="*/ 25744 w 90510"/>
              <a:gd name="connsiteY130" fmla="*/ 206554 h 534630"/>
              <a:gd name="connsiteX131" fmla="*/ 28677 w 90510"/>
              <a:gd name="connsiteY131" fmla="*/ 210546 h 534630"/>
              <a:gd name="connsiteX132" fmla="*/ 29573 w 90510"/>
              <a:gd name="connsiteY132" fmla="*/ 223252 h 534630"/>
              <a:gd name="connsiteX133" fmla="*/ 29573 w 90510"/>
              <a:gd name="connsiteY133" fmla="*/ 233677 h 534630"/>
              <a:gd name="connsiteX134" fmla="*/ 11813 w 90510"/>
              <a:gd name="connsiteY134" fmla="*/ 233677 h 534630"/>
              <a:gd name="connsiteX135" fmla="*/ 29817 w 90510"/>
              <a:gd name="connsiteY135" fmla="*/ 165667 h 534630"/>
              <a:gd name="connsiteX136" fmla="*/ 28432 w 90510"/>
              <a:gd name="connsiteY136" fmla="*/ 160047 h 534630"/>
              <a:gd name="connsiteX137" fmla="*/ 30062 w 90510"/>
              <a:gd name="connsiteY137" fmla="*/ 152880 h 534630"/>
              <a:gd name="connsiteX138" fmla="*/ 35601 w 90510"/>
              <a:gd name="connsiteY138" fmla="*/ 151006 h 534630"/>
              <a:gd name="connsiteX139" fmla="*/ 36905 w 90510"/>
              <a:gd name="connsiteY139" fmla="*/ 151006 h 534630"/>
              <a:gd name="connsiteX140" fmla="*/ 40164 w 90510"/>
              <a:gd name="connsiteY140" fmla="*/ 164038 h 534630"/>
              <a:gd name="connsiteX141" fmla="*/ 43259 w 90510"/>
              <a:gd name="connsiteY141" fmla="*/ 174708 h 534630"/>
              <a:gd name="connsiteX142" fmla="*/ 48392 w 90510"/>
              <a:gd name="connsiteY142" fmla="*/ 180491 h 534630"/>
              <a:gd name="connsiteX143" fmla="*/ 56050 w 90510"/>
              <a:gd name="connsiteY143" fmla="*/ 182527 h 534630"/>
              <a:gd name="connsiteX144" fmla="*/ 66804 w 90510"/>
              <a:gd name="connsiteY144" fmla="*/ 178047 h 534630"/>
              <a:gd name="connsiteX145" fmla="*/ 71040 w 90510"/>
              <a:gd name="connsiteY145" fmla="*/ 165749 h 534630"/>
              <a:gd name="connsiteX146" fmla="*/ 69329 w 90510"/>
              <a:gd name="connsiteY146" fmla="*/ 157359 h 534630"/>
              <a:gd name="connsiteX147" fmla="*/ 64278 w 90510"/>
              <a:gd name="connsiteY147" fmla="*/ 150029 h 534630"/>
              <a:gd name="connsiteX148" fmla="*/ 65826 w 90510"/>
              <a:gd name="connsiteY148" fmla="*/ 149540 h 534630"/>
              <a:gd name="connsiteX149" fmla="*/ 69818 w 90510"/>
              <a:gd name="connsiteY149" fmla="*/ 148237 h 534630"/>
              <a:gd name="connsiteX150" fmla="*/ 69818 w 90510"/>
              <a:gd name="connsiteY150" fmla="*/ 134961 h 534630"/>
              <a:gd name="connsiteX151" fmla="*/ 63056 w 90510"/>
              <a:gd name="connsiteY151" fmla="*/ 137404 h 534630"/>
              <a:gd name="connsiteX152" fmla="*/ 53198 w 90510"/>
              <a:gd name="connsiteY152" fmla="*/ 138056 h 534630"/>
              <a:gd name="connsiteX153" fmla="*/ 37557 w 90510"/>
              <a:gd name="connsiteY153" fmla="*/ 137893 h 534630"/>
              <a:gd name="connsiteX154" fmla="*/ 25581 w 90510"/>
              <a:gd name="connsiteY154" fmla="*/ 139685 h 534630"/>
              <a:gd name="connsiteX155" fmla="*/ 20204 w 90510"/>
              <a:gd name="connsiteY155" fmla="*/ 145875 h 534630"/>
              <a:gd name="connsiteX156" fmla="*/ 18086 w 90510"/>
              <a:gd name="connsiteY156" fmla="*/ 159233 h 534630"/>
              <a:gd name="connsiteX157" fmla="*/ 21589 w 90510"/>
              <a:gd name="connsiteY157" fmla="*/ 174138 h 534630"/>
              <a:gd name="connsiteX158" fmla="*/ 32506 w 90510"/>
              <a:gd name="connsiteY158" fmla="*/ 181224 h 534630"/>
              <a:gd name="connsiteX159" fmla="*/ 34705 w 90510"/>
              <a:gd name="connsiteY159" fmla="*/ 169088 h 534630"/>
              <a:gd name="connsiteX160" fmla="*/ 29736 w 90510"/>
              <a:gd name="connsiteY160" fmla="*/ 165830 h 534630"/>
              <a:gd name="connsiteX161" fmla="*/ 29736 w 90510"/>
              <a:gd name="connsiteY161" fmla="*/ 165830 h 534630"/>
              <a:gd name="connsiteX162" fmla="*/ 48310 w 90510"/>
              <a:gd name="connsiteY162" fmla="*/ 150925 h 534630"/>
              <a:gd name="connsiteX163" fmla="*/ 54828 w 90510"/>
              <a:gd name="connsiteY163" fmla="*/ 151414 h 534630"/>
              <a:gd name="connsiteX164" fmla="*/ 59227 w 90510"/>
              <a:gd name="connsiteY164" fmla="*/ 154590 h 534630"/>
              <a:gd name="connsiteX165" fmla="*/ 61590 w 90510"/>
              <a:gd name="connsiteY165" fmla="*/ 161513 h 534630"/>
              <a:gd name="connsiteX166" fmla="*/ 59553 w 90510"/>
              <a:gd name="connsiteY166" fmla="*/ 166889 h 534630"/>
              <a:gd name="connsiteX167" fmla="*/ 54665 w 90510"/>
              <a:gd name="connsiteY167" fmla="*/ 169007 h 534630"/>
              <a:gd name="connsiteX168" fmla="*/ 49940 w 90510"/>
              <a:gd name="connsiteY168" fmla="*/ 166400 h 534630"/>
              <a:gd name="connsiteX169" fmla="*/ 47577 w 90510"/>
              <a:gd name="connsiteY169" fmla="*/ 159070 h 534630"/>
              <a:gd name="connsiteX170" fmla="*/ 45540 w 90510"/>
              <a:gd name="connsiteY170" fmla="*/ 150925 h 534630"/>
              <a:gd name="connsiteX171" fmla="*/ 48229 w 90510"/>
              <a:gd name="connsiteY171" fmla="*/ 150925 h 534630"/>
              <a:gd name="connsiteX172" fmla="*/ 19308 w 90510"/>
              <a:gd name="connsiteY172" fmla="*/ 112155 h 534630"/>
              <a:gd name="connsiteX173" fmla="*/ 1385 w 90510"/>
              <a:gd name="connsiteY173" fmla="*/ 112155 h 534630"/>
              <a:gd name="connsiteX174" fmla="*/ 9206 w 90510"/>
              <a:gd name="connsiteY174" fmla="*/ 125594 h 534630"/>
              <a:gd name="connsiteX175" fmla="*/ 19308 w 90510"/>
              <a:gd name="connsiteY175" fmla="*/ 125594 h 534630"/>
              <a:gd name="connsiteX176" fmla="*/ 19308 w 90510"/>
              <a:gd name="connsiteY176" fmla="*/ 131784 h 534630"/>
              <a:gd name="connsiteX177" fmla="*/ 29980 w 90510"/>
              <a:gd name="connsiteY177" fmla="*/ 131784 h 534630"/>
              <a:gd name="connsiteX178" fmla="*/ 29980 w 90510"/>
              <a:gd name="connsiteY178" fmla="*/ 125594 h 534630"/>
              <a:gd name="connsiteX179" fmla="*/ 52058 w 90510"/>
              <a:gd name="connsiteY179" fmla="*/ 125594 h 534630"/>
              <a:gd name="connsiteX180" fmla="*/ 61508 w 90510"/>
              <a:gd name="connsiteY180" fmla="*/ 125187 h 534630"/>
              <a:gd name="connsiteX181" fmla="*/ 66722 w 90510"/>
              <a:gd name="connsiteY181" fmla="*/ 123314 h 534630"/>
              <a:gd name="connsiteX182" fmla="*/ 69899 w 90510"/>
              <a:gd name="connsiteY182" fmla="*/ 119078 h 534630"/>
              <a:gd name="connsiteX183" fmla="*/ 71121 w 90510"/>
              <a:gd name="connsiteY183" fmla="*/ 112562 h 534630"/>
              <a:gd name="connsiteX184" fmla="*/ 69085 w 90510"/>
              <a:gd name="connsiteY184" fmla="*/ 101974 h 534630"/>
              <a:gd name="connsiteX185" fmla="*/ 58657 w 90510"/>
              <a:gd name="connsiteY185" fmla="*/ 103114 h 534630"/>
              <a:gd name="connsiteX186" fmla="*/ 59960 w 90510"/>
              <a:gd name="connsiteY186" fmla="*/ 108490 h 534630"/>
              <a:gd name="connsiteX187" fmla="*/ 59309 w 90510"/>
              <a:gd name="connsiteY187" fmla="*/ 110771 h 534630"/>
              <a:gd name="connsiteX188" fmla="*/ 57598 w 90510"/>
              <a:gd name="connsiteY188" fmla="*/ 111992 h 534630"/>
              <a:gd name="connsiteX189" fmla="*/ 50347 w 90510"/>
              <a:gd name="connsiteY189" fmla="*/ 112237 h 534630"/>
              <a:gd name="connsiteX190" fmla="*/ 29899 w 90510"/>
              <a:gd name="connsiteY190" fmla="*/ 112237 h 534630"/>
              <a:gd name="connsiteX191" fmla="*/ 29899 w 90510"/>
              <a:gd name="connsiteY191" fmla="*/ 103114 h 534630"/>
              <a:gd name="connsiteX192" fmla="*/ 19226 w 90510"/>
              <a:gd name="connsiteY192" fmla="*/ 103114 h 534630"/>
              <a:gd name="connsiteX193" fmla="*/ 19226 w 90510"/>
              <a:gd name="connsiteY193" fmla="*/ 112237 h 534630"/>
              <a:gd name="connsiteX194" fmla="*/ 19226 w 90510"/>
              <a:gd name="connsiteY194" fmla="*/ 112237 h 534630"/>
              <a:gd name="connsiteX195" fmla="*/ 59390 w 90510"/>
              <a:gd name="connsiteY195" fmla="*/ 69232 h 534630"/>
              <a:gd name="connsiteX196" fmla="*/ 61101 w 90510"/>
              <a:gd name="connsiteY196" fmla="*/ 74526 h 534630"/>
              <a:gd name="connsiteX197" fmla="*/ 57761 w 90510"/>
              <a:gd name="connsiteY197" fmla="*/ 82263 h 534630"/>
              <a:gd name="connsiteX198" fmla="*/ 48473 w 90510"/>
              <a:gd name="connsiteY198" fmla="*/ 85521 h 534630"/>
              <a:gd name="connsiteX199" fmla="*/ 48473 w 90510"/>
              <a:gd name="connsiteY199" fmla="*/ 51964 h 534630"/>
              <a:gd name="connsiteX200" fmla="*/ 25581 w 90510"/>
              <a:gd name="connsiteY200" fmla="*/ 58236 h 534630"/>
              <a:gd name="connsiteX201" fmla="*/ 18086 w 90510"/>
              <a:gd name="connsiteY201" fmla="*/ 76073 h 534630"/>
              <a:gd name="connsiteX202" fmla="*/ 25255 w 90510"/>
              <a:gd name="connsiteY202" fmla="*/ 92689 h 534630"/>
              <a:gd name="connsiteX203" fmla="*/ 44970 w 90510"/>
              <a:gd name="connsiteY203" fmla="*/ 99286 h 534630"/>
              <a:gd name="connsiteX204" fmla="*/ 62404 w 90510"/>
              <a:gd name="connsiteY204" fmla="*/ 94236 h 534630"/>
              <a:gd name="connsiteX205" fmla="*/ 71040 w 90510"/>
              <a:gd name="connsiteY205" fmla="*/ 74689 h 534630"/>
              <a:gd name="connsiteX206" fmla="*/ 67211 w 90510"/>
              <a:gd name="connsiteY206" fmla="*/ 60761 h 534630"/>
              <a:gd name="connsiteX207" fmla="*/ 56050 w 90510"/>
              <a:gd name="connsiteY207" fmla="*/ 52616 h 534630"/>
              <a:gd name="connsiteX208" fmla="*/ 53769 w 90510"/>
              <a:gd name="connsiteY208" fmla="*/ 65974 h 534630"/>
              <a:gd name="connsiteX209" fmla="*/ 59309 w 90510"/>
              <a:gd name="connsiteY209" fmla="*/ 69232 h 534630"/>
              <a:gd name="connsiteX210" fmla="*/ 59309 w 90510"/>
              <a:gd name="connsiteY210" fmla="*/ 69232 h 534630"/>
              <a:gd name="connsiteX211" fmla="*/ 40327 w 90510"/>
              <a:gd name="connsiteY211" fmla="*/ 85277 h 534630"/>
              <a:gd name="connsiteX212" fmla="*/ 31609 w 90510"/>
              <a:gd name="connsiteY212" fmla="*/ 82426 h 534630"/>
              <a:gd name="connsiteX213" fmla="*/ 28432 w 90510"/>
              <a:gd name="connsiteY213" fmla="*/ 75177 h 534630"/>
              <a:gd name="connsiteX214" fmla="*/ 31447 w 90510"/>
              <a:gd name="connsiteY214" fmla="*/ 68173 h 534630"/>
              <a:gd name="connsiteX215" fmla="*/ 40327 w 90510"/>
              <a:gd name="connsiteY215" fmla="*/ 65159 h 534630"/>
              <a:gd name="connsiteX216" fmla="*/ 40327 w 90510"/>
              <a:gd name="connsiteY216" fmla="*/ 85196 h 534630"/>
              <a:gd name="connsiteX217" fmla="*/ 40327 w 90510"/>
              <a:gd name="connsiteY217" fmla="*/ 85196 h 534630"/>
              <a:gd name="connsiteX218" fmla="*/ 66885 w 90510"/>
              <a:gd name="connsiteY218" fmla="*/ 39421 h 534630"/>
              <a:gd name="connsiteX219" fmla="*/ 71121 w 90510"/>
              <a:gd name="connsiteY219" fmla="*/ 23050 h 534630"/>
              <a:gd name="connsiteX220" fmla="*/ 66070 w 90510"/>
              <a:gd name="connsiteY220" fmla="*/ 5783 h 534630"/>
              <a:gd name="connsiteX221" fmla="*/ 54095 w 90510"/>
              <a:gd name="connsiteY221" fmla="*/ 0 h 534630"/>
              <a:gd name="connsiteX222" fmla="*/ 44156 w 90510"/>
              <a:gd name="connsiteY222" fmla="*/ 4235 h 534630"/>
              <a:gd name="connsiteX223" fmla="*/ 38208 w 90510"/>
              <a:gd name="connsiteY223" fmla="*/ 19222 h 534630"/>
              <a:gd name="connsiteX224" fmla="*/ 34461 w 90510"/>
              <a:gd name="connsiteY224" fmla="*/ 31765 h 534630"/>
              <a:gd name="connsiteX225" fmla="*/ 32017 w 90510"/>
              <a:gd name="connsiteY225" fmla="*/ 33068 h 534630"/>
              <a:gd name="connsiteX226" fmla="*/ 29328 w 90510"/>
              <a:gd name="connsiteY226" fmla="*/ 31521 h 534630"/>
              <a:gd name="connsiteX227" fmla="*/ 27862 w 90510"/>
              <a:gd name="connsiteY227" fmla="*/ 23946 h 534630"/>
              <a:gd name="connsiteX228" fmla="*/ 29410 w 90510"/>
              <a:gd name="connsiteY228" fmla="*/ 17511 h 534630"/>
              <a:gd name="connsiteX229" fmla="*/ 33972 w 90510"/>
              <a:gd name="connsiteY229" fmla="*/ 14416 h 534630"/>
              <a:gd name="connsiteX230" fmla="*/ 31609 w 90510"/>
              <a:gd name="connsiteY230" fmla="*/ 1792 h 534630"/>
              <a:gd name="connsiteX231" fmla="*/ 21589 w 90510"/>
              <a:gd name="connsiteY231" fmla="*/ 8796 h 534630"/>
              <a:gd name="connsiteX232" fmla="*/ 18167 w 90510"/>
              <a:gd name="connsiteY232" fmla="*/ 24272 h 534630"/>
              <a:gd name="connsiteX233" fmla="*/ 22648 w 90510"/>
              <a:gd name="connsiteY233" fmla="*/ 40399 h 534630"/>
              <a:gd name="connsiteX234" fmla="*/ 33728 w 90510"/>
              <a:gd name="connsiteY234" fmla="*/ 45611 h 534630"/>
              <a:gd name="connsiteX235" fmla="*/ 45133 w 90510"/>
              <a:gd name="connsiteY235" fmla="*/ 39584 h 534630"/>
              <a:gd name="connsiteX236" fmla="*/ 51651 w 90510"/>
              <a:gd name="connsiteY236" fmla="*/ 18977 h 534630"/>
              <a:gd name="connsiteX237" fmla="*/ 53443 w 90510"/>
              <a:gd name="connsiteY237" fmla="*/ 14498 h 534630"/>
              <a:gd name="connsiteX238" fmla="*/ 55968 w 90510"/>
              <a:gd name="connsiteY238" fmla="*/ 13521 h 534630"/>
              <a:gd name="connsiteX239" fmla="*/ 59553 w 90510"/>
              <a:gd name="connsiteY239" fmla="*/ 15312 h 534630"/>
              <a:gd name="connsiteX240" fmla="*/ 61427 w 90510"/>
              <a:gd name="connsiteY240" fmla="*/ 23131 h 534630"/>
              <a:gd name="connsiteX241" fmla="*/ 59390 w 90510"/>
              <a:gd name="connsiteY241" fmla="*/ 30462 h 534630"/>
              <a:gd name="connsiteX242" fmla="*/ 53443 w 90510"/>
              <a:gd name="connsiteY242" fmla="*/ 33964 h 534630"/>
              <a:gd name="connsiteX243" fmla="*/ 55480 w 90510"/>
              <a:gd name="connsiteY243" fmla="*/ 47403 h 534630"/>
              <a:gd name="connsiteX244" fmla="*/ 66885 w 90510"/>
              <a:gd name="connsiteY244" fmla="*/ 39503 h 534630"/>
              <a:gd name="connsiteX245" fmla="*/ 66885 w 90510"/>
              <a:gd name="connsiteY245" fmla="*/ 39503 h 534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</a:cxnLst>
            <a:rect l="l" t="t" r="r" b="b"/>
            <a:pathLst>
              <a:path w="90510" h="534630">
                <a:moveTo>
                  <a:pt x="69981" y="520459"/>
                </a:moveTo>
                <a:lnTo>
                  <a:pt x="40245" y="520459"/>
                </a:lnTo>
                <a:lnTo>
                  <a:pt x="40245" y="491218"/>
                </a:lnTo>
                <a:lnTo>
                  <a:pt x="28432" y="491218"/>
                </a:lnTo>
                <a:lnTo>
                  <a:pt x="28432" y="520459"/>
                </a:lnTo>
                <a:lnTo>
                  <a:pt x="11894" y="520459"/>
                </a:lnTo>
                <a:lnTo>
                  <a:pt x="11894" y="486657"/>
                </a:lnTo>
                <a:lnTo>
                  <a:pt x="81" y="486657"/>
                </a:lnTo>
                <a:lnTo>
                  <a:pt x="81" y="534631"/>
                </a:lnTo>
                <a:lnTo>
                  <a:pt x="70062" y="534631"/>
                </a:lnTo>
                <a:lnTo>
                  <a:pt x="70062" y="520540"/>
                </a:lnTo>
                <a:lnTo>
                  <a:pt x="70062" y="520540"/>
                </a:lnTo>
                <a:close/>
                <a:moveTo>
                  <a:pt x="12383" y="463363"/>
                </a:moveTo>
                <a:lnTo>
                  <a:pt x="0" y="463363"/>
                </a:lnTo>
                <a:lnTo>
                  <a:pt x="0" y="476802"/>
                </a:lnTo>
                <a:lnTo>
                  <a:pt x="12383" y="476802"/>
                </a:lnTo>
                <a:lnTo>
                  <a:pt x="12383" y="463363"/>
                </a:lnTo>
                <a:lnTo>
                  <a:pt x="12383" y="463363"/>
                </a:lnTo>
                <a:close/>
                <a:moveTo>
                  <a:pt x="69981" y="463363"/>
                </a:moveTo>
                <a:lnTo>
                  <a:pt x="19308" y="463363"/>
                </a:lnTo>
                <a:lnTo>
                  <a:pt x="19308" y="476802"/>
                </a:lnTo>
                <a:lnTo>
                  <a:pt x="69981" y="476802"/>
                </a:lnTo>
                <a:lnTo>
                  <a:pt x="69981" y="463363"/>
                </a:lnTo>
                <a:lnTo>
                  <a:pt x="69981" y="463363"/>
                </a:lnTo>
                <a:close/>
                <a:moveTo>
                  <a:pt x="54339" y="438440"/>
                </a:moveTo>
                <a:cubicBezTo>
                  <a:pt x="45703" y="438440"/>
                  <a:pt x="40082" y="438032"/>
                  <a:pt x="37312" y="437299"/>
                </a:cubicBezTo>
                <a:cubicBezTo>
                  <a:pt x="34624" y="436566"/>
                  <a:pt x="32750" y="435507"/>
                  <a:pt x="31691" y="434204"/>
                </a:cubicBezTo>
                <a:cubicBezTo>
                  <a:pt x="30632" y="432901"/>
                  <a:pt x="30143" y="431272"/>
                  <a:pt x="30143" y="429399"/>
                </a:cubicBezTo>
                <a:cubicBezTo>
                  <a:pt x="30143" y="427525"/>
                  <a:pt x="30876" y="425326"/>
                  <a:pt x="32343" y="423127"/>
                </a:cubicBezTo>
                <a:lnTo>
                  <a:pt x="20611" y="418973"/>
                </a:lnTo>
                <a:cubicBezTo>
                  <a:pt x="18901" y="421824"/>
                  <a:pt x="18086" y="424756"/>
                  <a:pt x="18086" y="427770"/>
                </a:cubicBezTo>
                <a:cubicBezTo>
                  <a:pt x="18086" y="429969"/>
                  <a:pt x="18656" y="431842"/>
                  <a:pt x="19715" y="433553"/>
                </a:cubicBezTo>
                <a:cubicBezTo>
                  <a:pt x="20774" y="435263"/>
                  <a:pt x="23055" y="437137"/>
                  <a:pt x="26477" y="439336"/>
                </a:cubicBezTo>
                <a:lnTo>
                  <a:pt x="19308" y="439336"/>
                </a:lnTo>
                <a:lnTo>
                  <a:pt x="19308" y="451797"/>
                </a:lnTo>
                <a:lnTo>
                  <a:pt x="69981" y="451797"/>
                </a:lnTo>
                <a:lnTo>
                  <a:pt x="69981" y="438358"/>
                </a:lnTo>
                <a:lnTo>
                  <a:pt x="54339" y="438358"/>
                </a:lnTo>
                <a:close/>
                <a:moveTo>
                  <a:pt x="12383" y="401462"/>
                </a:moveTo>
                <a:lnTo>
                  <a:pt x="0" y="401462"/>
                </a:lnTo>
                <a:lnTo>
                  <a:pt x="0" y="414901"/>
                </a:lnTo>
                <a:lnTo>
                  <a:pt x="12383" y="414901"/>
                </a:lnTo>
                <a:lnTo>
                  <a:pt x="12383" y="401462"/>
                </a:lnTo>
                <a:lnTo>
                  <a:pt x="12383" y="401462"/>
                </a:lnTo>
                <a:close/>
                <a:moveTo>
                  <a:pt x="69981" y="401462"/>
                </a:moveTo>
                <a:lnTo>
                  <a:pt x="19308" y="401462"/>
                </a:lnTo>
                <a:lnTo>
                  <a:pt x="19308" y="414901"/>
                </a:lnTo>
                <a:lnTo>
                  <a:pt x="69981" y="414901"/>
                </a:lnTo>
                <a:lnTo>
                  <a:pt x="69981" y="401462"/>
                </a:lnTo>
                <a:lnTo>
                  <a:pt x="69981" y="401462"/>
                </a:lnTo>
                <a:close/>
                <a:moveTo>
                  <a:pt x="38453" y="343307"/>
                </a:moveTo>
                <a:cubicBezTo>
                  <a:pt x="34542" y="343307"/>
                  <a:pt x="31528" y="343552"/>
                  <a:pt x="29410" y="344040"/>
                </a:cubicBezTo>
                <a:cubicBezTo>
                  <a:pt x="27292" y="344529"/>
                  <a:pt x="25418" y="345425"/>
                  <a:pt x="23789" y="346647"/>
                </a:cubicBezTo>
                <a:cubicBezTo>
                  <a:pt x="22159" y="347868"/>
                  <a:pt x="20774" y="349742"/>
                  <a:pt x="19715" y="352185"/>
                </a:cubicBezTo>
                <a:cubicBezTo>
                  <a:pt x="18656" y="354629"/>
                  <a:pt x="18086" y="357316"/>
                  <a:pt x="18086" y="360330"/>
                </a:cubicBezTo>
                <a:cubicBezTo>
                  <a:pt x="18086" y="367009"/>
                  <a:pt x="20937" y="372629"/>
                  <a:pt x="26640" y="377027"/>
                </a:cubicBezTo>
                <a:lnTo>
                  <a:pt x="19226" y="377027"/>
                </a:lnTo>
                <a:lnTo>
                  <a:pt x="19226" y="389489"/>
                </a:lnTo>
                <a:lnTo>
                  <a:pt x="69899" y="389489"/>
                </a:lnTo>
                <a:lnTo>
                  <a:pt x="69899" y="376050"/>
                </a:lnTo>
                <a:lnTo>
                  <a:pt x="46925" y="376050"/>
                </a:lnTo>
                <a:cubicBezTo>
                  <a:pt x="41223" y="376050"/>
                  <a:pt x="37394" y="375724"/>
                  <a:pt x="35276" y="374991"/>
                </a:cubicBezTo>
                <a:cubicBezTo>
                  <a:pt x="33157" y="374339"/>
                  <a:pt x="31528" y="373036"/>
                  <a:pt x="30225" y="371163"/>
                </a:cubicBezTo>
                <a:cubicBezTo>
                  <a:pt x="28921" y="369289"/>
                  <a:pt x="28351" y="367253"/>
                  <a:pt x="28351" y="364891"/>
                </a:cubicBezTo>
                <a:cubicBezTo>
                  <a:pt x="28351" y="363099"/>
                  <a:pt x="28758" y="361552"/>
                  <a:pt x="29654" y="360249"/>
                </a:cubicBezTo>
                <a:cubicBezTo>
                  <a:pt x="30550" y="358946"/>
                  <a:pt x="31772" y="358049"/>
                  <a:pt x="33402" y="357479"/>
                </a:cubicBezTo>
                <a:cubicBezTo>
                  <a:pt x="35031" y="356909"/>
                  <a:pt x="38534" y="356583"/>
                  <a:pt x="43993" y="356583"/>
                </a:cubicBezTo>
                <a:lnTo>
                  <a:pt x="69899" y="356583"/>
                </a:lnTo>
                <a:lnTo>
                  <a:pt x="69899" y="343144"/>
                </a:lnTo>
                <a:lnTo>
                  <a:pt x="38371" y="343144"/>
                </a:lnTo>
                <a:close/>
                <a:moveTo>
                  <a:pt x="74950" y="332637"/>
                </a:moveTo>
                <a:cubicBezTo>
                  <a:pt x="79431" y="332637"/>
                  <a:pt x="83179" y="330846"/>
                  <a:pt x="86111" y="327262"/>
                </a:cubicBezTo>
                <a:cubicBezTo>
                  <a:pt x="89044" y="323678"/>
                  <a:pt x="90511" y="317569"/>
                  <a:pt x="90511" y="309017"/>
                </a:cubicBezTo>
                <a:cubicBezTo>
                  <a:pt x="90511" y="304456"/>
                  <a:pt x="90022" y="300710"/>
                  <a:pt x="89044" y="297696"/>
                </a:cubicBezTo>
                <a:cubicBezTo>
                  <a:pt x="88067" y="294682"/>
                  <a:pt x="86763" y="292320"/>
                  <a:pt x="85052" y="290528"/>
                </a:cubicBezTo>
                <a:cubicBezTo>
                  <a:pt x="83342" y="288737"/>
                  <a:pt x="81060" y="287352"/>
                  <a:pt x="78046" y="286374"/>
                </a:cubicBezTo>
                <a:cubicBezTo>
                  <a:pt x="75113" y="285397"/>
                  <a:pt x="70633" y="284908"/>
                  <a:pt x="64604" y="284908"/>
                </a:cubicBezTo>
                <a:lnTo>
                  <a:pt x="19145" y="284908"/>
                </a:lnTo>
                <a:lnTo>
                  <a:pt x="19145" y="297451"/>
                </a:lnTo>
                <a:lnTo>
                  <a:pt x="26233" y="297451"/>
                </a:lnTo>
                <a:cubicBezTo>
                  <a:pt x="20693" y="301524"/>
                  <a:pt x="18004" y="306655"/>
                  <a:pt x="18004" y="312927"/>
                </a:cubicBezTo>
                <a:cubicBezTo>
                  <a:pt x="18004" y="319198"/>
                  <a:pt x="20285" y="324085"/>
                  <a:pt x="24766" y="328158"/>
                </a:cubicBezTo>
                <a:cubicBezTo>
                  <a:pt x="29247" y="332230"/>
                  <a:pt x="35764" y="334266"/>
                  <a:pt x="44237" y="334266"/>
                </a:cubicBezTo>
                <a:cubicBezTo>
                  <a:pt x="50999" y="334266"/>
                  <a:pt x="56702" y="332719"/>
                  <a:pt x="61264" y="329624"/>
                </a:cubicBezTo>
                <a:cubicBezTo>
                  <a:pt x="67048" y="325633"/>
                  <a:pt x="69899" y="320257"/>
                  <a:pt x="69899" y="313416"/>
                </a:cubicBezTo>
                <a:cubicBezTo>
                  <a:pt x="69899" y="307307"/>
                  <a:pt x="67129" y="302257"/>
                  <a:pt x="61671" y="298266"/>
                </a:cubicBezTo>
                <a:lnTo>
                  <a:pt x="69085" y="298266"/>
                </a:lnTo>
                <a:cubicBezTo>
                  <a:pt x="72099" y="298266"/>
                  <a:pt x="74136" y="298510"/>
                  <a:pt x="75276" y="298918"/>
                </a:cubicBezTo>
                <a:cubicBezTo>
                  <a:pt x="76824" y="299488"/>
                  <a:pt x="77965" y="300384"/>
                  <a:pt x="78698" y="301605"/>
                </a:cubicBezTo>
                <a:cubicBezTo>
                  <a:pt x="79757" y="303316"/>
                  <a:pt x="80246" y="306004"/>
                  <a:pt x="80246" y="309506"/>
                </a:cubicBezTo>
                <a:cubicBezTo>
                  <a:pt x="80246" y="312275"/>
                  <a:pt x="79757" y="314230"/>
                  <a:pt x="78779" y="315533"/>
                </a:cubicBezTo>
                <a:cubicBezTo>
                  <a:pt x="78128" y="316429"/>
                  <a:pt x="76906" y="317081"/>
                  <a:pt x="75113" y="317325"/>
                </a:cubicBezTo>
                <a:lnTo>
                  <a:pt x="73240" y="332637"/>
                </a:lnTo>
                <a:cubicBezTo>
                  <a:pt x="73891" y="332637"/>
                  <a:pt x="74380" y="332637"/>
                  <a:pt x="74869" y="332637"/>
                </a:cubicBezTo>
                <a:lnTo>
                  <a:pt x="74869" y="332637"/>
                </a:lnTo>
                <a:close/>
                <a:moveTo>
                  <a:pt x="32180" y="317488"/>
                </a:moveTo>
                <a:cubicBezTo>
                  <a:pt x="29654" y="315370"/>
                  <a:pt x="28432" y="312764"/>
                  <a:pt x="28432" y="309506"/>
                </a:cubicBezTo>
                <a:cubicBezTo>
                  <a:pt x="28432" y="306248"/>
                  <a:pt x="29736" y="303479"/>
                  <a:pt x="32261" y="301280"/>
                </a:cubicBezTo>
                <a:cubicBezTo>
                  <a:pt x="34787" y="299081"/>
                  <a:pt x="38697" y="298022"/>
                  <a:pt x="43993" y="298022"/>
                </a:cubicBezTo>
                <a:cubicBezTo>
                  <a:pt x="49288" y="298022"/>
                  <a:pt x="52791" y="299162"/>
                  <a:pt x="55398" y="301443"/>
                </a:cubicBezTo>
                <a:cubicBezTo>
                  <a:pt x="57924" y="303723"/>
                  <a:pt x="59227" y="306492"/>
                  <a:pt x="59227" y="309750"/>
                </a:cubicBezTo>
                <a:cubicBezTo>
                  <a:pt x="59227" y="312845"/>
                  <a:pt x="58005" y="315370"/>
                  <a:pt x="55480" y="317488"/>
                </a:cubicBezTo>
                <a:cubicBezTo>
                  <a:pt x="52954" y="319606"/>
                  <a:pt x="49044" y="320583"/>
                  <a:pt x="43667" y="320583"/>
                </a:cubicBezTo>
                <a:cubicBezTo>
                  <a:pt x="38290" y="320583"/>
                  <a:pt x="34705" y="319524"/>
                  <a:pt x="32261" y="317488"/>
                </a:cubicBezTo>
                <a:lnTo>
                  <a:pt x="32261" y="317488"/>
                </a:lnTo>
                <a:close/>
                <a:moveTo>
                  <a:pt x="69981" y="233595"/>
                </a:moveTo>
                <a:lnTo>
                  <a:pt x="40734" y="233595"/>
                </a:lnTo>
                <a:lnTo>
                  <a:pt x="40734" y="230745"/>
                </a:lnTo>
                <a:cubicBezTo>
                  <a:pt x="40734" y="227487"/>
                  <a:pt x="40978" y="225125"/>
                  <a:pt x="41549" y="223659"/>
                </a:cubicBezTo>
                <a:cubicBezTo>
                  <a:pt x="42037" y="222193"/>
                  <a:pt x="43015" y="220727"/>
                  <a:pt x="44481" y="219423"/>
                </a:cubicBezTo>
                <a:cubicBezTo>
                  <a:pt x="45866" y="218120"/>
                  <a:pt x="49288" y="215595"/>
                  <a:pt x="54746" y="212012"/>
                </a:cubicBezTo>
                <a:lnTo>
                  <a:pt x="69981" y="201830"/>
                </a:lnTo>
                <a:lnTo>
                  <a:pt x="69981" y="184970"/>
                </a:lnTo>
                <a:lnTo>
                  <a:pt x="56294" y="193523"/>
                </a:lnTo>
                <a:cubicBezTo>
                  <a:pt x="50836" y="196862"/>
                  <a:pt x="47088" y="199550"/>
                  <a:pt x="44970" y="201586"/>
                </a:cubicBezTo>
                <a:cubicBezTo>
                  <a:pt x="42852" y="203541"/>
                  <a:pt x="40897" y="206066"/>
                  <a:pt x="39105" y="209161"/>
                </a:cubicBezTo>
                <a:cubicBezTo>
                  <a:pt x="38208" y="203052"/>
                  <a:pt x="36090" y="198409"/>
                  <a:pt x="32669" y="195315"/>
                </a:cubicBezTo>
                <a:cubicBezTo>
                  <a:pt x="29247" y="192220"/>
                  <a:pt x="24929" y="190672"/>
                  <a:pt x="19634" y="190672"/>
                </a:cubicBezTo>
                <a:cubicBezTo>
                  <a:pt x="15479" y="190672"/>
                  <a:pt x="11813" y="191731"/>
                  <a:pt x="8636" y="193767"/>
                </a:cubicBezTo>
                <a:cubicBezTo>
                  <a:pt x="5458" y="195803"/>
                  <a:pt x="3177" y="198491"/>
                  <a:pt x="1955" y="201912"/>
                </a:cubicBezTo>
                <a:cubicBezTo>
                  <a:pt x="733" y="205333"/>
                  <a:pt x="81" y="210708"/>
                  <a:pt x="81" y="218202"/>
                </a:cubicBezTo>
                <a:lnTo>
                  <a:pt x="81" y="247931"/>
                </a:lnTo>
                <a:lnTo>
                  <a:pt x="70062" y="247931"/>
                </a:lnTo>
                <a:lnTo>
                  <a:pt x="70062" y="233840"/>
                </a:lnTo>
                <a:lnTo>
                  <a:pt x="70062" y="233840"/>
                </a:lnTo>
                <a:close/>
                <a:moveTo>
                  <a:pt x="11813" y="233595"/>
                </a:moveTo>
                <a:lnTo>
                  <a:pt x="11813" y="222600"/>
                </a:lnTo>
                <a:cubicBezTo>
                  <a:pt x="11813" y="216899"/>
                  <a:pt x="11813" y="213478"/>
                  <a:pt x="12057" y="212256"/>
                </a:cubicBezTo>
                <a:cubicBezTo>
                  <a:pt x="12465" y="209975"/>
                  <a:pt x="13361" y="208183"/>
                  <a:pt x="14827" y="206962"/>
                </a:cubicBezTo>
                <a:cubicBezTo>
                  <a:pt x="16294" y="205740"/>
                  <a:pt x="18167" y="205088"/>
                  <a:pt x="20530" y="205088"/>
                </a:cubicBezTo>
                <a:cubicBezTo>
                  <a:pt x="22648" y="205088"/>
                  <a:pt x="24359" y="205577"/>
                  <a:pt x="25744" y="206554"/>
                </a:cubicBezTo>
                <a:cubicBezTo>
                  <a:pt x="27129" y="207532"/>
                  <a:pt x="28106" y="208835"/>
                  <a:pt x="28677" y="210546"/>
                </a:cubicBezTo>
                <a:cubicBezTo>
                  <a:pt x="29247" y="212256"/>
                  <a:pt x="29573" y="216491"/>
                  <a:pt x="29573" y="223252"/>
                </a:cubicBezTo>
                <a:lnTo>
                  <a:pt x="29573" y="233677"/>
                </a:lnTo>
                <a:lnTo>
                  <a:pt x="11813" y="233677"/>
                </a:lnTo>
                <a:close/>
                <a:moveTo>
                  <a:pt x="29817" y="165667"/>
                </a:moveTo>
                <a:cubicBezTo>
                  <a:pt x="28840" y="164364"/>
                  <a:pt x="28432" y="162491"/>
                  <a:pt x="28432" y="160047"/>
                </a:cubicBezTo>
                <a:cubicBezTo>
                  <a:pt x="28432" y="156545"/>
                  <a:pt x="29003" y="154101"/>
                  <a:pt x="30062" y="152880"/>
                </a:cubicBezTo>
                <a:cubicBezTo>
                  <a:pt x="31121" y="151576"/>
                  <a:pt x="32994" y="151006"/>
                  <a:pt x="35601" y="151006"/>
                </a:cubicBezTo>
                <a:lnTo>
                  <a:pt x="36905" y="151006"/>
                </a:lnTo>
                <a:cubicBezTo>
                  <a:pt x="37964" y="153450"/>
                  <a:pt x="39023" y="157767"/>
                  <a:pt x="40164" y="164038"/>
                </a:cubicBezTo>
                <a:cubicBezTo>
                  <a:pt x="41060" y="168681"/>
                  <a:pt x="42119" y="172264"/>
                  <a:pt x="43259" y="174708"/>
                </a:cubicBezTo>
                <a:cubicBezTo>
                  <a:pt x="44481" y="177151"/>
                  <a:pt x="46192" y="179106"/>
                  <a:pt x="48392" y="180491"/>
                </a:cubicBezTo>
                <a:cubicBezTo>
                  <a:pt x="50673" y="181875"/>
                  <a:pt x="53198" y="182527"/>
                  <a:pt x="56050" y="182527"/>
                </a:cubicBezTo>
                <a:cubicBezTo>
                  <a:pt x="60368" y="182527"/>
                  <a:pt x="63952" y="181061"/>
                  <a:pt x="66804" y="178047"/>
                </a:cubicBezTo>
                <a:cubicBezTo>
                  <a:pt x="69655" y="175034"/>
                  <a:pt x="71040" y="170961"/>
                  <a:pt x="71040" y="165749"/>
                </a:cubicBezTo>
                <a:cubicBezTo>
                  <a:pt x="71040" y="162816"/>
                  <a:pt x="70470" y="159966"/>
                  <a:pt x="69329" y="157359"/>
                </a:cubicBezTo>
                <a:cubicBezTo>
                  <a:pt x="68189" y="154753"/>
                  <a:pt x="66559" y="152310"/>
                  <a:pt x="64278" y="150029"/>
                </a:cubicBezTo>
                <a:cubicBezTo>
                  <a:pt x="64522" y="149948"/>
                  <a:pt x="65093" y="149785"/>
                  <a:pt x="65826" y="149540"/>
                </a:cubicBezTo>
                <a:cubicBezTo>
                  <a:pt x="67537" y="149051"/>
                  <a:pt x="68922" y="148563"/>
                  <a:pt x="69818" y="148237"/>
                </a:cubicBezTo>
                <a:lnTo>
                  <a:pt x="69818" y="134961"/>
                </a:lnTo>
                <a:cubicBezTo>
                  <a:pt x="67374" y="136101"/>
                  <a:pt x="65093" y="136916"/>
                  <a:pt x="63056" y="137404"/>
                </a:cubicBezTo>
                <a:cubicBezTo>
                  <a:pt x="60938" y="137812"/>
                  <a:pt x="57679" y="138056"/>
                  <a:pt x="53198" y="138056"/>
                </a:cubicBezTo>
                <a:lnTo>
                  <a:pt x="37557" y="137893"/>
                </a:lnTo>
                <a:cubicBezTo>
                  <a:pt x="31772" y="137893"/>
                  <a:pt x="27699" y="138463"/>
                  <a:pt x="25581" y="139685"/>
                </a:cubicBezTo>
                <a:cubicBezTo>
                  <a:pt x="23381" y="140907"/>
                  <a:pt x="21589" y="142943"/>
                  <a:pt x="20204" y="145875"/>
                </a:cubicBezTo>
                <a:cubicBezTo>
                  <a:pt x="18819" y="148807"/>
                  <a:pt x="18086" y="153287"/>
                  <a:pt x="18086" y="159233"/>
                </a:cubicBezTo>
                <a:cubicBezTo>
                  <a:pt x="18086" y="165830"/>
                  <a:pt x="19226" y="170798"/>
                  <a:pt x="21589" y="174138"/>
                </a:cubicBezTo>
                <a:cubicBezTo>
                  <a:pt x="23952" y="177477"/>
                  <a:pt x="27536" y="179839"/>
                  <a:pt x="32506" y="181224"/>
                </a:cubicBezTo>
                <a:lnTo>
                  <a:pt x="34705" y="169088"/>
                </a:lnTo>
                <a:cubicBezTo>
                  <a:pt x="32343" y="168274"/>
                  <a:pt x="30713" y="167215"/>
                  <a:pt x="29736" y="165830"/>
                </a:cubicBezTo>
                <a:lnTo>
                  <a:pt x="29736" y="165830"/>
                </a:lnTo>
                <a:close/>
                <a:moveTo>
                  <a:pt x="48310" y="150925"/>
                </a:moveTo>
                <a:cubicBezTo>
                  <a:pt x="51488" y="150925"/>
                  <a:pt x="53687" y="151088"/>
                  <a:pt x="54828" y="151414"/>
                </a:cubicBezTo>
                <a:cubicBezTo>
                  <a:pt x="56539" y="151902"/>
                  <a:pt x="58087" y="152961"/>
                  <a:pt x="59227" y="154590"/>
                </a:cubicBezTo>
                <a:cubicBezTo>
                  <a:pt x="60856" y="156789"/>
                  <a:pt x="61590" y="159070"/>
                  <a:pt x="61590" y="161513"/>
                </a:cubicBezTo>
                <a:cubicBezTo>
                  <a:pt x="61590" y="163712"/>
                  <a:pt x="60938" y="165423"/>
                  <a:pt x="59553" y="166889"/>
                </a:cubicBezTo>
                <a:cubicBezTo>
                  <a:pt x="58168" y="168274"/>
                  <a:pt x="56539" y="169007"/>
                  <a:pt x="54665" y="169007"/>
                </a:cubicBezTo>
                <a:cubicBezTo>
                  <a:pt x="52791" y="169007"/>
                  <a:pt x="51162" y="168111"/>
                  <a:pt x="49940" y="166400"/>
                </a:cubicBezTo>
                <a:cubicBezTo>
                  <a:pt x="49207" y="165260"/>
                  <a:pt x="48392" y="162816"/>
                  <a:pt x="47577" y="159070"/>
                </a:cubicBezTo>
                <a:cubicBezTo>
                  <a:pt x="46763" y="155323"/>
                  <a:pt x="46111" y="152635"/>
                  <a:pt x="45540" y="150925"/>
                </a:cubicBezTo>
                <a:lnTo>
                  <a:pt x="48229" y="150925"/>
                </a:lnTo>
                <a:close/>
                <a:moveTo>
                  <a:pt x="19308" y="112155"/>
                </a:moveTo>
                <a:lnTo>
                  <a:pt x="1385" y="112155"/>
                </a:lnTo>
                <a:lnTo>
                  <a:pt x="9206" y="125594"/>
                </a:lnTo>
                <a:lnTo>
                  <a:pt x="19308" y="125594"/>
                </a:lnTo>
                <a:lnTo>
                  <a:pt x="19308" y="131784"/>
                </a:lnTo>
                <a:lnTo>
                  <a:pt x="29980" y="131784"/>
                </a:lnTo>
                <a:lnTo>
                  <a:pt x="29980" y="125594"/>
                </a:lnTo>
                <a:lnTo>
                  <a:pt x="52058" y="125594"/>
                </a:lnTo>
                <a:cubicBezTo>
                  <a:pt x="56783" y="125594"/>
                  <a:pt x="59960" y="125431"/>
                  <a:pt x="61508" y="125187"/>
                </a:cubicBezTo>
                <a:cubicBezTo>
                  <a:pt x="63708" y="124861"/>
                  <a:pt x="65419" y="124210"/>
                  <a:pt x="66722" y="123314"/>
                </a:cubicBezTo>
                <a:cubicBezTo>
                  <a:pt x="68026" y="122418"/>
                  <a:pt x="69085" y="120952"/>
                  <a:pt x="69899" y="119078"/>
                </a:cubicBezTo>
                <a:cubicBezTo>
                  <a:pt x="70714" y="117124"/>
                  <a:pt x="71121" y="114924"/>
                  <a:pt x="71121" y="112562"/>
                </a:cubicBezTo>
                <a:cubicBezTo>
                  <a:pt x="71121" y="108653"/>
                  <a:pt x="70470" y="105069"/>
                  <a:pt x="69085" y="101974"/>
                </a:cubicBezTo>
                <a:lnTo>
                  <a:pt x="58657" y="103114"/>
                </a:lnTo>
                <a:cubicBezTo>
                  <a:pt x="59553" y="105476"/>
                  <a:pt x="59960" y="107268"/>
                  <a:pt x="59960" y="108490"/>
                </a:cubicBezTo>
                <a:cubicBezTo>
                  <a:pt x="59960" y="109386"/>
                  <a:pt x="59716" y="110119"/>
                  <a:pt x="59309" y="110771"/>
                </a:cubicBezTo>
                <a:cubicBezTo>
                  <a:pt x="58901" y="111422"/>
                  <a:pt x="58331" y="111829"/>
                  <a:pt x="57598" y="111992"/>
                </a:cubicBezTo>
                <a:cubicBezTo>
                  <a:pt x="56946" y="112155"/>
                  <a:pt x="54502" y="112237"/>
                  <a:pt x="50347" y="112237"/>
                </a:cubicBezTo>
                <a:lnTo>
                  <a:pt x="29899" y="112237"/>
                </a:lnTo>
                <a:lnTo>
                  <a:pt x="29899" y="103114"/>
                </a:lnTo>
                <a:lnTo>
                  <a:pt x="19226" y="103114"/>
                </a:lnTo>
                <a:lnTo>
                  <a:pt x="19226" y="112237"/>
                </a:lnTo>
                <a:lnTo>
                  <a:pt x="19226" y="112237"/>
                </a:lnTo>
                <a:close/>
                <a:moveTo>
                  <a:pt x="59390" y="69232"/>
                </a:moveTo>
                <a:cubicBezTo>
                  <a:pt x="60531" y="70698"/>
                  <a:pt x="61101" y="72408"/>
                  <a:pt x="61101" y="74526"/>
                </a:cubicBezTo>
                <a:cubicBezTo>
                  <a:pt x="61101" y="77621"/>
                  <a:pt x="59960" y="80227"/>
                  <a:pt x="57761" y="82263"/>
                </a:cubicBezTo>
                <a:cubicBezTo>
                  <a:pt x="55561" y="84300"/>
                  <a:pt x="52465" y="85440"/>
                  <a:pt x="48473" y="85521"/>
                </a:cubicBezTo>
                <a:lnTo>
                  <a:pt x="48473" y="51964"/>
                </a:lnTo>
                <a:cubicBezTo>
                  <a:pt x="38208" y="51801"/>
                  <a:pt x="30550" y="53838"/>
                  <a:pt x="25581" y="58236"/>
                </a:cubicBezTo>
                <a:cubicBezTo>
                  <a:pt x="20611" y="62634"/>
                  <a:pt x="18086" y="68580"/>
                  <a:pt x="18086" y="76073"/>
                </a:cubicBezTo>
                <a:cubicBezTo>
                  <a:pt x="18086" y="82752"/>
                  <a:pt x="20448" y="88372"/>
                  <a:pt x="25255" y="92689"/>
                </a:cubicBezTo>
                <a:cubicBezTo>
                  <a:pt x="29980" y="97087"/>
                  <a:pt x="36579" y="99286"/>
                  <a:pt x="44970" y="99286"/>
                </a:cubicBezTo>
                <a:cubicBezTo>
                  <a:pt x="51976" y="99286"/>
                  <a:pt x="57842" y="97576"/>
                  <a:pt x="62404" y="94236"/>
                </a:cubicBezTo>
                <a:cubicBezTo>
                  <a:pt x="68189" y="90001"/>
                  <a:pt x="71040" y="83485"/>
                  <a:pt x="71040" y="74689"/>
                </a:cubicBezTo>
                <a:cubicBezTo>
                  <a:pt x="71040" y="69150"/>
                  <a:pt x="69736" y="64508"/>
                  <a:pt x="67211" y="60761"/>
                </a:cubicBezTo>
                <a:cubicBezTo>
                  <a:pt x="64685" y="57014"/>
                  <a:pt x="60938" y="54327"/>
                  <a:pt x="56050" y="52616"/>
                </a:cubicBezTo>
                <a:lnTo>
                  <a:pt x="53769" y="65974"/>
                </a:lnTo>
                <a:cubicBezTo>
                  <a:pt x="56294" y="66707"/>
                  <a:pt x="58168" y="67766"/>
                  <a:pt x="59309" y="69232"/>
                </a:cubicBezTo>
                <a:lnTo>
                  <a:pt x="59309" y="69232"/>
                </a:lnTo>
                <a:close/>
                <a:moveTo>
                  <a:pt x="40327" y="85277"/>
                </a:moveTo>
                <a:cubicBezTo>
                  <a:pt x="36661" y="85277"/>
                  <a:pt x="33809" y="84381"/>
                  <a:pt x="31609" y="82426"/>
                </a:cubicBezTo>
                <a:cubicBezTo>
                  <a:pt x="29491" y="80553"/>
                  <a:pt x="28432" y="78109"/>
                  <a:pt x="28432" y="75177"/>
                </a:cubicBezTo>
                <a:cubicBezTo>
                  <a:pt x="28432" y="72408"/>
                  <a:pt x="29410" y="70127"/>
                  <a:pt x="31447" y="68173"/>
                </a:cubicBezTo>
                <a:cubicBezTo>
                  <a:pt x="33483" y="66300"/>
                  <a:pt x="36416" y="65241"/>
                  <a:pt x="40327" y="65159"/>
                </a:cubicBezTo>
                <a:lnTo>
                  <a:pt x="40327" y="85196"/>
                </a:lnTo>
                <a:lnTo>
                  <a:pt x="40327" y="85196"/>
                </a:lnTo>
                <a:close/>
                <a:moveTo>
                  <a:pt x="66885" y="39421"/>
                </a:moveTo>
                <a:cubicBezTo>
                  <a:pt x="69655" y="35430"/>
                  <a:pt x="71121" y="29892"/>
                  <a:pt x="71121" y="23050"/>
                </a:cubicBezTo>
                <a:cubicBezTo>
                  <a:pt x="71121" y="15475"/>
                  <a:pt x="69411" y="9692"/>
                  <a:pt x="66070" y="5783"/>
                </a:cubicBezTo>
                <a:cubicBezTo>
                  <a:pt x="62730" y="1873"/>
                  <a:pt x="58738" y="0"/>
                  <a:pt x="54095" y="0"/>
                </a:cubicBezTo>
                <a:cubicBezTo>
                  <a:pt x="49858" y="0"/>
                  <a:pt x="46518" y="1385"/>
                  <a:pt x="44156" y="4235"/>
                </a:cubicBezTo>
                <a:cubicBezTo>
                  <a:pt x="41793" y="7086"/>
                  <a:pt x="39838" y="12055"/>
                  <a:pt x="38208" y="19222"/>
                </a:cubicBezTo>
                <a:cubicBezTo>
                  <a:pt x="36579" y="26389"/>
                  <a:pt x="35357" y="30543"/>
                  <a:pt x="34461" y="31765"/>
                </a:cubicBezTo>
                <a:cubicBezTo>
                  <a:pt x="33809" y="32661"/>
                  <a:pt x="32994" y="33068"/>
                  <a:pt x="32017" y="33068"/>
                </a:cubicBezTo>
                <a:cubicBezTo>
                  <a:pt x="30876" y="33068"/>
                  <a:pt x="29980" y="32580"/>
                  <a:pt x="29328" y="31521"/>
                </a:cubicBezTo>
                <a:cubicBezTo>
                  <a:pt x="28351" y="29973"/>
                  <a:pt x="27862" y="27448"/>
                  <a:pt x="27862" y="23946"/>
                </a:cubicBezTo>
                <a:cubicBezTo>
                  <a:pt x="27862" y="21177"/>
                  <a:pt x="28351" y="18977"/>
                  <a:pt x="29410" y="17511"/>
                </a:cubicBezTo>
                <a:cubicBezTo>
                  <a:pt x="30469" y="15964"/>
                  <a:pt x="31935" y="14987"/>
                  <a:pt x="33972" y="14416"/>
                </a:cubicBezTo>
                <a:lnTo>
                  <a:pt x="31609" y="1792"/>
                </a:lnTo>
                <a:cubicBezTo>
                  <a:pt x="27210" y="3095"/>
                  <a:pt x="23870" y="5376"/>
                  <a:pt x="21589" y="8796"/>
                </a:cubicBezTo>
                <a:cubicBezTo>
                  <a:pt x="19308" y="12136"/>
                  <a:pt x="18167" y="17349"/>
                  <a:pt x="18167" y="24272"/>
                </a:cubicBezTo>
                <a:cubicBezTo>
                  <a:pt x="18167" y="31521"/>
                  <a:pt x="19634" y="36896"/>
                  <a:pt x="22648" y="40399"/>
                </a:cubicBezTo>
                <a:cubicBezTo>
                  <a:pt x="25662" y="43901"/>
                  <a:pt x="29328" y="45611"/>
                  <a:pt x="33728" y="45611"/>
                </a:cubicBezTo>
                <a:cubicBezTo>
                  <a:pt x="38616" y="45611"/>
                  <a:pt x="42363" y="43575"/>
                  <a:pt x="45133" y="39584"/>
                </a:cubicBezTo>
                <a:cubicBezTo>
                  <a:pt x="47088" y="36652"/>
                  <a:pt x="49288" y="29810"/>
                  <a:pt x="51651" y="18977"/>
                </a:cubicBezTo>
                <a:cubicBezTo>
                  <a:pt x="52221" y="16616"/>
                  <a:pt x="52791" y="15149"/>
                  <a:pt x="53443" y="14498"/>
                </a:cubicBezTo>
                <a:cubicBezTo>
                  <a:pt x="54095" y="13846"/>
                  <a:pt x="54991" y="13521"/>
                  <a:pt x="55968" y="13521"/>
                </a:cubicBezTo>
                <a:cubicBezTo>
                  <a:pt x="57435" y="13521"/>
                  <a:pt x="58657" y="14091"/>
                  <a:pt x="59553" y="15312"/>
                </a:cubicBezTo>
                <a:cubicBezTo>
                  <a:pt x="60856" y="17023"/>
                  <a:pt x="61427" y="19711"/>
                  <a:pt x="61427" y="23131"/>
                </a:cubicBezTo>
                <a:cubicBezTo>
                  <a:pt x="61427" y="26308"/>
                  <a:pt x="60775" y="28751"/>
                  <a:pt x="59390" y="30462"/>
                </a:cubicBezTo>
                <a:cubicBezTo>
                  <a:pt x="58005" y="32172"/>
                  <a:pt x="56050" y="33394"/>
                  <a:pt x="53443" y="33964"/>
                </a:cubicBezTo>
                <a:lnTo>
                  <a:pt x="55480" y="47403"/>
                </a:lnTo>
                <a:cubicBezTo>
                  <a:pt x="60286" y="46182"/>
                  <a:pt x="64115" y="43494"/>
                  <a:pt x="66885" y="39503"/>
                </a:cubicBezTo>
                <a:lnTo>
                  <a:pt x="66885" y="39503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9" name="자유형 38">
            <a:extLst>
              <a:ext uri="{FF2B5EF4-FFF2-40B4-BE49-F238E27FC236}">
                <a16:creationId xmlns:a16="http://schemas.microsoft.com/office/drawing/2014/main" id="{7275F8B6-DD83-DBCE-D308-B961D6CE602C}"/>
              </a:ext>
            </a:extLst>
          </p:cNvPr>
          <p:cNvSpPr/>
          <p:nvPr/>
        </p:nvSpPr>
        <p:spPr>
          <a:xfrm>
            <a:off x="1349808" y="480847"/>
            <a:ext cx="943234" cy="105639"/>
          </a:xfrm>
          <a:custGeom>
            <a:avLst/>
            <a:gdLst>
              <a:gd name="connsiteX0" fmla="*/ 15397 w 943234"/>
              <a:gd name="connsiteY0" fmla="*/ 81693 h 105639"/>
              <a:gd name="connsiteX1" fmla="*/ 15397 w 943234"/>
              <a:gd name="connsiteY1" fmla="*/ 17430 h 105639"/>
              <a:gd name="connsiteX2" fmla="*/ 31528 w 943234"/>
              <a:gd name="connsiteY2" fmla="*/ 81693 h 105639"/>
              <a:gd name="connsiteX3" fmla="*/ 47414 w 943234"/>
              <a:gd name="connsiteY3" fmla="*/ 81693 h 105639"/>
              <a:gd name="connsiteX4" fmla="*/ 63626 w 943234"/>
              <a:gd name="connsiteY4" fmla="*/ 17430 h 105639"/>
              <a:gd name="connsiteX5" fmla="*/ 63626 w 943234"/>
              <a:gd name="connsiteY5" fmla="*/ 81693 h 105639"/>
              <a:gd name="connsiteX6" fmla="*/ 78942 w 943234"/>
              <a:gd name="connsiteY6" fmla="*/ 81693 h 105639"/>
              <a:gd name="connsiteX7" fmla="*/ 78942 w 943234"/>
              <a:gd name="connsiteY7" fmla="*/ 82 h 105639"/>
              <a:gd name="connsiteX8" fmla="*/ 54176 w 943234"/>
              <a:gd name="connsiteY8" fmla="*/ 82 h 105639"/>
              <a:gd name="connsiteX9" fmla="*/ 39512 w 943234"/>
              <a:gd name="connsiteY9" fmla="*/ 55793 h 105639"/>
              <a:gd name="connsiteX10" fmla="*/ 24685 w 943234"/>
              <a:gd name="connsiteY10" fmla="*/ 82 h 105639"/>
              <a:gd name="connsiteX11" fmla="*/ 0 w 943234"/>
              <a:gd name="connsiteY11" fmla="*/ 82 h 105639"/>
              <a:gd name="connsiteX12" fmla="*/ 0 w 943234"/>
              <a:gd name="connsiteY12" fmla="*/ 81693 h 105639"/>
              <a:gd name="connsiteX13" fmla="*/ 15316 w 943234"/>
              <a:gd name="connsiteY13" fmla="*/ 81693 h 105639"/>
              <a:gd name="connsiteX14" fmla="*/ 124075 w 943234"/>
              <a:gd name="connsiteY14" fmla="*/ 69313 h 105639"/>
              <a:gd name="connsiteX15" fmla="*/ 117884 w 943234"/>
              <a:gd name="connsiteY15" fmla="*/ 71349 h 105639"/>
              <a:gd name="connsiteX16" fmla="*/ 108841 w 943234"/>
              <a:gd name="connsiteY16" fmla="*/ 67440 h 105639"/>
              <a:gd name="connsiteX17" fmla="*/ 105093 w 943234"/>
              <a:gd name="connsiteY17" fmla="*/ 56607 h 105639"/>
              <a:gd name="connsiteX18" fmla="*/ 144279 w 943234"/>
              <a:gd name="connsiteY18" fmla="*/ 56607 h 105639"/>
              <a:gd name="connsiteX19" fmla="*/ 136947 w 943234"/>
              <a:gd name="connsiteY19" fmla="*/ 29892 h 105639"/>
              <a:gd name="connsiteX20" fmla="*/ 116092 w 943234"/>
              <a:gd name="connsiteY20" fmla="*/ 21177 h 105639"/>
              <a:gd name="connsiteX21" fmla="*/ 96621 w 943234"/>
              <a:gd name="connsiteY21" fmla="*/ 29484 h 105639"/>
              <a:gd name="connsiteX22" fmla="*/ 88963 w 943234"/>
              <a:gd name="connsiteY22" fmla="*/ 52534 h 105639"/>
              <a:gd name="connsiteX23" fmla="*/ 94829 w 943234"/>
              <a:gd name="connsiteY23" fmla="*/ 72897 h 105639"/>
              <a:gd name="connsiteX24" fmla="*/ 117640 w 943234"/>
              <a:gd name="connsiteY24" fmla="*/ 82996 h 105639"/>
              <a:gd name="connsiteX25" fmla="*/ 133852 w 943234"/>
              <a:gd name="connsiteY25" fmla="*/ 78517 h 105639"/>
              <a:gd name="connsiteX26" fmla="*/ 143383 w 943234"/>
              <a:gd name="connsiteY26" fmla="*/ 65485 h 105639"/>
              <a:gd name="connsiteX27" fmla="*/ 127823 w 943234"/>
              <a:gd name="connsiteY27" fmla="*/ 62879 h 105639"/>
              <a:gd name="connsiteX28" fmla="*/ 124075 w 943234"/>
              <a:gd name="connsiteY28" fmla="*/ 69313 h 105639"/>
              <a:gd name="connsiteX29" fmla="*/ 124075 w 943234"/>
              <a:gd name="connsiteY29" fmla="*/ 69313 h 105639"/>
              <a:gd name="connsiteX30" fmla="*/ 105338 w 943234"/>
              <a:gd name="connsiteY30" fmla="*/ 47077 h 105639"/>
              <a:gd name="connsiteX31" fmla="*/ 108597 w 943234"/>
              <a:gd name="connsiteY31" fmla="*/ 36978 h 105639"/>
              <a:gd name="connsiteX32" fmla="*/ 117069 w 943234"/>
              <a:gd name="connsiteY32" fmla="*/ 33231 h 105639"/>
              <a:gd name="connsiteX33" fmla="*/ 125216 w 943234"/>
              <a:gd name="connsiteY33" fmla="*/ 36734 h 105639"/>
              <a:gd name="connsiteX34" fmla="*/ 128719 w 943234"/>
              <a:gd name="connsiteY34" fmla="*/ 47077 h 105639"/>
              <a:gd name="connsiteX35" fmla="*/ 105338 w 943234"/>
              <a:gd name="connsiteY35" fmla="*/ 47077 h 105639"/>
              <a:gd name="connsiteX36" fmla="*/ 170919 w 943234"/>
              <a:gd name="connsiteY36" fmla="*/ 34860 h 105639"/>
              <a:gd name="connsiteX37" fmla="*/ 177437 w 943234"/>
              <a:gd name="connsiteY37" fmla="*/ 33231 h 105639"/>
              <a:gd name="connsiteX38" fmla="*/ 185828 w 943234"/>
              <a:gd name="connsiteY38" fmla="*/ 35186 h 105639"/>
              <a:gd name="connsiteX39" fmla="*/ 188028 w 943234"/>
              <a:gd name="connsiteY39" fmla="*/ 41620 h 105639"/>
              <a:gd name="connsiteX40" fmla="*/ 188028 w 943234"/>
              <a:gd name="connsiteY40" fmla="*/ 43168 h 105639"/>
              <a:gd name="connsiteX41" fmla="*/ 172793 w 943234"/>
              <a:gd name="connsiteY41" fmla="*/ 46996 h 105639"/>
              <a:gd name="connsiteX42" fmla="*/ 160329 w 943234"/>
              <a:gd name="connsiteY42" fmla="*/ 50661 h 105639"/>
              <a:gd name="connsiteX43" fmla="*/ 153648 w 943234"/>
              <a:gd name="connsiteY43" fmla="*/ 56688 h 105639"/>
              <a:gd name="connsiteX44" fmla="*/ 151286 w 943234"/>
              <a:gd name="connsiteY44" fmla="*/ 65648 h 105639"/>
              <a:gd name="connsiteX45" fmla="*/ 156581 w 943234"/>
              <a:gd name="connsiteY45" fmla="*/ 78191 h 105639"/>
              <a:gd name="connsiteX46" fmla="*/ 171001 w 943234"/>
              <a:gd name="connsiteY46" fmla="*/ 83159 h 105639"/>
              <a:gd name="connsiteX47" fmla="*/ 180777 w 943234"/>
              <a:gd name="connsiteY47" fmla="*/ 81205 h 105639"/>
              <a:gd name="connsiteX48" fmla="*/ 189331 w 943234"/>
              <a:gd name="connsiteY48" fmla="*/ 75340 h 105639"/>
              <a:gd name="connsiteX49" fmla="*/ 189901 w 943234"/>
              <a:gd name="connsiteY49" fmla="*/ 77213 h 105639"/>
              <a:gd name="connsiteX50" fmla="*/ 191368 w 943234"/>
              <a:gd name="connsiteY50" fmla="*/ 81856 h 105639"/>
              <a:gd name="connsiteX51" fmla="*/ 206847 w 943234"/>
              <a:gd name="connsiteY51" fmla="*/ 81856 h 105639"/>
              <a:gd name="connsiteX52" fmla="*/ 203995 w 943234"/>
              <a:gd name="connsiteY52" fmla="*/ 73956 h 105639"/>
              <a:gd name="connsiteX53" fmla="*/ 203262 w 943234"/>
              <a:gd name="connsiteY53" fmla="*/ 62471 h 105639"/>
              <a:gd name="connsiteX54" fmla="*/ 203425 w 943234"/>
              <a:gd name="connsiteY54" fmla="*/ 44227 h 105639"/>
              <a:gd name="connsiteX55" fmla="*/ 201307 w 943234"/>
              <a:gd name="connsiteY55" fmla="*/ 30217 h 105639"/>
              <a:gd name="connsiteX56" fmla="*/ 194056 w 943234"/>
              <a:gd name="connsiteY56" fmla="*/ 23946 h 105639"/>
              <a:gd name="connsiteX57" fmla="*/ 178496 w 943234"/>
              <a:gd name="connsiteY57" fmla="*/ 21502 h 105639"/>
              <a:gd name="connsiteX58" fmla="*/ 161143 w 943234"/>
              <a:gd name="connsiteY58" fmla="*/ 25656 h 105639"/>
              <a:gd name="connsiteX59" fmla="*/ 152915 w 943234"/>
              <a:gd name="connsiteY59" fmla="*/ 38362 h 105639"/>
              <a:gd name="connsiteX60" fmla="*/ 167090 w 943234"/>
              <a:gd name="connsiteY60" fmla="*/ 40887 h 105639"/>
              <a:gd name="connsiteX61" fmla="*/ 170838 w 943234"/>
              <a:gd name="connsiteY61" fmla="*/ 35104 h 105639"/>
              <a:gd name="connsiteX62" fmla="*/ 170838 w 943234"/>
              <a:gd name="connsiteY62" fmla="*/ 35104 h 105639"/>
              <a:gd name="connsiteX63" fmla="*/ 188028 w 943234"/>
              <a:gd name="connsiteY63" fmla="*/ 56444 h 105639"/>
              <a:gd name="connsiteX64" fmla="*/ 187376 w 943234"/>
              <a:gd name="connsiteY64" fmla="*/ 64100 h 105639"/>
              <a:gd name="connsiteX65" fmla="*/ 183628 w 943234"/>
              <a:gd name="connsiteY65" fmla="*/ 69313 h 105639"/>
              <a:gd name="connsiteX66" fmla="*/ 175563 w 943234"/>
              <a:gd name="connsiteY66" fmla="*/ 72082 h 105639"/>
              <a:gd name="connsiteX67" fmla="*/ 169290 w 943234"/>
              <a:gd name="connsiteY67" fmla="*/ 69720 h 105639"/>
              <a:gd name="connsiteX68" fmla="*/ 166846 w 943234"/>
              <a:gd name="connsiteY68" fmla="*/ 64019 h 105639"/>
              <a:gd name="connsiteX69" fmla="*/ 169942 w 943234"/>
              <a:gd name="connsiteY69" fmla="*/ 58480 h 105639"/>
              <a:gd name="connsiteX70" fmla="*/ 178496 w 943234"/>
              <a:gd name="connsiteY70" fmla="*/ 55793 h 105639"/>
              <a:gd name="connsiteX71" fmla="*/ 188028 w 943234"/>
              <a:gd name="connsiteY71" fmla="*/ 53430 h 105639"/>
              <a:gd name="connsiteX72" fmla="*/ 188028 w 943234"/>
              <a:gd name="connsiteY72" fmla="*/ 56526 h 105639"/>
              <a:gd name="connsiteX73" fmla="*/ 188028 w 943234"/>
              <a:gd name="connsiteY73" fmla="*/ 56526 h 105639"/>
              <a:gd name="connsiteX74" fmla="*/ 271043 w 943234"/>
              <a:gd name="connsiteY74" fmla="*/ 44960 h 105639"/>
              <a:gd name="connsiteX75" fmla="*/ 270147 w 943234"/>
              <a:gd name="connsiteY75" fmla="*/ 34453 h 105639"/>
              <a:gd name="connsiteX76" fmla="*/ 267051 w 943234"/>
              <a:gd name="connsiteY76" fmla="*/ 27855 h 105639"/>
              <a:gd name="connsiteX77" fmla="*/ 260534 w 943234"/>
              <a:gd name="connsiteY77" fmla="*/ 23131 h 105639"/>
              <a:gd name="connsiteX78" fmla="*/ 251084 w 943234"/>
              <a:gd name="connsiteY78" fmla="*/ 21258 h 105639"/>
              <a:gd name="connsiteX79" fmla="*/ 231613 w 943234"/>
              <a:gd name="connsiteY79" fmla="*/ 31276 h 105639"/>
              <a:gd name="connsiteX80" fmla="*/ 231613 w 943234"/>
              <a:gd name="connsiteY80" fmla="*/ 22561 h 105639"/>
              <a:gd name="connsiteX81" fmla="*/ 217112 w 943234"/>
              <a:gd name="connsiteY81" fmla="*/ 22561 h 105639"/>
              <a:gd name="connsiteX82" fmla="*/ 217112 w 943234"/>
              <a:gd name="connsiteY82" fmla="*/ 81693 h 105639"/>
              <a:gd name="connsiteX83" fmla="*/ 232753 w 943234"/>
              <a:gd name="connsiteY83" fmla="*/ 81693 h 105639"/>
              <a:gd name="connsiteX84" fmla="*/ 232753 w 943234"/>
              <a:gd name="connsiteY84" fmla="*/ 54897 h 105639"/>
              <a:gd name="connsiteX85" fmla="*/ 233976 w 943234"/>
              <a:gd name="connsiteY85" fmla="*/ 41295 h 105639"/>
              <a:gd name="connsiteX86" fmla="*/ 238375 w 943234"/>
              <a:gd name="connsiteY86" fmla="*/ 35430 h 105639"/>
              <a:gd name="connsiteX87" fmla="*/ 245707 w 943234"/>
              <a:gd name="connsiteY87" fmla="*/ 33231 h 105639"/>
              <a:gd name="connsiteX88" fmla="*/ 251165 w 943234"/>
              <a:gd name="connsiteY88" fmla="*/ 34779 h 105639"/>
              <a:gd name="connsiteX89" fmla="*/ 254424 w 943234"/>
              <a:gd name="connsiteY89" fmla="*/ 39177 h 105639"/>
              <a:gd name="connsiteX90" fmla="*/ 255401 w 943234"/>
              <a:gd name="connsiteY90" fmla="*/ 51557 h 105639"/>
              <a:gd name="connsiteX91" fmla="*/ 255401 w 943234"/>
              <a:gd name="connsiteY91" fmla="*/ 81775 h 105639"/>
              <a:gd name="connsiteX92" fmla="*/ 271043 w 943234"/>
              <a:gd name="connsiteY92" fmla="*/ 81775 h 105639"/>
              <a:gd name="connsiteX93" fmla="*/ 271043 w 943234"/>
              <a:gd name="connsiteY93" fmla="*/ 45041 h 105639"/>
              <a:gd name="connsiteX94" fmla="*/ 271043 w 943234"/>
              <a:gd name="connsiteY94" fmla="*/ 45041 h 105639"/>
              <a:gd name="connsiteX95" fmla="*/ 332144 w 943234"/>
              <a:gd name="connsiteY95" fmla="*/ 81693 h 105639"/>
              <a:gd name="connsiteX96" fmla="*/ 332144 w 943234"/>
              <a:gd name="connsiteY96" fmla="*/ 46996 h 105639"/>
              <a:gd name="connsiteX97" fmla="*/ 366198 w 943234"/>
              <a:gd name="connsiteY97" fmla="*/ 46996 h 105639"/>
              <a:gd name="connsiteX98" fmla="*/ 366198 w 943234"/>
              <a:gd name="connsiteY98" fmla="*/ 33150 h 105639"/>
              <a:gd name="connsiteX99" fmla="*/ 332144 w 943234"/>
              <a:gd name="connsiteY99" fmla="*/ 33150 h 105639"/>
              <a:gd name="connsiteX100" fmla="*/ 332144 w 943234"/>
              <a:gd name="connsiteY100" fmla="*/ 13846 h 105639"/>
              <a:gd name="connsiteX101" fmla="*/ 371656 w 943234"/>
              <a:gd name="connsiteY101" fmla="*/ 13846 h 105639"/>
              <a:gd name="connsiteX102" fmla="*/ 371656 w 943234"/>
              <a:gd name="connsiteY102" fmla="*/ 0 h 105639"/>
              <a:gd name="connsiteX103" fmla="*/ 315688 w 943234"/>
              <a:gd name="connsiteY103" fmla="*/ 0 h 105639"/>
              <a:gd name="connsiteX104" fmla="*/ 315688 w 943234"/>
              <a:gd name="connsiteY104" fmla="*/ 81612 h 105639"/>
              <a:gd name="connsiteX105" fmla="*/ 332144 w 943234"/>
              <a:gd name="connsiteY105" fmla="*/ 81612 h 105639"/>
              <a:gd name="connsiteX106" fmla="*/ 399111 w 943234"/>
              <a:gd name="connsiteY106" fmla="*/ 14579 h 105639"/>
              <a:gd name="connsiteX107" fmla="*/ 399111 w 943234"/>
              <a:gd name="connsiteY107" fmla="*/ 82 h 105639"/>
              <a:gd name="connsiteX108" fmla="*/ 383469 w 943234"/>
              <a:gd name="connsiteY108" fmla="*/ 82 h 105639"/>
              <a:gd name="connsiteX109" fmla="*/ 383469 w 943234"/>
              <a:gd name="connsiteY109" fmla="*/ 14579 h 105639"/>
              <a:gd name="connsiteX110" fmla="*/ 399111 w 943234"/>
              <a:gd name="connsiteY110" fmla="*/ 14579 h 105639"/>
              <a:gd name="connsiteX111" fmla="*/ 399111 w 943234"/>
              <a:gd name="connsiteY111" fmla="*/ 81693 h 105639"/>
              <a:gd name="connsiteX112" fmla="*/ 399111 w 943234"/>
              <a:gd name="connsiteY112" fmla="*/ 22561 h 105639"/>
              <a:gd name="connsiteX113" fmla="*/ 383469 w 943234"/>
              <a:gd name="connsiteY113" fmla="*/ 22561 h 105639"/>
              <a:gd name="connsiteX114" fmla="*/ 383469 w 943234"/>
              <a:gd name="connsiteY114" fmla="*/ 81693 h 105639"/>
              <a:gd name="connsiteX115" fmla="*/ 399111 w 943234"/>
              <a:gd name="connsiteY115" fmla="*/ 81693 h 105639"/>
              <a:gd name="connsiteX116" fmla="*/ 428602 w 943234"/>
              <a:gd name="connsiteY116" fmla="*/ 63449 h 105639"/>
              <a:gd name="connsiteX117" fmla="*/ 429905 w 943234"/>
              <a:gd name="connsiteY117" fmla="*/ 43657 h 105639"/>
              <a:gd name="connsiteX118" fmla="*/ 433490 w 943234"/>
              <a:gd name="connsiteY118" fmla="*/ 37141 h 105639"/>
              <a:gd name="connsiteX119" fmla="*/ 439030 w 943234"/>
              <a:gd name="connsiteY119" fmla="*/ 35349 h 105639"/>
              <a:gd name="connsiteX120" fmla="*/ 446362 w 943234"/>
              <a:gd name="connsiteY120" fmla="*/ 37874 h 105639"/>
              <a:gd name="connsiteX121" fmla="*/ 451169 w 943234"/>
              <a:gd name="connsiteY121" fmla="*/ 24272 h 105639"/>
              <a:gd name="connsiteX122" fmla="*/ 440904 w 943234"/>
              <a:gd name="connsiteY122" fmla="*/ 21340 h 105639"/>
              <a:gd name="connsiteX123" fmla="*/ 434142 w 943234"/>
              <a:gd name="connsiteY123" fmla="*/ 23213 h 105639"/>
              <a:gd name="connsiteX124" fmla="*/ 427462 w 943234"/>
              <a:gd name="connsiteY124" fmla="*/ 31032 h 105639"/>
              <a:gd name="connsiteX125" fmla="*/ 427462 w 943234"/>
              <a:gd name="connsiteY125" fmla="*/ 22643 h 105639"/>
              <a:gd name="connsiteX126" fmla="*/ 412960 w 943234"/>
              <a:gd name="connsiteY126" fmla="*/ 22643 h 105639"/>
              <a:gd name="connsiteX127" fmla="*/ 412960 w 943234"/>
              <a:gd name="connsiteY127" fmla="*/ 81775 h 105639"/>
              <a:gd name="connsiteX128" fmla="*/ 428602 w 943234"/>
              <a:gd name="connsiteY128" fmla="*/ 81775 h 105639"/>
              <a:gd name="connsiteX129" fmla="*/ 428602 w 943234"/>
              <a:gd name="connsiteY129" fmla="*/ 63530 h 105639"/>
              <a:gd name="connsiteX130" fmla="*/ 428602 w 943234"/>
              <a:gd name="connsiteY130" fmla="*/ 63530 h 105639"/>
              <a:gd name="connsiteX131" fmla="*/ 472024 w 943234"/>
              <a:gd name="connsiteY131" fmla="*/ 14579 h 105639"/>
              <a:gd name="connsiteX132" fmla="*/ 472024 w 943234"/>
              <a:gd name="connsiteY132" fmla="*/ 82 h 105639"/>
              <a:gd name="connsiteX133" fmla="*/ 456383 w 943234"/>
              <a:gd name="connsiteY133" fmla="*/ 82 h 105639"/>
              <a:gd name="connsiteX134" fmla="*/ 456383 w 943234"/>
              <a:gd name="connsiteY134" fmla="*/ 14579 h 105639"/>
              <a:gd name="connsiteX135" fmla="*/ 472024 w 943234"/>
              <a:gd name="connsiteY135" fmla="*/ 14579 h 105639"/>
              <a:gd name="connsiteX136" fmla="*/ 472024 w 943234"/>
              <a:gd name="connsiteY136" fmla="*/ 81693 h 105639"/>
              <a:gd name="connsiteX137" fmla="*/ 472024 w 943234"/>
              <a:gd name="connsiteY137" fmla="*/ 22561 h 105639"/>
              <a:gd name="connsiteX138" fmla="*/ 456383 w 943234"/>
              <a:gd name="connsiteY138" fmla="*/ 22561 h 105639"/>
              <a:gd name="connsiteX139" fmla="*/ 456383 w 943234"/>
              <a:gd name="connsiteY139" fmla="*/ 81693 h 105639"/>
              <a:gd name="connsiteX140" fmla="*/ 472024 w 943234"/>
              <a:gd name="connsiteY140" fmla="*/ 81693 h 105639"/>
              <a:gd name="connsiteX141" fmla="*/ 540295 w 943234"/>
              <a:gd name="connsiteY141" fmla="*/ 44960 h 105639"/>
              <a:gd name="connsiteX142" fmla="*/ 539398 w 943234"/>
              <a:gd name="connsiteY142" fmla="*/ 34453 h 105639"/>
              <a:gd name="connsiteX143" fmla="*/ 536302 w 943234"/>
              <a:gd name="connsiteY143" fmla="*/ 27855 h 105639"/>
              <a:gd name="connsiteX144" fmla="*/ 529785 w 943234"/>
              <a:gd name="connsiteY144" fmla="*/ 23131 h 105639"/>
              <a:gd name="connsiteX145" fmla="*/ 520335 w 943234"/>
              <a:gd name="connsiteY145" fmla="*/ 21258 h 105639"/>
              <a:gd name="connsiteX146" fmla="*/ 500864 w 943234"/>
              <a:gd name="connsiteY146" fmla="*/ 31276 h 105639"/>
              <a:gd name="connsiteX147" fmla="*/ 500864 w 943234"/>
              <a:gd name="connsiteY147" fmla="*/ 22561 h 105639"/>
              <a:gd name="connsiteX148" fmla="*/ 486363 w 943234"/>
              <a:gd name="connsiteY148" fmla="*/ 22561 h 105639"/>
              <a:gd name="connsiteX149" fmla="*/ 486363 w 943234"/>
              <a:gd name="connsiteY149" fmla="*/ 81693 h 105639"/>
              <a:gd name="connsiteX150" fmla="*/ 502005 w 943234"/>
              <a:gd name="connsiteY150" fmla="*/ 81693 h 105639"/>
              <a:gd name="connsiteX151" fmla="*/ 502005 w 943234"/>
              <a:gd name="connsiteY151" fmla="*/ 54897 h 105639"/>
              <a:gd name="connsiteX152" fmla="*/ 503227 w 943234"/>
              <a:gd name="connsiteY152" fmla="*/ 41295 h 105639"/>
              <a:gd name="connsiteX153" fmla="*/ 507626 w 943234"/>
              <a:gd name="connsiteY153" fmla="*/ 35430 h 105639"/>
              <a:gd name="connsiteX154" fmla="*/ 514958 w 943234"/>
              <a:gd name="connsiteY154" fmla="*/ 33231 h 105639"/>
              <a:gd name="connsiteX155" fmla="*/ 520416 w 943234"/>
              <a:gd name="connsiteY155" fmla="*/ 34779 h 105639"/>
              <a:gd name="connsiteX156" fmla="*/ 523675 w 943234"/>
              <a:gd name="connsiteY156" fmla="*/ 39177 h 105639"/>
              <a:gd name="connsiteX157" fmla="*/ 524653 w 943234"/>
              <a:gd name="connsiteY157" fmla="*/ 51557 h 105639"/>
              <a:gd name="connsiteX158" fmla="*/ 524653 w 943234"/>
              <a:gd name="connsiteY158" fmla="*/ 81775 h 105639"/>
              <a:gd name="connsiteX159" fmla="*/ 540295 w 943234"/>
              <a:gd name="connsiteY159" fmla="*/ 81775 h 105639"/>
              <a:gd name="connsiteX160" fmla="*/ 540295 w 943234"/>
              <a:gd name="connsiteY160" fmla="*/ 45041 h 105639"/>
              <a:gd name="connsiteX161" fmla="*/ 540295 w 943234"/>
              <a:gd name="connsiteY161" fmla="*/ 45041 h 105639"/>
              <a:gd name="connsiteX162" fmla="*/ 553003 w 943234"/>
              <a:gd name="connsiteY162" fmla="*/ 87476 h 105639"/>
              <a:gd name="connsiteX163" fmla="*/ 559276 w 943234"/>
              <a:gd name="connsiteY163" fmla="*/ 100508 h 105639"/>
              <a:gd name="connsiteX164" fmla="*/ 580621 w 943234"/>
              <a:gd name="connsiteY164" fmla="*/ 105639 h 105639"/>
              <a:gd name="connsiteX165" fmla="*/ 593819 w 943234"/>
              <a:gd name="connsiteY165" fmla="*/ 103929 h 105639"/>
              <a:gd name="connsiteX166" fmla="*/ 602129 w 943234"/>
              <a:gd name="connsiteY166" fmla="*/ 99286 h 105639"/>
              <a:gd name="connsiteX167" fmla="*/ 606935 w 943234"/>
              <a:gd name="connsiteY167" fmla="*/ 91141 h 105639"/>
              <a:gd name="connsiteX168" fmla="*/ 608646 w 943234"/>
              <a:gd name="connsiteY168" fmla="*/ 75503 h 105639"/>
              <a:gd name="connsiteX169" fmla="*/ 608646 w 943234"/>
              <a:gd name="connsiteY169" fmla="*/ 22480 h 105639"/>
              <a:gd name="connsiteX170" fmla="*/ 593982 w 943234"/>
              <a:gd name="connsiteY170" fmla="*/ 22480 h 105639"/>
              <a:gd name="connsiteX171" fmla="*/ 593982 w 943234"/>
              <a:gd name="connsiteY171" fmla="*/ 30788 h 105639"/>
              <a:gd name="connsiteX172" fmla="*/ 575896 w 943234"/>
              <a:gd name="connsiteY172" fmla="*/ 21177 h 105639"/>
              <a:gd name="connsiteX173" fmla="*/ 558136 w 943234"/>
              <a:gd name="connsiteY173" fmla="*/ 28996 h 105639"/>
              <a:gd name="connsiteX174" fmla="*/ 550967 w 943234"/>
              <a:gd name="connsiteY174" fmla="*/ 51720 h 105639"/>
              <a:gd name="connsiteX175" fmla="*/ 556425 w 943234"/>
              <a:gd name="connsiteY175" fmla="*/ 71512 h 105639"/>
              <a:gd name="connsiteX176" fmla="*/ 575326 w 943234"/>
              <a:gd name="connsiteY176" fmla="*/ 81612 h 105639"/>
              <a:gd name="connsiteX177" fmla="*/ 593004 w 943234"/>
              <a:gd name="connsiteY177" fmla="*/ 72001 h 105639"/>
              <a:gd name="connsiteX178" fmla="*/ 593004 w 943234"/>
              <a:gd name="connsiteY178" fmla="*/ 80634 h 105639"/>
              <a:gd name="connsiteX179" fmla="*/ 592271 w 943234"/>
              <a:gd name="connsiteY179" fmla="*/ 87802 h 105639"/>
              <a:gd name="connsiteX180" fmla="*/ 589175 w 943234"/>
              <a:gd name="connsiteY180" fmla="*/ 91793 h 105639"/>
              <a:gd name="connsiteX181" fmla="*/ 579969 w 943234"/>
              <a:gd name="connsiteY181" fmla="*/ 93666 h 105639"/>
              <a:gd name="connsiteX182" fmla="*/ 572963 w 943234"/>
              <a:gd name="connsiteY182" fmla="*/ 91956 h 105639"/>
              <a:gd name="connsiteX183" fmla="*/ 570926 w 943234"/>
              <a:gd name="connsiteY183" fmla="*/ 87639 h 105639"/>
              <a:gd name="connsiteX184" fmla="*/ 553085 w 943234"/>
              <a:gd name="connsiteY184" fmla="*/ 85440 h 105639"/>
              <a:gd name="connsiteX185" fmla="*/ 553085 w 943234"/>
              <a:gd name="connsiteY185" fmla="*/ 87313 h 105639"/>
              <a:gd name="connsiteX186" fmla="*/ 553085 w 943234"/>
              <a:gd name="connsiteY186" fmla="*/ 87313 h 105639"/>
              <a:gd name="connsiteX187" fmla="*/ 570682 w 943234"/>
              <a:gd name="connsiteY187" fmla="*/ 37548 h 105639"/>
              <a:gd name="connsiteX188" fmla="*/ 579969 w 943234"/>
              <a:gd name="connsiteY188" fmla="*/ 33150 h 105639"/>
              <a:gd name="connsiteX189" fmla="*/ 589582 w 943234"/>
              <a:gd name="connsiteY189" fmla="*/ 37629 h 105639"/>
              <a:gd name="connsiteX190" fmla="*/ 593330 w 943234"/>
              <a:gd name="connsiteY190" fmla="*/ 51231 h 105639"/>
              <a:gd name="connsiteX191" fmla="*/ 589338 w 943234"/>
              <a:gd name="connsiteY191" fmla="*/ 64507 h 105639"/>
              <a:gd name="connsiteX192" fmla="*/ 579643 w 943234"/>
              <a:gd name="connsiteY192" fmla="*/ 68987 h 105639"/>
              <a:gd name="connsiteX193" fmla="*/ 570682 w 943234"/>
              <a:gd name="connsiteY193" fmla="*/ 64589 h 105639"/>
              <a:gd name="connsiteX194" fmla="*/ 567016 w 943234"/>
              <a:gd name="connsiteY194" fmla="*/ 50824 h 105639"/>
              <a:gd name="connsiteX195" fmla="*/ 570682 w 943234"/>
              <a:gd name="connsiteY195" fmla="*/ 37467 h 105639"/>
              <a:gd name="connsiteX196" fmla="*/ 570682 w 943234"/>
              <a:gd name="connsiteY196" fmla="*/ 37467 h 105639"/>
              <a:gd name="connsiteX197" fmla="*/ 669339 w 943234"/>
              <a:gd name="connsiteY197" fmla="*/ 81693 h 105639"/>
              <a:gd name="connsiteX198" fmla="*/ 669339 w 943234"/>
              <a:gd name="connsiteY198" fmla="*/ 47648 h 105639"/>
              <a:gd name="connsiteX199" fmla="*/ 672680 w 943234"/>
              <a:gd name="connsiteY199" fmla="*/ 47648 h 105639"/>
              <a:gd name="connsiteX200" fmla="*/ 680989 w 943234"/>
              <a:gd name="connsiteY200" fmla="*/ 48543 h 105639"/>
              <a:gd name="connsiteX201" fmla="*/ 685959 w 943234"/>
              <a:gd name="connsiteY201" fmla="*/ 51964 h 105639"/>
              <a:gd name="connsiteX202" fmla="*/ 694676 w 943234"/>
              <a:gd name="connsiteY202" fmla="*/ 63937 h 105639"/>
              <a:gd name="connsiteX203" fmla="*/ 706570 w 943234"/>
              <a:gd name="connsiteY203" fmla="*/ 81693 h 105639"/>
              <a:gd name="connsiteX204" fmla="*/ 726285 w 943234"/>
              <a:gd name="connsiteY204" fmla="*/ 81693 h 105639"/>
              <a:gd name="connsiteX205" fmla="*/ 716346 w 943234"/>
              <a:gd name="connsiteY205" fmla="*/ 65729 h 105639"/>
              <a:gd name="connsiteX206" fmla="*/ 706978 w 943234"/>
              <a:gd name="connsiteY206" fmla="*/ 52453 h 105639"/>
              <a:gd name="connsiteX207" fmla="*/ 698179 w 943234"/>
              <a:gd name="connsiteY207" fmla="*/ 45611 h 105639"/>
              <a:gd name="connsiteX208" fmla="*/ 714310 w 943234"/>
              <a:gd name="connsiteY208" fmla="*/ 38037 h 105639"/>
              <a:gd name="connsiteX209" fmla="*/ 719687 w 943234"/>
              <a:gd name="connsiteY209" fmla="*/ 22887 h 105639"/>
              <a:gd name="connsiteX210" fmla="*/ 716102 w 943234"/>
              <a:gd name="connsiteY210" fmla="*/ 10018 h 105639"/>
              <a:gd name="connsiteX211" fmla="*/ 706570 w 943234"/>
              <a:gd name="connsiteY211" fmla="*/ 2199 h 105639"/>
              <a:gd name="connsiteX212" fmla="*/ 687588 w 943234"/>
              <a:gd name="connsiteY212" fmla="*/ 0 h 105639"/>
              <a:gd name="connsiteX213" fmla="*/ 652883 w 943234"/>
              <a:gd name="connsiteY213" fmla="*/ 0 h 105639"/>
              <a:gd name="connsiteX214" fmla="*/ 652883 w 943234"/>
              <a:gd name="connsiteY214" fmla="*/ 81612 h 105639"/>
              <a:gd name="connsiteX215" fmla="*/ 669339 w 943234"/>
              <a:gd name="connsiteY215" fmla="*/ 81612 h 105639"/>
              <a:gd name="connsiteX216" fmla="*/ 669339 w 943234"/>
              <a:gd name="connsiteY216" fmla="*/ 13928 h 105639"/>
              <a:gd name="connsiteX217" fmla="*/ 682211 w 943234"/>
              <a:gd name="connsiteY217" fmla="*/ 13928 h 105639"/>
              <a:gd name="connsiteX218" fmla="*/ 694269 w 943234"/>
              <a:gd name="connsiteY218" fmla="*/ 14172 h 105639"/>
              <a:gd name="connsiteX219" fmla="*/ 700460 w 943234"/>
              <a:gd name="connsiteY219" fmla="*/ 17349 h 105639"/>
              <a:gd name="connsiteX220" fmla="*/ 702660 w 943234"/>
              <a:gd name="connsiteY220" fmla="*/ 24027 h 105639"/>
              <a:gd name="connsiteX221" fmla="*/ 700949 w 943234"/>
              <a:gd name="connsiteY221" fmla="*/ 30136 h 105639"/>
              <a:gd name="connsiteX222" fmla="*/ 696305 w 943234"/>
              <a:gd name="connsiteY222" fmla="*/ 33557 h 105639"/>
              <a:gd name="connsiteX223" fmla="*/ 681478 w 943234"/>
              <a:gd name="connsiteY223" fmla="*/ 34534 h 105639"/>
              <a:gd name="connsiteX224" fmla="*/ 669258 w 943234"/>
              <a:gd name="connsiteY224" fmla="*/ 34534 h 105639"/>
              <a:gd name="connsiteX225" fmla="*/ 669258 w 943234"/>
              <a:gd name="connsiteY225" fmla="*/ 13846 h 105639"/>
              <a:gd name="connsiteX226" fmla="*/ 669258 w 943234"/>
              <a:gd name="connsiteY226" fmla="*/ 13846 h 105639"/>
              <a:gd name="connsiteX227" fmla="*/ 748933 w 943234"/>
              <a:gd name="connsiteY227" fmla="*/ 34860 h 105639"/>
              <a:gd name="connsiteX228" fmla="*/ 755451 w 943234"/>
              <a:gd name="connsiteY228" fmla="*/ 33231 h 105639"/>
              <a:gd name="connsiteX229" fmla="*/ 763842 w 943234"/>
              <a:gd name="connsiteY229" fmla="*/ 35186 h 105639"/>
              <a:gd name="connsiteX230" fmla="*/ 766042 w 943234"/>
              <a:gd name="connsiteY230" fmla="*/ 41620 h 105639"/>
              <a:gd name="connsiteX231" fmla="*/ 766042 w 943234"/>
              <a:gd name="connsiteY231" fmla="*/ 43168 h 105639"/>
              <a:gd name="connsiteX232" fmla="*/ 750807 w 943234"/>
              <a:gd name="connsiteY232" fmla="*/ 46996 h 105639"/>
              <a:gd name="connsiteX233" fmla="*/ 738343 w 943234"/>
              <a:gd name="connsiteY233" fmla="*/ 50661 h 105639"/>
              <a:gd name="connsiteX234" fmla="*/ 731662 w 943234"/>
              <a:gd name="connsiteY234" fmla="*/ 56688 h 105639"/>
              <a:gd name="connsiteX235" fmla="*/ 729300 w 943234"/>
              <a:gd name="connsiteY235" fmla="*/ 65648 h 105639"/>
              <a:gd name="connsiteX236" fmla="*/ 734595 w 943234"/>
              <a:gd name="connsiteY236" fmla="*/ 78191 h 105639"/>
              <a:gd name="connsiteX237" fmla="*/ 749015 w 943234"/>
              <a:gd name="connsiteY237" fmla="*/ 83159 h 105639"/>
              <a:gd name="connsiteX238" fmla="*/ 758791 w 943234"/>
              <a:gd name="connsiteY238" fmla="*/ 81205 h 105639"/>
              <a:gd name="connsiteX239" fmla="*/ 767345 w 943234"/>
              <a:gd name="connsiteY239" fmla="*/ 75340 h 105639"/>
              <a:gd name="connsiteX240" fmla="*/ 767916 w 943234"/>
              <a:gd name="connsiteY240" fmla="*/ 77213 h 105639"/>
              <a:gd name="connsiteX241" fmla="*/ 769382 w 943234"/>
              <a:gd name="connsiteY241" fmla="*/ 81856 h 105639"/>
              <a:gd name="connsiteX242" fmla="*/ 784861 w 943234"/>
              <a:gd name="connsiteY242" fmla="*/ 81856 h 105639"/>
              <a:gd name="connsiteX243" fmla="*/ 782009 w 943234"/>
              <a:gd name="connsiteY243" fmla="*/ 73956 h 105639"/>
              <a:gd name="connsiteX244" fmla="*/ 781276 w 943234"/>
              <a:gd name="connsiteY244" fmla="*/ 62471 h 105639"/>
              <a:gd name="connsiteX245" fmla="*/ 781439 w 943234"/>
              <a:gd name="connsiteY245" fmla="*/ 44227 h 105639"/>
              <a:gd name="connsiteX246" fmla="*/ 779321 w 943234"/>
              <a:gd name="connsiteY246" fmla="*/ 30217 h 105639"/>
              <a:gd name="connsiteX247" fmla="*/ 772070 w 943234"/>
              <a:gd name="connsiteY247" fmla="*/ 23946 h 105639"/>
              <a:gd name="connsiteX248" fmla="*/ 756510 w 943234"/>
              <a:gd name="connsiteY248" fmla="*/ 21502 h 105639"/>
              <a:gd name="connsiteX249" fmla="*/ 739157 w 943234"/>
              <a:gd name="connsiteY249" fmla="*/ 25656 h 105639"/>
              <a:gd name="connsiteX250" fmla="*/ 730929 w 943234"/>
              <a:gd name="connsiteY250" fmla="*/ 38362 h 105639"/>
              <a:gd name="connsiteX251" fmla="*/ 745104 w 943234"/>
              <a:gd name="connsiteY251" fmla="*/ 40887 h 105639"/>
              <a:gd name="connsiteX252" fmla="*/ 748852 w 943234"/>
              <a:gd name="connsiteY252" fmla="*/ 35104 h 105639"/>
              <a:gd name="connsiteX253" fmla="*/ 748852 w 943234"/>
              <a:gd name="connsiteY253" fmla="*/ 35104 h 105639"/>
              <a:gd name="connsiteX254" fmla="*/ 766123 w 943234"/>
              <a:gd name="connsiteY254" fmla="*/ 56444 h 105639"/>
              <a:gd name="connsiteX255" fmla="*/ 765471 w 943234"/>
              <a:gd name="connsiteY255" fmla="*/ 64100 h 105639"/>
              <a:gd name="connsiteX256" fmla="*/ 761724 w 943234"/>
              <a:gd name="connsiteY256" fmla="*/ 69313 h 105639"/>
              <a:gd name="connsiteX257" fmla="*/ 753659 w 943234"/>
              <a:gd name="connsiteY257" fmla="*/ 72082 h 105639"/>
              <a:gd name="connsiteX258" fmla="*/ 747386 w 943234"/>
              <a:gd name="connsiteY258" fmla="*/ 69720 h 105639"/>
              <a:gd name="connsiteX259" fmla="*/ 744942 w 943234"/>
              <a:gd name="connsiteY259" fmla="*/ 64019 h 105639"/>
              <a:gd name="connsiteX260" fmla="*/ 748037 w 943234"/>
              <a:gd name="connsiteY260" fmla="*/ 58480 h 105639"/>
              <a:gd name="connsiteX261" fmla="*/ 756591 w 943234"/>
              <a:gd name="connsiteY261" fmla="*/ 55793 h 105639"/>
              <a:gd name="connsiteX262" fmla="*/ 766123 w 943234"/>
              <a:gd name="connsiteY262" fmla="*/ 53430 h 105639"/>
              <a:gd name="connsiteX263" fmla="*/ 766123 w 943234"/>
              <a:gd name="connsiteY263" fmla="*/ 56526 h 105639"/>
              <a:gd name="connsiteX264" fmla="*/ 766123 w 943234"/>
              <a:gd name="connsiteY264" fmla="*/ 56526 h 105639"/>
              <a:gd name="connsiteX265" fmla="*/ 811745 w 943234"/>
              <a:gd name="connsiteY265" fmla="*/ 22561 h 105639"/>
              <a:gd name="connsiteX266" fmla="*/ 811745 w 943234"/>
              <a:gd name="connsiteY266" fmla="*/ 1710 h 105639"/>
              <a:gd name="connsiteX267" fmla="*/ 796022 w 943234"/>
              <a:gd name="connsiteY267" fmla="*/ 10833 h 105639"/>
              <a:gd name="connsiteX268" fmla="*/ 796022 w 943234"/>
              <a:gd name="connsiteY268" fmla="*/ 22561 h 105639"/>
              <a:gd name="connsiteX269" fmla="*/ 788853 w 943234"/>
              <a:gd name="connsiteY269" fmla="*/ 22561 h 105639"/>
              <a:gd name="connsiteX270" fmla="*/ 788853 w 943234"/>
              <a:gd name="connsiteY270" fmla="*/ 35023 h 105639"/>
              <a:gd name="connsiteX271" fmla="*/ 796022 w 943234"/>
              <a:gd name="connsiteY271" fmla="*/ 35023 h 105639"/>
              <a:gd name="connsiteX272" fmla="*/ 796022 w 943234"/>
              <a:gd name="connsiteY272" fmla="*/ 60842 h 105639"/>
              <a:gd name="connsiteX273" fmla="*/ 796511 w 943234"/>
              <a:gd name="connsiteY273" fmla="*/ 71838 h 105639"/>
              <a:gd name="connsiteX274" fmla="*/ 798710 w 943234"/>
              <a:gd name="connsiteY274" fmla="*/ 77947 h 105639"/>
              <a:gd name="connsiteX275" fmla="*/ 803680 w 943234"/>
              <a:gd name="connsiteY275" fmla="*/ 81612 h 105639"/>
              <a:gd name="connsiteX276" fmla="*/ 811338 w 943234"/>
              <a:gd name="connsiteY276" fmla="*/ 82996 h 105639"/>
              <a:gd name="connsiteX277" fmla="*/ 823721 w 943234"/>
              <a:gd name="connsiteY277" fmla="*/ 80634 h 105639"/>
              <a:gd name="connsiteX278" fmla="*/ 822417 w 943234"/>
              <a:gd name="connsiteY278" fmla="*/ 68499 h 105639"/>
              <a:gd name="connsiteX279" fmla="*/ 816144 w 943234"/>
              <a:gd name="connsiteY279" fmla="*/ 69965 h 105639"/>
              <a:gd name="connsiteX280" fmla="*/ 813537 w 943234"/>
              <a:gd name="connsiteY280" fmla="*/ 69150 h 105639"/>
              <a:gd name="connsiteX281" fmla="*/ 812153 w 943234"/>
              <a:gd name="connsiteY281" fmla="*/ 67195 h 105639"/>
              <a:gd name="connsiteX282" fmla="*/ 811827 w 943234"/>
              <a:gd name="connsiteY282" fmla="*/ 58725 h 105639"/>
              <a:gd name="connsiteX283" fmla="*/ 811827 w 943234"/>
              <a:gd name="connsiteY283" fmla="*/ 34860 h 105639"/>
              <a:gd name="connsiteX284" fmla="*/ 822499 w 943234"/>
              <a:gd name="connsiteY284" fmla="*/ 34860 h 105639"/>
              <a:gd name="connsiteX285" fmla="*/ 822499 w 943234"/>
              <a:gd name="connsiteY285" fmla="*/ 22398 h 105639"/>
              <a:gd name="connsiteX286" fmla="*/ 811827 w 943234"/>
              <a:gd name="connsiteY286" fmla="*/ 22398 h 105639"/>
              <a:gd name="connsiteX287" fmla="*/ 862174 w 943234"/>
              <a:gd name="connsiteY287" fmla="*/ 69313 h 105639"/>
              <a:gd name="connsiteX288" fmla="*/ 855982 w 943234"/>
              <a:gd name="connsiteY288" fmla="*/ 71349 h 105639"/>
              <a:gd name="connsiteX289" fmla="*/ 846939 w 943234"/>
              <a:gd name="connsiteY289" fmla="*/ 67440 h 105639"/>
              <a:gd name="connsiteX290" fmla="*/ 843192 w 943234"/>
              <a:gd name="connsiteY290" fmla="*/ 56607 h 105639"/>
              <a:gd name="connsiteX291" fmla="*/ 882378 w 943234"/>
              <a:gd name="connsiteY291" fmla="*/ 56607 h 105639"/>
              <a:gd name="connsiteX292" fmla="*/ 875046 w 943234"/>
              <a:gd name="connsiteY292" fmla="*/ 29892 h 105639"/>
              <a:gd name="connsiteX293" fmla="*/ 854190 w 943234"/>
              <a:gd name="connsiteY293" fmla="*/ 21177 h 105639"/>
              <a:gd name="connsiteX294" fmla="*/ 834719 w 943234"/>
              <a:gd name="connsiteY294" fmla="*/ 29484 h 105639"/>
              <a:gd name="connsiteX295" fmla="*/ 827061 w 943234"/>
              <a:gd name="connsiteY295" fmla="*/ 52534 h 105639"/>
              <a:gd name="connsiteX296" fmla="*/ 832927 w 943234"/>
              <a:gd name="connsiteY296" fmla="*/ 72897 h 105639"/>
              <a:gd name="connsiteX297" fmla="*/ 855738 w 943234"/>
              <a:gd name="connsiteY297" fmla="*/ 82996 h 105639"/>
              <a:gd name="connsiteX298" fmla="*/ 871950 w 943234"/>
              <a:gd name="connsiteY298" fmla="*/ 78517 h 105639"/>
              <a:gd name="connsiteX299" fmla="*/ 881481 w 943234"/>
              <a:gd name="connsiteY299" fmla="*/ 65485 h 105639"/>
              <a:gd name="connsiteX300" fmla="*/ 865921 w 943234"/>
              <a:gd name="connsiteY300" fmla="*/ 62879 h 105639"/>
              <a:gd name="connsiteX301" fmla="*/ 862174 w 943234"/>
              <a:gd name="connsiteY301" fmla="*/ 69313 h 105639"/>
              <a:gd name="connsiteX302" fmla="*/ 862174 w 943234"/>
              <a:gd name="connsiteY302" fmla="*/ 69313 h 105639"/>
              <a:gd name="connsiteX303" fmla="*/ 843436 w 943234"/>
              <a:gd name="connsiteY303" fmla="*/ 47077 h 105639"/>
              <a:gd name="connsiteX304" fmla="*/ 846695 w 943234"/>
              <a:gd name="connsiteY304" fmla="*/ 36978 h 105639"/>
              <a:gd name="connsiteX305" fmla="*/ 855168 w 943234"/>
              <a:gd name="connsiteY305" fmla="*/ 33231 h 105639"/>
              <a:gd name="connsiteX306" fmla="*/ 863314 w 943234"/>
              <a:gd name="connsiteY306" fmla="*/ 36734 h 105639"/>
              <a:gd name="connsiteX307" fmla="*/ 866817 w 943234"/>
              <a:gd name="connsiteY307" fmla="*/ 47077 h 105639"/>
              <a:gd name="connsiteX308" fmla="*/ 843436 w 943234"/>
              <a:gd name="connsiteY308" fmla="*/ 47077 h 105639"/>
              <a:gd name="connsiteX309" fmla="*/ 897205 w 943234"/>
              <a:gd name="connsiteY309" fmla="*/ 78109 h 105639"/>
              <a:gd name="connsiteX310" fmla="*/ 916350 w 943234"/>
              <a:gd name="connsiteY310" fmla="*/ 82996 h 105639"/>
              <a:gd name="connsiteX311" fmla="*/ 936472 w 943234"/>
              <a:gd name="connsiteY311" fmla="*/ 77132 h 105639"/>
              <a:gd name="connsiteX312" fmla="*/ 943234 w 943234"/>
              <a:gd name="connsiteY312" fmla="*/ 63123 h 105639"/>
              <a:gd name="connsiteX313" fmla="*/ 938346 w 943234"/>
              <a:gd name="connsiteY313" fmla="*/ 51476 h 105639"/>
              <a:gd name="connsiteX314" fmla="*/ 920912 w 943234"/>
              <a:gd name="connsiteY314" fmla="*/ 44553 h 105639"/>
              <a:gd name="connsiteX315" fmla="*/ 906329 w 943234"/>
              <a:gd name="connsiteY315" fmla="*/ 40154 h 105639"/>
              <a:gd name="connsiteX316" fmla="*/ 904781 w 943234"/>
              <a:gd name="connsiteY316" fmla="*/ 37304 h 105639"/>
              <a:gd name="connsiteX317" fmla="*/ 906574 w 943234"/>
              <a:gd name="connsiteY317" fmla="*/ 34127 h 105639"/>
              <a:gd name="connsiteX318" fmla="*/ 915454 w 943234"/>
              <a:gd name="connsiteY318" fmla="*/ 32417 h 105639"/>
              <a:gd name="connsiteX319" fmla="*/ 923030 w 943234"/>
              <a:gd name="connsiteY319" fmla="*/ 34290 h 105639"/>
              <a:gd name="connsiteX320" fmla="*/ 926615 w 943234"/>
              <a:gd name="connsiteY320" fmla="*/ 39584 h 105639"/>
              <a:gd name="connsiteX321" fmla="*/ 941360 w 943234"/>
              <a:gd name="connsiteY321" fmla="*/ 36896 h 105639"/>
              <a:gd name="connsiteX322" fmla="*/ 933214 w 943234"/>
              <a:gd name="connsiteY322" fmla="*/ 25168 h 105639"/>
              <a:gd name="connsiteX323" fmla="*/ 915209 w 943234"/>
              <a:gd name="connsiteY323" fmla="*/ 21177 h 105639"/>
              <a:gd name="connsiteX324" fmla="*/ 896390 w 943234"/>
              <a:gd name="connsiteY324" fmla="*/ 26389 h 105639"/>
              <a:gd name="connsiteX325" fmla="*/ 890280 w 943234"/>
              <a:gd name="connsiteY325" fmla="*/ 39340 h 105639"/>
              <a:gd name="connsiteX326" fmla="*/ 897286 w 943234"/>
              <a:gd name="connsiteY326" fmla="*/ 52616 h 105639"/>
              <a:gd name="connsiteX327" fmla="*/ 921319 w 943234"/>
              <a:gd name="connsiteY327" fmla="*/ 60272 h 105639"/>
              <a:gd name="connsiteX328" fmla="*/ 926533 w 943234"/>
              <a:gd name="connsiteY328" fmla="*/ 62308 h 105639"/>
              <a:gd name="connsiteX329" fmla="*/ 927674 w 943234"/>
              <a:gd name="connsiteY329" fmla="*/ 65241 h 105639"/>
              <a:gd name="connsiteX330" fmla="*/ 925637 w 943234"/>
              <a:gd name="connsiteY330" fmla="*/ 69394 h 105639"/>
              <a:gd name="connsiteX331" fmla="*/ 916513 w 943234"/>
              <a:gd name="connsiteY331" fmla="*/ 71594 h 105639"/>
              <a:gd name="connsiteX332" fmla="*/ 907958 w 943234"/>
              <a:gd name="connsiteY332" fmla="*/ 69232 h 105639"/>
              <a:gd name="connsiteX333" fmla="*/ 903885 w 943234"/>
              <a:gd name="connsiteY333" fmla="*/ 62308 h 105639"/>
              <a:gd name="connsiteX334" fmla="*/ 888162 w 943234"/>
              <a:gd name="connsiteY334" fmla="*/ 64670 h 105639"/>
              <a:gd name="connsiteX335" fmla="*/ 897368 w 943234"/>
              <a:gd name="connsiteY335" fmla="*/ 77947 h 105639"/>
              <a:gd name="connsiteX336" fmla="*/ 897368 w 943234"/>
              <a:gd name="connsiteY336" fmla="*/ 77947 h 10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</a:cxnLst>
            <a:rect l="l" t="t" r="r" b="b"/>
            <a:pathLst>
              <a:path w="943234" h="105639">
                <a:moveTo>
                  <a:pt x="15397" y="81693"/>
                </a:moveTo>
                <a:lnTo>
                  <a:pt x="15397" y="17430"/>
                </a:lnTo>
                <a:lnTo>
                  <a:pt x="31528" y="81693"/>
                </a:lnTo>
                <a:lnTo>
                  <a:pt x="47414" y="81693"/>
                </a:lnTo>
                <a:lnTo>
                  <a:pt x="63626" y="17430"/>
                </a:lnTo>
                <a:lnTo>
                  <a:pt x="63626" y="81693"/>
                </a:lnTo>
                <a:lnTo>
                  <a:pt x="78942" y="81693"/>
                </a:lnTo>
                <a:lnTo>
                  <a:pt x="78942" y="82"/>
                </a:lnTo>
                <a:lnTo>
                  <a:pt x="54176" y="82"/>
                </a:lnTo>
                <a:lnTo>
                  <a:pt x="39512" y="55793"/>
                </a:lnTo>
                <a:lnTo>
                  <a:pt x="24685" y="82"/>
                </a:lnTo>
                <a:lnTo>
                  <a:pt x="0" y="82"/>
                </a:lnTo>
                <a:lnTo>
                  <a:pt x="0" y="81693"/>
                </a:lnTo>
                <a:lnTo>
                  <a:pt x="15316" y="81693"/>
                </a:lnTo>
                <a:close/>
                <a:moveTo>
                  <a:pt x="124075" y="69313"/>
                </a:moveTo>
                <a:cubicBezTo>
                  <a:pt x="122365" y="70616"/>
                  <a:pt x="120328" y="71349"/>
                  <a:pt x="117884" y="71349"/>
                </a:cubicBezTo>
                <a:cubicBezTo>
                  <a:pt x="114299" y="71349"/>
                  <a:pt x="111285" y="70046"/>
                  <a:pt x="108841" y="67440"/>
                </a:cubicBezTo>
                <a:cubicBezTo>
                  <a:pt x="106397" y="64833"/>
                  <a:pt x="105175" y="61250"/>
                  <a:pt x="105093" y="56607"/>
                </a:cubicBezTo>
                <a:lnTo>
                  <a:pt x="144279" y="56607"/>
                </a:lnTo>
                <a:cubicBezTo>
                  <a:pt x="144524" y="44634"/>
                  <a:pt x="142080" y="35756"/>
                  <a:pt x="136947" y="29892"/>
                </a:cubicBezTo>
                <a:cubicBezTo>
                  <a:pt x="131896" y="24109"/>
                  <a:pt x="124890" y="21177"/>
                  <a:pt x="116092" y="21177"/>
                </a:cubicBezTo>
                <a:cubicBezTo>
                  <a:pt x="108271" y="21177"/>
                  <a:pt x="101753" y="23946"/>
                  <a:pt x="96621" y="29484"/>
                </a:cubicBezTo>
                <a:cubicBezTo>
                  <a:pt x="91488" y="35023"/>
                  <a:pt x="88963" y="42679"/>
                  <a:pt x="88963" y="52534"/>
                </a:cubicBezTo>
                <a:cubicBezTo>
                  <a:pt x="88963" y="60761"/>
                  <a:pt x="90918" y="67521"/>
                  <a:pt x="94829" y="72897"/>
                </a:cubicBezTo>
                <a:cubicBezTo>
                  <a:pt x="99798" y="79576"/>
                  <a:pt x="107375" y="82996"/>
                  <a:pt x="117640" y="82996"/>
                </a:cubicBezTo>
                <a:cubicBezTo>
                  <a:pt x="124157" y="82996"/>
                  <a:pt x="129534" y="81530"/>
                  <a:pt x="133852" y="78517"/>
                </a:cubicBezTo>
                <a:cubicBezTo>
                  <a:pt x="138169" y="75503"/>
                  <a:pt x="141347" y="71186"/>
                  <a:pt x="143383" y="65485"/>
                </a:cubicBezTo>
                <a:lnTo>
                  <a:pt x="127823" y="62879"/>
                </a:lnTo>
                <a:cubicBezTo>
                  <a:pt x="127008" y="65811"/>
                  <a:pt x="125705" y="68010"/>
                  <a:pt x="124075" y="69313"/>
                </a:cubicBezTo>
                <a:lnTo>
                  <a:pt x="124075" y="69313"/>
                </a:lnTo>
                <a:close/>
                <a:moveTo>
                  <a:pt x="105338" y="47077"/>
                </a:moveTo>
                <a:cubicBezTo>
                  <a:pt x="105338" y="42842"/>
                  <a:pt x="106397" y="39421"/>
                  <a:pt x="108597" y="36978"/>
                </a:cubicBezTo>
                <a:cubicBezTo>
                  <a:pt x="110796" y="34453"/>
                  <a:pt x="113648" y="33231"/>
                  <a:pt x="117069" y="33231"/>
                </a:cubicBezTo>
                <a:cubicBezTo>
                  <a:pt x="120246" y="33231"/>
                  <a:pt x="122935" y="34371"/>
                  <a:pt x="125216" y="36734"/>
                </a:cubicBezTo>
                <a:cubicBezTo>
                  <a:pt x="127416" y="39095"/>
                  <a:pt x="128638" y="42516"/>
                  <a:pt x="128719" y="47077"/>
                </a:cubicBezTo>
                <a:lnTo>
                  <a:pt x="105338" y="47077"/>
                </a:lnTo>
                <a:close/>
                <a:moveTo>
                  <a:pt x="170919" y="34860"/>
                </a:moveTo>
                <a:cubicBezTo>
                  <a:pt x="172467" y="33801"/>
                  <a:pt x="174667" y="33231"/>
                  <a:pt x="177437" y="33231"/>
                </a:cubicBezTo>
                <a:cubicBezTo>
                  <a:pt x="181592" y="33231"/>
                  <a:pt x="184362" y="33883"/>
                  <a:pt x="185828" y="35186"/>
                </a:cubicBezTo>
                <a:cubicBezTo>
                  <a:pt x="187294" y="36489"/>
                  <a:pt x="188028" y="38607"/>
                  <a:pt x="188028" y="41620"/>
                </a:cubicBezTo>
                <a:lnTo>
                  <a:pt x="188028" y="43168"/>
                </a:lnTo>
                <a:cubicBezTo>
                  <a:pt x="185176" y="44390"/>
                  <a:pt x="180125" y="45611"/>
                  <a:pt x="172793" y="46996"/>
                </a:cubicBezTo>
                <a:cubicBezTo>
                  <a:pt x="167335" y="48055"/>
                  <a:pt x="163261" y="49277"/>
                  <a:pt x="160329" y="50661"/>
                </a:cubicBezTo>
                <a:cubicBezTo>
                  <a:pt x="157477" y="52046"/>
                  <a:pt x="155196" y="54082"/>
                  <a:pt x="153648" y="56688"/>
                </a:cubicBezTo>
                <a:cubicBezTo>
                  <a:pt x="152019" y="59295"/>
                  <a:pt x="151286" y="62308"/>
                  <a:pt x="151286" y="65648"/>
                </a:cubicBezTo>
                <a:cubicBezTo>
                  <a:pt x="151286" y="70698"/>
                  <a:pt x="153078" y="74852"/>
                  <a:pt x="156581" y="78191"/>
                </a:cubicBezTo>
                <a:cubicBezTo>
                  <a:pt x="160084" y="81530"/>
                  <a:pt x="164891" y="83159"/>
                  <a:pt x="171001" y="83159"/>
                </a:cubicBezTo>
                <a:cubicBezTo>
                  <a:pt x="174422" y="83159"/>
                  <a:pt x="177681" y="82508"/>
                  <a:pt x="180777" y="81205"/>
                </a:cubicBezTo>
                <a:cubicBezTo>
                  <a:pt x="183791" y="79901"/>
                  <a:pt x="186643" y="77947"/>
                  <a:pt x="189331" y="75340"/>
                </a:cubicBezTo>
                <a:cubicBezTo>
                  <a:pt x="189413" y="75666"/>
                  <a:pt x="189657" y="76236"/>
                  <a:pt x="189901" y="77213"/>
                </a:cubicBezTo>
                <a:cubicBezTo>
                  <a:pt x="190472" y="79250"/>
                  <a:pt x="190961" y="80797"/>
                  <a:pt x="191368" y="81856"/>
                </a:cubicBezTo>
                <a:lnTo>
                  <a:pt x="206847" y="81856"/>
                </a:lnTo>
                <a:cubicBezTo>
                  <a:pt x="205462" y="79005"/>
                  <a:pt x="204566" y="76399"/>
                  <a:pt x="203995" y="73956"/>
                </a:cubicBezTo>
                <a:cubicBezTo>
                  <a:pt x="203507" y="71512"/>
                  <a:pt x="203262" y="67684"/>
                  <a:pt x="203262" y="62471"/>
                </a:cubicBezTo>
                <a:lnTo>
                  <a:pt x="203425" y="44227"/>
                </a:lnTo>
                <a:cubicBezTo>
                  <a:pt x="203425" y="37467"/>
                  <a:pt x="202692" y="32742"/>
                  <a:pt x="201307" y="30217"/>
                </a:cubicBezTo>
                <a:cubicBezTo>
                  <a:pt x="199922" y="27693"/>
                  <a:pt x="197478" y="25575"/>
                  <a:pt x="194056" y="23946"/>
                </a:cubicBezTo>
                <a:cubicBezTo>
                  <a:pt x="190635" y="22317"/>
                  <a:pt x="185421" y="21502"/>
                  <a:pt x="178496" y="21502"/>
                </a:cubicBezTo>
                <a:cubicBezTo>
                  <a:pt x="170838" y="21502"/>
                  <a:pt x="165054" y="22887"/>
                  <a:pt x="161143" y="25656"/>
                </a:cubicBezTo>
                <a:cubicBezTo>
                  <a:pt x="157233" y="28426"/>
                  <a:pt x="154463" y="32661"/>
                  <a:pt x="152915" y="38362"/>
                </a:cubicBezTo>
                <a:lnTo>
                  <a:pt x="167090" y="40887"/>
                </a:lnTo>
                <a:cubicBezTo>
                  <a:pt x="168068" y="38118"/>
                  <a:pt x="169290" y="36245"/>
                  <a:pt x="170838" y="35104"/>
                </a:cubicBezTo>
                <a:lnTo>
                  <a:pt x="170838" y="35104"/>
                </a:lnTo>
                <a:close/>
                <a:moveTo>
                  <a:pt x="188028" y="56444"/>
                </a:moveTo>
                <a:cubicBezTo>
                  <a:pt x="188028" y="60191"/>
                  <a:pt x="187783" y="62716"/>
                  <a:pt x="187376" y="64100"/>
                </a:cubicBezTo>
                <a:cubicBezTo>
                  <a:pt x="186806" y="66136"/>
                  <a:pt x="185502" y="67847"/>
                  <a:pt x="183628" y="69313"/>
                </a:cubicBezTo>
                <a:cubicBezTo>
                  <a:pt x="181103" y="71186"/>
                  <a:pt x="178414" y="72082"/>
                  <a:pt x="175563" y="72082"/>
                </a:cubicBezTo>
                <a:cubicBezTo>
                  <a:pt x="173038" y="72082"/>
                  <a:pt x="170919" y="71268"/>
                  <a:pt x="169290" y="69720"/>
                </a:cubicBezTo>
                <a:cubicBezTo>
                  <a:pt x="167661" y="68091"/>
                  <a:pt x="166846" y="66218"/>
                  <a:pt x="166846" y="64019"/>
                </a:cubicBezTo>
                <a:cubicBezTo>
                  <a:pt x="166846" y="61820"/>
                  <a:pt x="167905" y="59946"/>
                  <a:pt x="169942" y="58480"/>
                </a:cubicBezTo>
                <a:cubicBezTo>
                  <a:pt x="171245" y="57584"/>
                  <a:pt x="174097" y="56688"/>
                  <a:pt x="178496" y="55793"/>
                </a:cubicBezTo>
                <a:cubicBezTo>
                  <a:pt x="182814" y="54897"/>
                  <a:pt x="185991" y="54082"/>
                  <a:pt x="188028" y="53430"/>
                </a:cubicBezTo>
                <a:lnTo>
                  <a:pt x="188028" y="56526"/>
                </a:lnTo>
                <a:lnTo>
                  <a:pt x="188028" y="56526"/>
                </a:lnTo>
                <a:close/>
                <a:moveTo>
                  <a:pt x="271043" y="44960"/>
                </a:moveTo>
                <a:cubicBezTo>
                  <a:pt x="271043" y="40399"/>
                  <a:pt x="270717" y="36896"/>
                  <a:pt x="270147" y="34453"/>
                </a:cubicBezTo>
                <a:cubicBezTo>
                  <a:pt x="269577" y="32009"/>
                  <a:pt x="268518" y="29810"/>
                  <a:pt x="267051" y="27855"/>
                </a:cubicBezTo>
                <a:cubicBezTo>
                  <a:pt x="265585" y="25901"/>
                  <a:pt x="263385" y="24353"/>
                  <a:pt x="260534" y="23131"/>
                </a:cubicBezTo>
                <a:cubicBezTo>
                  <a:pt x="257683" y="21910"/>
                  <a:pt x="254505" y="21258"/>
                  <a:pt x="251084" y="21258"/>
                </a:cubicBezTo>
                <a:cubicBezTo>
                  <a:pt x="243263" y="21258"/>
                  <a:pt x="236745" y="24597"/>
                  <a:pt x="231613" y="31276"/>
                </a:cubicBezTo>
                <a:lnTo>
                  <a:pt x="231613" y="22561"/>
                </a:lnTo>
                <a:lnTo>
                  <a:pt x="217112" y="22561"/>
                </a:lnTo>
                <a:lnTo>
                  <a:pt x="217112" y="81693"/>
                </a:lnTo>
                <a:lnTo>
                  <a:pt x="232753" y="81693"/>
                </a:lnTo>
                <a:lnTo>
                  <a:pt x="232753" y="54897"/>
                </a:lnTo>
                <a:cubicBezTo>
                  <a:pt x="232753" y="48299"/>
                  <a:pt x="233161" y="43738"/>
                  <a:pt x="233976" y="41295"/>
                </a:cubicBezTo>
                <a:cubicBezTo>
                  <a:pt x="234790" y="38851"/>
                  <a:pt x="236257" y="36896"/>
                  <a:pt x="238375" y="35430"/>
                </a:cubicBezTo>
                <a:cubicBezTo>
                  <a:pt x="240493" y="33964"/>
                  <a:pt x="242937" y="33231"/>
                  <a:pt x="245707" y="33231"/>
                </a:cubicBezTo>
                <a:cubicBezTo>
                  <a:pt x="247825" y="33231"/>
                  <a:pt x="249617" y="33720"/>
                  <a:pt x="251165" y="34779"/>
                </a:cubicBezTo>
                <a:cubicBezTo>
                  <a:pt x="252632" y="35837"/>
                  <a:pt x="253772" y="37304"/>
                  <a:pt x="254424" y="39177"/>
                </a:cubicBezTo>
                <a:cubicBezTo>
                  <a:pt x="255076" y="41050"/>
                  <a:pt x="255401" y="45204"/>
                  <a:pt x="255401" y="51557"/>
                </a:cubicBezTo>
                <a:lnTo>
                  <a:pt x="255401" y="81775"/>
                </a:lnTo>
                <a:lnTo>
                  <a:pt x="271043" y="81775"/>
                </a:lnTo>
                <a:lnTo>
                  <a:pt x="271043" y="45041"/>
                </a:lnTo>
                <a:lnTo>
                  <a:pt x="271043" y="45041"/>
                </a:lnTo>
                <a:close/>
                <a:moveTo>
                  <a:pt x="332144" y="81693"/>
                </a:moveTo>
                <a:lnTo>
                  <a:pt x="332144" y="46996"/>
                </a:lnTo>
                <a:lnTo>
                  <a:pt x="366198" y="46996"/>
                </a:lnTo>
                <a:lnTo>
                  <a:pt x="366198" y="33150"/>
                </a:lnTo>
                <a:lnTo>
                  <a:pt x="332144" y="33150"/>
                </a:lnTo>
                <a:lnTo>
                  <a:pt x="332144" y="13846"/>
                </a:lnTo>
                <a:lnTo>
                  <a:pt x="371656" y="13846"/>
                </a:lnTo>
                <a:lnTo>
                  <a:pt x="371656" y="0"/>
                </a:lnTo>
                <a:lnTo>
                  <a:pt x="315688" y="0"/>
                </a:lnTo>
                <a:lnTo>
                  <a:pt x="315688" y="81612"/>
                </a:lnTo>
                <a:lnTo>
                  <a:pt x="332144" y="81612"/>
                </a:lnTo>
                <a:close/>
                <a:moveTo>
                  <a:pt x="399111" y="14579"/>
                </a:moveTo>
                <a:lnTo>
                  <a:pt x="399111" y="82"/>
                </a:lnTo>
                <a:lnTo>
                  <a:pt x="383469" y="82"/>
                </a:lnTo>
                <a:lnTo>
                  <a:pt x="383469" y="14579"/>
                </a:lnTo>
                <a:lnTo>
                  <a:pt x="399111" y="14579"/>
                </a:lnTo>
                <a:close/>
                <a:moveTo>
                  <a:pt x="399111" y="81693"/>
                </a:moveTo>
                <a:lnTo>
                  <a:pt x="399111" y="22561"/>
                </a:lnTo>
                <a:lnTo>
                  <a:pt x="383469" y="22561"/>
                </a:lnTo>
                <a:lnTo>
                  <a:pt x="383469" y="81693"/>
                </a:lnTo>
                <a:lnTo>
                  <a:pt x="399111" y="81693"/>
                </a:lnTo>
                <a:close/>
                <a:moveTo>
                  <a:pt x="428602" y="63449"/>
                </a:moveTo>
                <a:cubicBezTo>
                  <a:pt x="428602" y="53430"/>
                  <a:pt x="429009" y="46752"/>
                  <a:pt x="429905" y="43657"/>
                </a:cubicBezTo>
                <a:cubicBezTo>
                  <a:pt x="430802" y="40480"/>
                  <a:pt x="431942" y="38281"/>
                  <a:pt x="433490" y="37141"/>
                </a:cubicBezTo>
                <a:cubicBezTo>
                  <a:pt x="435038" y="35919"/>
                  <a:pt x="436830" y="35349"/>
                  <a:pt x="439030" y="35349"/>
                </a:cubicBezTo>
                <a:cubicBezTo>
                  <a:pt x="441230" y="35349"/>
                  <a:pt x="443755" y="36163"/>
                  <a:pt x="446362" y="37874"/>
                </a:cubicBezTo>
                <a:lnTo>
                  <a:pt x="451169" y="24272"/>
                </a:lnTo>
                <a:cubicBezTo>
                  <a:pt x="447829" y="22317"/>
                  <a:pt x="444407" y="21340"/>
                  <a:pt x="440904" y="21340"/>
                </a:cubicBezTo>
                <a:cubicBezTo>
                  <a:pt x="438378" y="21340"/>
                  <a:pt x="436097" y="21991"/>
                  <a:pt x="434142" y="23213"/>
                </a:cubicBezTo>
                <a:cubicBezTo>
                  <a:pt x="432187" y="24435"/>
                  <a:pt x="429905" y="27122"/>
                  <a:pt x="427462" y="31032"/>
                </a:cubicBezTo>
                <a:lnTo>
                  <a:pt x="427462" y="22643"/>
                </a:lnTo>
                <a:lnTo>
                  <a:pt x="412960" y="22643"/>
                </a:lnTo>
                <a:lnTo>
                  <a:pt x="412960" y="81775"/>
                </a:lnTo>
                <a:lnTo>
                  <a:pt x="428602" y="81775"/>
                </a:lnTo>
                <a:lnTo>
                  <a:pt x="428602" y="63530"/>
                </a:lnTo>
                <a:lnTo>
                  <a:pt x="428602" y="63530"/>
                </a:lnTo>
                <a:close/>
                <a:moveTo>
                  <a:pt x="472024" y="14579"/>
                </a:moveTo>
                <a:lnTo>
                  <a:pt x="472024" y="82"/>
                </a:lnTo>
                <a:lnTo>
                  <a:pt x="456383" y="82"/>
                </a:lnTo>
                <a:lnTo>
                  <a:pt x="456383" y="14579"/>
                </a:lnTo>
                <a:lnTo>
                  <a:pt x="472024" y="14579"/>
                </a:lnTo>
                <a:close/>
                <a:moveTo>
                  <a:pt x="472024" y="81693"/>
                </a:moveTo>
                <a:lnTo>
                  <a:pt x="472024" y="22561"/>
                </a:lnTo>
                <a:lnTo>
                  <a:pt x="456383" y="22561"/>
                </a:lnTo>
                <a:lnTo>
                  <a:pt x="456383" y="81693"/>
                </a:lnTo>
                <a:lnTo>
                  <a:pt x="472024" y="81693"/>
                </a:lnTo>
                <a:close/>
                <a:moveTo>
                  <a:pt x="540295" y="44960"/>
                </a:moveTo>
                <a:cubicBezTo>
                  <a:pt x="540295" y="40399"/>
                  <a:pt x="539969" y="36896"/>
                  <a:pt x="539398" y="34453"/>
                </a:cubicBezTo>
                <a:cubicBezTo>
                  <a:pt x="538828" y="32009"/>
                  <a:pt x="537769" y="29810"/>
                  <a:pt x="536302" y="27855"/>
                </a:cubicBezTo>
                <a:cubicBezTo>
                  <a:pt x="534836" y="25901"/>
                  <a:pt x="532637" y="24353"/>
                  <a:pt x="529785" y="23131"/>
                </a:cubicBezTo>
                <a:cubicBezTo>
                  <a:pt x="526934" y="21910"/>
                  <a:pt x="523757" y="21258"/>
                  <a:pt x="520335" y="21258"/>
                </a:cubicBezTo>
                <a:cubicBezTo>
                  <a:pt x="512514" y="21258"/>
                  <a:pt x="505996" y="24597"/>
                  <a:pt x="500864" y="31276"/>
                </a:cubicBezTo>
                <a:lnTo>
                  <a:pt x="500864" y="22561"/>
                </a:lnTo>
                <a:lnTo>
                  <a:pt x="486363" y="22561"/>
                </a:lnTo>
                <a:lnTo>
                  <a:pt x="486363" y="81693"/>
                </a:lnTo>
                <a:lnTo>
                  <a:pt x="502005" y="81693"/>
                </a:lnTo>
                <a:lnTo>
                  <a:pt x="502005" y="54897"/>
                </a:lnTo>
                <a:cubicBezTo>
                  <a:pt x="502005" y="48299"/>
                  <a:pt x="502412" y="43738"/>
                  <a:pt x="503227" y="41295"/>
                </a:cubicBezTo>
                <a:cubicBezTo>
                  <a:pt x="504041" y="38851"/>
                  <a:pt x="505508" y="36896"/>
                  <a:pt x="507626" y="35430"/>
                </a:cubicBezTo>
                <a:cubicBezTo>
                  <a:pt x="509744" y="33964"/>
                  <a:pt x="512188" y="33231"/>
                  <a:pt x="514958" y="33231"/>
                </a:cubicBezTo>
                <a:cubicBezTo>
                  <a:pt x="517076" y="33231"/>
                  <a:pt x="518868" y="33720"/>
                  <a:pt x="520416" y="34779"/>
                </a:cubicBezTo>
                <a:cubicBezTo>
                  <a:pt x="521883" y="35837"/>
                  <a:pt x="523023" y="37304"/>
                  <a:pt x="523675" y="39177"/>
                </a:cubicBezTo>
                <a:cubicBezTo>
                  <a:pt x="524327" y="41050"/>
                  <a:pt x="524653" y="45204"/>
                  <a:pt x="524653" y="51557"/>
                </a:cubicBezTo>
                <a:lnTo>
                  <a:pt x="524653" y="81775"/>
                </a:lnTo>
                <a:lnTo>
                  <a:pt x="540295" y="81775"/>
                </a:lnTo>
                <a:lnTo>
                  <a:pt x="540295" y="45041"/>
                </a:lnTo>
                <a:lnTo>
                  <a:pt x="540295" y="45041"/>
                </a:lnTo>
                <a:close/>
                <a:moveTo>
                  <a:pt x="553003" y="87476"/>
                </a:moveTo>
                <a:cubicBezTo>
                  <a:pt x="553003" y="92770"/>
                  <a:pt x="555121" y="97087"/>
                  <a:pt x="559276" y="100508"/>
                </a:cubicBezTo>
                <a:cubicBezTo>
                  <a:pt x="563431" y="103929"/>
                  <a:pt x="570601" y="105639"/>
                  <a:pt x="580621" y="105639"/>
                </a:cubicBezTo>
                <a:cubicBezTo>
                  <a:pt x="585916" y="105639"/>
                  <a:pt x="590316" y="105069"/>
                  <a:pt x="593819" y="103929"/>
                </a:cubicBezTo>
                <a:cubicBezTo>
                  <a:pt x="597322" y="102789"/>
                  <a:pt x="600092" y="101241"/>
                  <a:pt x="602129" y="99286"/>
                </a:cubicBezTo>
                <a:cubicBezTo>
                  <a:pt x="604247" y="97331"/>
                  <a:pt x="605794" y="94644"/>
                  <a:pt x="606935" y="91141"/>
                </a:cubicBezTo>
                <a:cubicBezTo>
                  <a:pt x="608076" y="87720"/>
                  <a:pt x="608646" y="82508"/>
                  <a:pt x="608646" y="75503"/>
                </a:cubicBezTo>
                <a:lnTo>
                  <a:pt x="608646" y="22480"/>
                </a:lnTo>
                <a:lnTo>
                  <a:pt x="593982" y="22480"/>
                </a:lnTo>
                <a:lnTo>
                  <a:pt x="593982" y="30788"/>
                </a:lnTo>
                <a:cubicBezTo>
                  <a:pt x="589257" y="24353"/>
                  <a:pt x="583228" y="21177"/>
                  <a:pt x="575896" y="21177"/>
                </a:cubicBezTo>
                <a:cubicBezTo>
                  <a:pt x="568564" y="21177"/>
                  <a:pt x="562861" y="23783"/>
                  <a:pt x="558136" y="28996"/>
                </a:cubicBezTo>
                <a:cubicBezTo>
                  <a:pt x="553329" y="34208"/>
                  <a:pt x="550967" y="41783"/>
                  <a:pt x="550967" y="51720"/>
                </a:cubicBezTo>
                <a:cubicBezTo>
                  <a:pt x="550967" y="59621"/>
                  <a:pt x="552759" y="66218"/>
                  <a:pt x="556425" y="71512"/>
                </a:cubicBezTo>
                <a:cubicBezTo>
                  <a:pt x="561069" y="78191"/>
                  <a:pt x="567342" y="81612"/>
                  <a:pt x="575326" y="81612"/>
                </a:cubicBezTo>
                <a:cubicBezTo>
                  <a:pt x="582495" y="81612"/>
                  <a:pt x="588360" y="78435"/>
                  <a:pt x="593004" y="72001"/>
                </a:cubicBezTo>
                <a:lnTo>
                  <a:pt x="593004" y="80634"/>
                </a:lnTo>
                <a:cubicBezTo>
                  <a:pt x="593004" y="84137"/>
                  <a:pt x="592760" y="86499"/>
                  <a:pt x="592271" y="87802"/>
                </a:cubicBezTo>
                <a:cubicBezTo>
                  <a:pt x="591538" y="89594"/>
                  <a:pt x="590560" y="90978"/>
                  <a:pt x="589175" y="91793"/>
                </a:cubicBezTo>
                <a:cubicBezTo>
                  <a:pt x="587139" y="93015"/>
                  <a:pt x="584043" y="93666"/>
                  <a:pt x="579969" y="93666"/>
                </a:cubicBezTo>
                <a:cubicBezTo>
                  <a:pt x="576792" y="93666"/>
                  <a:pt x="574430" y="93096"/>
                  <a:pt x="572963" y="91956"/>
                </a:cubicBezTo>
                <a:cubicBezTo>
                  <a:pt x="571904" y="91141"/>
                  <a:pt x="571171" y="89757"/>
                  <a:pt x="570926" y="87639"/>
                </a:cubicBezTo>
                <a:lnTo>
                  <a:pt x="553085" y="85440"/>
                </a:lnTo>
                <a:cubicBezTo>
                  <a:pt x="553085" y="86173"/>
                  <a:pt x="553085" y="86825"/>
                  <a:pt x="553085" y="87313"/>
                </a:cubicBezTo>
                <a:lnTo>
                  <a:pt x="553085" y="87313"/>
                </a:lnTo>
                <a:close/>
                <a:moveTo>
                  <a:pt x="570682" y="37548"/>
                </a:moveTo>
                <a:cubicBezTo>
                  <a:pt x="573126" y="34616"/>
                  <a:pt x="576222" y="33150"/>
                  <a:pt x="579969" y="33150"/>
                </a:cubicBezTo>
                <a:cubicBezTo>
                  <a:pt x="583717" y="33150"/>
                  <a:pt x="587057" y="34616"/>
                  <a:pt x="589582" y="37629"/>
                </a:cubicBezTo>
                <a:cubicBezTo>
                  <a:pt x="592108" y="40561"/>
                  <a:pt x="593330" y="45123"/>
                  <a:pt x="593330" y="51231"/>
                </a:cubicBezTo>
                <a:cubicBezTo>
                  <a:pt x="593330" y="57340"/>
                  <a:pt x="592026" y="61494"/>
                  <a:pt x="589338" y="64507"/>
                </a:cubicBezTo>
                <a:cubicBezTo>
                  <a:pt x="586731" y="67521"/>
                  <a:pt x="583472" y="68987"/>
                  <a:pt x="579643" y="68987"/>
                </a:cubicBezTo>
                <a:cubicBezTo>
                  <a:pt x="576059" y="68987"/>
                  <a:pt x="573044" y="67521"/>
                  <a:pt x="570682" y="64589"/>
                </a:cubicBezTo>
                <a:cubicBezTo>
                  <a:pt x="568238" y="61657"/>
                  <a:pt x="567016" y="57096"/>
                  <a:pt x="567016" y="50824"/>
                </a:cubicBezTo>
                <a:cubicBezTo>
                  <a:pt x="567016" y="44553"/>
                  <a:pt x="568238" y="40399"/>
                  <a:pt x="570682" y="37467"/>
                </a:cubicBezTo>
                <a:lnTo>
                  <a:pt x="570682" y="37467"/>
                </a:lnTo>
                <a:close/>
                <a:moveTo>
                  <a:pt x="669339" y="81693"/>
                </a:moveTo>
                <a:lnTo>
                  <a:pt x="669339" y="47648"/>
                </a:lnTo>
                <a:lnTo>
                  <a:pt x="672680" y="47648"/>
                </a:lnTo>
                <a:cubicBezTo>
                  <a:pt x="676427" y="47648"/>
                  <a:pt x="679197" y="47973"/>
                  <a:pt x="680989" y="48543"/>
                </a:cubicBezTo>
                <a:cubicBezTo>
                  <a:pt x="682700" y="49195"/>
                  <a:pt x="684411" y="50254"/>
                  <a:pt x="685959" y="51964"/>
                </a:cubicBezTo>
                <a:cubicBezTo>
                  <a:pt x="687507" y="53593"/>
                  <a:pt x="690440" y="57584"/>
                  <a:pt x="694676" y="63937"/>
                </a:cubicBezTo>
                <a:lnTo>
                  <a:pt x="706570" y="81693"/>
                </a:lnTo>
                <a:lnTo>
                  <a:pt x="726285" y="81693"/>
                </a:lnTo>
                <a:lnTo>
                  <a:pt x="716346" y="65729"/>
                </a:lnTo>
                <a:cubicBezTo>
                  <a:pt x="712436" y="59376"/>
                  <a:pt x="709259" y="54978"/>
                  <a:pt x="706978" y="52453"/>
                </a:cubicBezTo>
                <a:cubicBezTo>
                  <a:pt x="704696" y="49928"/>
                  <a:pt x="701682" y="47648"/>
                  <a:pt x="698179" y="45611"/>
                </a:cubicBezTo>
                <a:cubicBezTo>
                  <a:pt x="705348" y="44553"/>
                  <a:pt x="710725" y="42028"/>
                  <a:pt x="714310" y="38037"/>
                </a:cubicBezTo>
                <a:cubicBezTo>
                  <a:pt x="717894" y="34046"/>
                  <a:pt x="719687" y="28996"/>
                  <a:pt x="719687" y="22887"/>
                </a:cubicBezTo>
                <a:cubicBezTo>
                  <a:pt x="719687" y="18082"/>
                  <a:pt x="718465" y="13765"/>
                  <a:pt x="716102" y="10018"/>
                </a:cubicBezTo>
                <a:cubicBezTo>
                  <a:pt x="713739" y="6271"/>
                  <a:pt x="710562" y="3665"/>
                  <a:pt x="706570" y="2199"/>
                </a:cubicBezTo>
                <a:cubicBezTo>
                  <a:pt x="702578" y="733"/>
                  <a:pt x="696305" y="0"/>
                  <a:pt x="687588" y="0"/>
                </a:cubicBezTo>
                <a:lnTo>
                  <a:pt x="652883" y="0"/>
                </a:lnTo>
                <a:lnTo>
                  <a:pt x="652883" y="81612"/>
                </a:lnTo>
                <a:lnTo>
                  <a:pt x="669339" y="81612"/>
                </a:lnTo>
                <a:close/>
                <a:moveTo>
                  <a:pt x="669339" y="13928"/>
                </a:moveTo>
                <a:lnTo>
                  <a:pt x="682211" y="13928"/>
                </a:lnTo>
                <a:cubicBezTo>
                  <a:pt x="688892" y="13928"/>
                  <a:pt x="692884" y="14009"/>
                  <a:pt x="694269" y="14172"/>
                </a:cubicBezTo>
                <a:cubicBezTo>
                  <a:pt x="696957" y="14579"/>
                  <a:pt x="698994" y="15720"/>
                  <a:pt x="700460" y="17349"/>
                </a:cubicBezTo>
                <a:cubicBezTo>
                  <a:pt x="701927" y="19059"/>
                  <a:pt x="702660" y="21258"/>
                  <a:pt x="702660" y="24027"/>
                </a:cubicBezTo>
                <a:cubicBezTo>
                  <a:pt x="702660" y="26471"/>
                  <a:pt x="702089" y="28507"/>
                  <a:pt x="700949" y="30136"/>
                </a:cubicBezTo>
                <a:cubicBezTo>
                  <a:pt x="699808" y="31765"/>
                  <a:pt x="698260" y="32905"/>
                  <a:pt x="696305" y="33557"/>
                </a:cubicBezTo>
                <a:cubicBezTo>
                  <a:pt x="694350" y="34208"/>
                  <a:pt x="689381" y="34534"/>
                  <a:pt x="681478" y="34534"/>
                </a:cubicBezTo>
                <a:lnTo>
                  <a:pt x="669258" y="34534"/>
                </a:lnTo>
                <a:lnTo>
                  <a:pt x="669258" y="13846"/>
                </a:lnTo>
                <a:lnTo>
                  <a:pt x="669258" y="13846"/>
                </a:lnTo>
                <a:close/>
                <a:moveTo>
                  <a:pt x="748933" y="34860"/>
                </a:moveTo>
                <a:cubicBezTo>
                  <a:pt x="750481" y="33801"/>
                  <a:pt x="752681" y="33231"/>
                  <a:pt x="755451" y="33231"/>
                </a:cubicBezTo>
                <a:cubicBezTo>
                  <a:pt x="759606" y="33231"/>
                  <a:pt x="762376" y="33883"/>
                  <a:pt x="763842" y="35186"/>
                </a:cubicBezTo>
                <a:cubicBezTo>
                  <a:pt x="765309" y="36489"/>
                  <a:pt x="766042" y="38607"/>
                  <a:pt x="766042" y="41620"/>
                </a:cubicBezTo>
                <a:lnTo>
                  <a:pt x="766042" y="43168"/>
                </a:lnTo>
                <a:cubicBezTo>
                  <a:pt x="763190" y="44390"/>
                  <a:pt x="758139" y="45611"/>
                  <a:pt x="750807" y="46996"/>
                </a:cubicBezTo>
                <a:cubicBezTo>
                  <a:pt x="745349" y="48055"/>
                  <a:pt x="741275" y="49277"/>
                  <a:pt x="738343" y="50661"/>
                </a:cubicBezTo>
                <a:cubicBezTo>
                  <a:pt x="735491" y="52046"/>
                  <a:pt x="733210" y="54082"/>
                  <a:pt x="731662" y="56688"/>
                </a:cubicBezTo>
                <a:cubicBezTo>
                  <a:pt x="730033" y="59295"/>
                  <a:pt x="729300" y="62308"/>
                  <a:pt x="729300" y="65648"/>
                </a:cubicBezTo>
                <a:cubicBezTo>
                  <a:pt x="729300" y="70698"/>
                  <a:pt x="731092" y="74852"/>
                  <a:pt x="734595" y="78191"/>
                </a:cubicBezTo>
                <a:cubicBezTo>
                  <a:pt x="738098" y="81530"/>
                  <a:pt x="742905" y="83159"/>
                  <a:pt x="749015" y="83159"/>
                </a:cubicBezTo>
                <a:cubicBezTo>
                  <a:pt x="752436" y="83159"/>
                  <a:pt x="755695" y="82508"/>
                  <a:pt x="758791" y="81205"/>
                </a:cubicBezTo>
                <a:cubicBezTo>
                  <a:pt x="761805" y="79901"/>
                  <a:pt x="764657" y="77947"/>
                  <a:pt x="767345" y="75340"/>
                </a:cubicBezTo>
                <a:cubicBezTo>
                  <a:pt x="767427" y="75666"/>
                  <a:pt x="767671" y="76236"/>
                  <a:pt x="767916" y="77213"/>
                </a:cubicBezTo>
                <a:cubicBezTo>
                  <a:pt x="768486" y="79250"/>
                  <a:pt x="768974" y="80797"/>
                  <a:pt x="769382" y="81856"/>
                </a:cubicBezTo>
                <a:lnTo>
                  <a:pt x="784861" y="81856"/>
                </a:lnTo>
                <a:cubicBezTo>
                  <a:pt x="783476" y="79005"/>
                  <a:pt x="782580" y="76399"/>
                  <a:pt x="782009" y="73956"/>
                </a:cubicBezTo>
                <a:cubicBezTo>
                  <a:pt x="781521" y="71512"/>
                  <a:pt x="781276" y="67684"/>
                  <a:pt x="781276" y="62471"/>
                </a:cubicBezTo>
                <a:lnTo>
                  <a:pt x="781439" y="44227"/>
                </a:lnTo>
                <a:cubicBezTo>
                  <a:pt x="781439" y="37467"/>
                  <a:pt x="780706" y="32742"/>
                  <a:pt x="779321" y="30217"/>
                </a:cubicBezTo>
                <a:cubicBezTo>
                  <a:pt x="777936" y="27693"/>
                  <a:pt x="775492" y="25575"/>
                  <a:pt x="772070" y="23946"/>
                </a:cubicBezTo>
                <a:cubicBezTo>
                  <a:pt x="768649" y="22317"/>
                  <a:pt x="763435" y="21502"/>
                  <a:pt x="756510" y="21502"/>
                </a:cubicBezTo>
                <a:cubicBezTo>
                  <a:pt x="748852" y="21502"/>
                  <a:pt x="743068" y="22887"/>
                  <a:pt x="739157" y="25656"/>
                </a:cubicBezTo>
                <a:cubicBezTo>
                  <a:pt x="735247" y="28426"/>
                  <a:pt x="732477" y="32661"/>
                  <a:pt x="730929" y="38362"/>
                </a:cubicBezTo>
                <a:lnTo>
                  <a:pt x="745104" y="40887"/>
                </a:lnTo>
                <a:cubicBezTo>
                  <a:pt x="746082" y="38118"/>
                  <a:pt x="747304" y="36245"/>
                  <a:pt x="748852" y="35104"/>
                </a:cubicBezTo>
                <a:lnTo>
                  <a:pt x="748852" y="35104"/>
                </a:lnTo>
                <a:close/>
                <a:moveTo>
                  <a:pt x="766123" y="56444"/>
                </a:moveTo>
                <a:cubicBezTo>
                  <a:pt x="766123" y="60191"/>
                  <a:pt x="765879" y="62716"/>
                  <a:pt x="765471" y="64100"/>
                </a:cubicBezTo>
                <a:cubicBezTo>
                  <a:pt x="764901" y="66136"/>
                  <a:pt x="763598" y="67847"/>
                  <a:pt x="761724" y="69313"/>
                </a:cubicBezTo>
                <a:cubicBezTo>
                  <a:pt x="759198" y="71186"/>
                  <a:pt x="756510" y="72082"/>
                  <a:pt x="753659" y="72082"/>
                </a:cubicBezTo>
                <a:cubicBezTo>
                  <a:pt x="751133" y="72082"/>
                  <a:pt x="749015" y="71268"/>
                  <a:pt x="747386" y="69720"/>
                </a:cubicBezTo>
                <a:cubicBezTo>
                  <a:pt x="745756" y="68091"/>
                  <a:pt x="744942" y="66218"/>
                  <a:pt x="744942" y="64019"/>
                </a:cubicBezTo>
                <a:cubicBezTo>
                  <a:pt x="744942" y="61820"/>
                  <a:pt x="746001" y="59946"/>
                  <a:pt x="748037" y="58480"/>
                </a:cubicBezTo>
                <a:cubicBezTo>
                  <a:pt x="749341" y="57584"/>
                  <a:pt x="752192" y="56688"/>
                  <a:pt x="756591" y="55793"/>
                </a:cubicBezTo>
                <a:cubicBezTo>
                  <a:pt x="760909" y="54897"/>
                  <a:pt x="764087" y="54082"/>
                  <a:pt x="766123" y="53430"/>
                </a:cubicBezTo>
                <a:lnTo>
                  <a:pt x="766123" y="56526"/>
                </a:lnTo>
                <a:lnTo>
                  <a:pt x="766123" y="56526"/>
                </a:lnTo>
                <a:close/>
                <a:moveTo>
                  <a:pt x="811745" y="22561"/>
                </a:moveTo>
                <a:lnTo>
                  <a:pt x="811745" y="1710"/>
                </a:lnTo>
                <a:lnTo>
                  <a:pt x="796022" y="10833"/>
                </a:lnTo>
                <a:lnTo>
                  <a:pt x="796022" y="22561"/>
                </a:lnTo>
                <a:lnTo>
                  <a:pt x="788853" y="22561"/>
                </a:lnTo>
                <a:lnTo>
                  <a:pt x="788853" y="35023"/>
                </a:lnTo>
                <a:lnTo>
                  <a:pt x="796022" y="35023"/>
                </a:lnTo>
                <a:lnTo>
                  <a:pt x="796022" y="60842"/>
                </a:lnTo>
                <a:cubicBezTo>
                  <a:pt x="796022" y="66381"/>
                  <a:pt x="796185" y="70046"/>
                  <a:pt x="796511" y="71838"/>
                </a:cubicBezTo>
                <a:cubicBezTo>
                  <a:pt x="796918" y="74363"/>
                  <a:pt x="797651" y="76399"/>
                  <a:pt x="798710" y="77947"/>
                </a:cubicBezTo>
                <a:cubicBezTo>
                  <a:pt x="799769" y="79494"/>
                  <a:pt x="801399" y="80634"/>
                  <a:pt x="803680" y="81612"/>
                </a:cubicBezTo>
                <a:cubicBezTo>
                  <a:pt x="805961" y="82589"/>
                  <a:pt x="808486" y="82996"/>
                  <a:pt x="811338" y="82996"/>
                </a:cubicBezTo>
                <a:cubicBezTo>
                  <a:pt x="815982" y="82996"/>
                  <a:pt x="820055" y="82182"/>
                  <a:pt x="823721" y="80634"/>
                </a:cubicBezTo>
                <a:lnTo>
                  <a:pt x="822417" y="68499"/>
                </a:lnTo>
                <a:cubicBezTo>
                  <a:pt x="819647" y="69476"/>
                  <a:pt x="817611" y="69965"/>
                  <a:pt x="816144" y="69965"/>
                </a:cubicBezTo>
                <a:cubicBezTo>
                  <a:pt x="815085" y="69965"/>
                  <a:pt x="814189" y="69720"/>
                  <a:pt x="813537" y="69150"/>
                </a:cubicBezTo>
                <a:cubicBezTo>
                  <a:pt x="812804" y="68661"/>
                  <a:pt x="812315" y="68010"/>
                  <a:pt x="812153" y="67195"/>
                </a:cubicBezTo>
                <a:cubicBezTo>
                  <a:pt x="811908" y="66381"/>
                  <a:pt x="811827" y="63612"/>
                  <a:pt x="811827" y="58725"/>
                </a:cubicBezTo>
                <a:lnTo>
                  <a:pt x="811827" y="34860"/>
                </a:lnTo>
                <a:lnTo>
                  <a:pt x="822499" y="34860"/>
                </a:lnTo>
                <a:lnTo>
                  <a:pt x="822499" y="22398"/>
                </a:lnTo>
                <a:lnTo>
                  <a:pt x="811827" y="22398"/>
                </a:lnTo>
                <a:close/>
                <a:moveTo>
                  <a:pt x="862174" y="69313"/>
                </a:moveTo>
                <a:cubicBezTo>
                  <a:pt x="860463" y="70616"/>
                  <a:pt x="858426" y="71349"/>
                  <a:pt x="855982" y="71349"/>
                </a:cubicBezTo>
                <a:cubicBezTo>
                  <a:pt x="852398" y="71349"/>
                  <a:pt x="849383" y="70046"/>
                  <a:pt x="846939" y="67440"/>
                </a:cubicBezTo>
                <a:cubicBezTo>
                  <a:pt x="844495" y="64833"/>
                  <a:pt x="843273" y="61250"/>
                  <a:pt x="843192" y="56607"/>
                </a:cubicBezTo>
                <a:lnTo>
                  <a:pt x="882378" y="56607"/>
                </a:lnTo>
                <a:cubicBezTo>
                  <a:pt x="882622" y="44634"/>
                  <a:pt x="880178" y="35756"/>
                  <a:pt x="875046" y="29892"/>
                </a:cubicBezTo>
                <a:cubicBezTo>
                  <a:pt x="869995" y="24109"/>
                  <a:pt x="862988" y="21177"/>
                  <a:pt x="854190" y="21177"/>
                </a:cubicBezTo>
                <a:cubicBezTo>
                  <a:pt x="846369" y="21177"/>
                  <a:pt x="839852" y="23946"/>
                  <a:pt x="834719" y="29484"/>
                </a:cubicBezTo>
                <a:cubicBezTo>
                  <a:pt x="829587" y="35023"/>
                  <a:pt x="827061" y="42679"/>
                  <a:pt x="827061" y="52534"/>
                </a:cubicBezTo>
                <a:cubicBezTo>
                  <a:pt x="827061" y="60761"/>
                  <a:pt x="829016" y="67521"/>
                  <a:pt x="832927" y="72897"/>
                </a:cubicBezTo>
                <a:cubicBezTo>
                  <a:pt x="837896" y="79576"/>
                  <a:pt x="845473" y="82996"/>
                  <a:pt x="855738" y="82996"/>
                </a:cubicBezTo>
                <a:cubicBezTo>
                  <a:pt x="862255" y="82996"/>
                  <a:pt x="867632" y="81530"/>
                  <a:pt x="871950" y="78517"/>
                </a:cubicBezTo>
                <a:cubicBezTo>
                  <a:pt x="876268" y="75503"/>
                  <a:pt x="879445" y="71186"/>
                  <a:pt x="881481" y="65485"/>
                </a:cubicBezTo>
                <a:lnTo>
                  <a:pt x="865921" y="62879"/>
                </a:lnTo>
                <a:cubicBezTo>
                  <a:pt x="865107" y="65811"/>
                  <a:pt x="863803" y="68010"/>
                  <a:pt x="862174" y="69313"/>
                </a:cubicBezTo>
                <a:lnTo>
                  <a:pt x="862174" y="69313"/>
                </a:lnTo>
                <a:close/>
                <a:moveTo>
                  <a:pt x="843436" y="47077"/>
                </a:moveTo>
                <a:cubicBezTo>
                  <a:pt x="843436" y="42842"/>
                  <a:pt x="844495" y="39421"/>
                  <a:pt x="846695" y="36978"/>
                </a:cubicBezTo>
                <a:cubicBezTo>
                  <a:pt x="848894" y="34453"/>
                  <a:pt x="851746" y="33231"/>
                  <a:pt x="855168" y="33231"/>
                </a:cubicBezTo>
                <a:cubicBezTo>
                  <a:pt x="858345" y="33231"/>
                  <a:pt x="861033" y="34371"/>
                  <a:pt x="863314" y="36734"/>
                </a:cubicBezTo>
                <a:cubicBezTo>
                  <a:pt x="865514" y="39095"/>
                  <a:pt x="866736" y="42516"/>
                  <a:pt x="866817" y="47077"/>
                </a:cubicBezTo>
                <a:lnTo>
                  <a:pt x="843436" y="47077"/>
                </a:lnTo>
                <a:close/>
                <a:moveTo>
                  <a:pt x="897205" y="78109"/>
                </a:moveTo>
                <a:cubicBezTo>
                  <a:pt x="901930" y="81367"/>
                  <a:pt x="908284" y="82996"/>
                  <a:pt x="916350" y="82996"/>
                </a:cubicBezTo>
                <a:cubicBezTo>
                  <a:pt x="925230" y="82996"/>
                  <a:pt x="931910" y="81042"/>
                  <a:pt x="936472" y="77132"/>
                </a:cubicBezTo>
                <a:cubicBezTo>
                  <a:pt x="941035" y="73223"/>
                  <a:pt x="943234" y="68580"/>
                  <a:pt x="943234" y="63123"/>
                </a:cubicBezTo>
                <a:cubicBezTo>
                  <a:pt x="943234" y="58154"/>
                  <a:pt x="941605" y="54245"/>
                  <a:pt x="938346" y="51476"/>
                </a:cubicBezTo>
                <a:cubicBezTo>
                  <a:pt x="935006" y="48706"/>
                  <a:pt x="929222" y="46426"/>
                  <a:pt x="920912" y="44553"/>
                </a:cubicBezTo>
                <a:cubicBezTo>
                  <a:pt x="912602" y="42679"/>
                  <a:pt x="907714" y="41213"/>
                  <a:pt x="906329" y="40154"/>
                </a:cubicBezTo>
                <a:cubicBezTo>
                  <a:pt x="905270" y="39340"/>
                  <a:pt x="904781" y="38444"/>
                  <a:pt x="904781" y="37304"/>
                </a:cubicBezTo>
                <a:cubicBezTo>
                  <a:pt x="904781" y="36000"/>
                  <a:pt x="905352" y="34942"/>
                  <a:pt x="906574" y="34127"/>
                </a:cubicBezTo>
                <a:cubicBezTo>
                  <a:pt x="908366" y="32987"/>
                  <a:pt x="911299" y="32417"/>
                  <a:pt x="915454" y="32417"/>
                </a:cubicBezTo>
                <a:cubicBezTo>
                  <a:pt x="918712" y="32417"/>
                  <a:pt x="921238" y="33068"/>
                  <a:pt x="923030" y="34290"/>
                </a:cubicBezTo>
                <a:cubicBezTo>
                  <a:pt x="924822" y="35512"/>
                  <a:pt x="925963" y="37304"/>
                  <a:pt x="926615" y="39584"/>
                </a:cubicBezTo>
                <a:lnTo>
                  <a:pt x="941360" y="36896"/>
                </a:lnTo>
                <a:cubicBezTo>
                  <a:pt x="939894" y="31765"/>
                  <a:pt x="937124" y="27855"/>
                  <a:pt x="933214" y="25168"/>
                </a:cubicBezTo>
                <a:cubicBezTo>
                  <a:pt x="929303" y="22561"/>
                  <a:pt x="923274" y="21177"/>
                  <a:pt x="915209" y="21177"/>
                </a:cubicBezTo>
                <a:cubicBezTo>
                  <a:pt x="906737" y="21177"/>
                  <a:pt x="900464" y="22887"/>
                  <a:pt x="896390" y="26389"/>
                </a:cubicBezTo>
                <a:cubicBezTo>
                  <a:pt x="892317" y="29892"/>
                  <a:pt x="890280" y="34208"/>
                  <a:pt x="890280" y="39340"/>
                </a:cubicBezTo>
                <a:cubicBezTo>
                  <a:pt x="890280" y="45041"/>
                  <a:pt x="892643" y="49440"/>
                  <a:pt x="897286" y="52616"/>
                </a:cubicBezTo>
                <a:cubicBezTo>
                  <a:pt x="900626" y="54897"/>
                  <a:pt x="908692" y="57421"/>
                  <a:pt x="921319" y="60272"/>
                </a:cubicBezTo>
                <a:cubicBezTo>
                  <a:pt x="924008" y="60924"/>
                  <a:pt x="925800" y="61575"/>
                  <a:pt x="926533" y="62308"/>
                </a:cubicBezTo>
                <a:cubicBezTo>
                  <a:pt x="927267" y="63123"/>
                  <a:pt x="927674" y="64100"/>
                  <a:pt x="927674" y="65241"/>
                </a:cubicBezTo>
                <a:cubicBezTo>
                  <a:pt x="927674" y="66951"/>
                  <a:pt x="927022" y="68417"/>
                  <a:pt x="925637" y="69394"/>
                </a:cubicBezTo>
                <a:cubicBezTo>
                  <a:pt x="923600" y="70860"/>
                  <a:pt x="920586" y="71594"/>
                  <a:pt x="916513" y="71594"/>
                </a:cubicBezTo>
                <a:cubicBezTo>
                  <a:pt x="912847" y="71594"/>
                  <a:pt x="909995" y="70779"/>
                  <a:pt x="907958" y="69232"/>
                </a:cubicBezTo>
                <a:cubicBezTo>
                  <a:pt x="905922" y="67684"/>
                  <a:pt x="904537" y="65322"/>
                  <a:pt x="903885" y="62308"/>
                </a:cubicBezTo>
                <a:lnTo>
                  <a:pt x="888162" y="64670"/>
                </a:lnTo>
                <a:cubicBezTo>
                  <a:pt x="889628" y="70290"/>
                  <a:pt x="892643" y="74689"/>
                  <a:pt x="897368" y="77947"/>
                </a:cubicBezTo>
                <a:lnTo>
                  <a:pt x="897368" y="77947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 39">
            <a:extLst>
              <a:ext uri="{FF2B5EF4-FFF2-40B4-BE49-F238E27FC236}">
                <a16:creationId xmlns:a16="http://schemas.microsoft.com/office/drawing/2014/main" id="{637B0D83-D260-697F-4357-E12E63FC1DF0}"/>
              </a:ext>
            </a:extLst>
          </p:cNvPr>
          <p:cNvSpPr/>
          <p:nvPr/>
        </p:nvSpPr>
        <p:spPr>
          <a:xfrm>
            <a:off x="3169961" y="753294"/>
            <a:ext cx="176133" cy="72326"/>
          </a:xfrm>
          <a:custGeom>
            <a:avLst/>
            <a:gdLst>
              <a:gd name="connsiteX0" fmla="*/ 9206 w 176133"/>
              <a:gd name="connsiteY0" fmla="*/ 71105 h 72326"/>
              <a:gd name="connsiteX1" fmla="*/ 9206 w 176133"/>
              <a:gd name="connsiteY1" fmla="*/ 39340 h 72326"/>
              <a:gd name="connsiteX2" fmla="*/ 42037 w 176133"/>
              <a:gd name="connsiteY2" fmla="*/ 39340 h 72326"/>
              <a:gd name="connsiteX3" fmla="*/ 42037 w 176133"/>
              <a:gd name="connsiteY3" fmla="*/ 31114 h 72326"/>
              <a:gd name="connsiteX4" fmla="*/ 9206 w 176133"/>
              <a:gd name="connsiteY4" fmla="*/ 31114 h 72326"/>
              <a:gd name="connsiteX5" fmla="*/ 9206 w 176133"/>
              <a:gd name="connsiteY5" fmla="*/ 9448 h 72326"/>
              <a:gd name="connsiteX6" fmla="*/ 47170 w 176133"/>
              <a:gd name="connsiteY6" fmla="*/ 9448 h 72326"/>
              <a:gd name="connsiteX7" fmla="*/ 47170 w 176133"/>
              <a:gd name="connsiteY7" fmla="*/ 1222 h 72326"/>
              <a:gd name="connsiteX8" fmla="*/ 0 w 176133"/>
              <a:gd name="connsiteY8" fmla="*/ 1222 h 72326"/>
              <a:gd name="connsiteX9" fmla="*/ 0 w 176133"/>
              <a:gd name="connsiteY9" fmla="*/ 71187 h 72326"/>
              <a:gd name="connsiteX10" fmla="*/ 9287 w 176133"/>
              <a:gd name="connsiteY10" fmla="*/ 71187 h 72326"/>
              <a:gd name="connsiteX11" fmla="*/ 58168 w 176133"/>
              <a:gd name="connsiteY11" fmla="*/ 61250 h 72326"/>
              <a:gd name="connsiteX12" fmla="*/ 68270 w 176133"/>
              <a:gd name="connsiteY12" fmla="*/ 69557 h 72326"/>
              <a:gd name="connsiteX13" fmla="*/ 84156 w 176133"/>
              <a:gd name="connsiteY13" fmla="*/ 72327 h 72326"/>
              <a:gd name="connsiteX14" fmla="*/ 97680 w 176133"/>
              <a:gd name="connsiteY14" fmla="*/ 69557 h 72326"/>
              <a:gd name="connsiteX15" fmla="*/ 106886 w 176133"/>
              <a:gd name="connsiteY15" fmla="*/ 61901 h 72326"/>
              <a:gd name="connsiteX16" fmla="*/ 110063 w 176133"/>
              <a:gd name="connsiteY16" fmla="*/ 51395 h 72326"/>
              <a:gd name="connsiteX17" fmla="*/ 107130 w 176133"/>
              <a:gd name="connsiteY17" fmla="*/ 41458 h 72326"/>
              <a:gd name="connsiteX18" fmla="*/ 98087 w 176133"/>
              <a:gd name="connsiteY18" fmla="*/ 34290 h 72326"/>
              <a:gd name="connsiteX19" fmla="*/ 82608 w 176133"/>
              <a:gd name="connsiteY19" fmla="*/ 29810 h 72326"/>
              <a:gd name="connsiteX20" fmla="*/ 68678 w 176133"/>
              <a:gd name="connsiteY20" fmla="*/ 24842 h 72326"/>
              <a:gd name="connsiteX21" fmla="*/ 65989 w 176133"/>
              <a:gd name="connsiteY21" fmla="*/ 18652 h 72326"/>
              <a:gd name="connsiteX22" fmla="*/ 69818 w 176133"/>
              <a:gd name="connsiteY22" fmla="*/ 11240 h 72326"/>
              <a:gd name="connsiteX23" fmla="*/ 82038 w 176133"/>
              <a:gd name="connsiteY23" fmla="*/ 8145 h 72326"/>
              <a:gd name="connsiteX24" fmla="*/ 94258 w 176133"/>
              <a:gd name="connsiteY24" fmla="*/ 11566 h 72326"/>
              <a:gd name="connsiteX25" fmla="*/ 99065 w 176133"/>
              <a:gd name="connsiteY25" fmla="*/ 21584 h 72326"/>
              <a:gd name="connsiteX26" fmla="*/ 107945 w 176133"/>
              <a:gd name="connsiteY26" fmla="*/ 20932 h 72326"/>
              <a:gd name="connsiteX27" fmla="*/ 104523 w 176133"/>
              <a:gd name="connsiteY27" fmla="*/ 9937 h 72326"/>
              <a:gd name="connsiteX28" fmla="*/ 95399 w 176133"/>
              <a:gd name="connsiteY28" fmla="*/ 2525 h 72326"/>
              <a:gd name="connsiteX29" fmla="*/ 81712 w 176133"/>
              <a:gd name="connsiteY29" fmla="*/ 0 h 72326"/>
              <a:gd name="connsiteX30" fmla="*/ 68840 w 176133"/>
              <a:gd name="connsiteY30" fmla="*/ 2362 h 72326"/>
              <a:gd name="connsiteX31" fmla="*/ 60042 w 176133"/>
              <a:gd name="connsiteY31" fmla="*/ 9367 h 72326"/>
              <a:gd name="connsiteX32" fmla="*/ 57027 w 176133"/>
              <a:gd name="connsiteY32" fmla="*/ 19304 h 72326"/>
              <a:gd name="connsiteX33" fmla="*/ 59472 w 176133"/>
              <a:gd name="connsiteY33" fmla="*/ 28018 h 72326"/>
              <a:gd name="connsiteX34" fmla="*/ 66967 w 176133"/>
              <a:gd name="connsiteY34" fmla="*/ 34535 h 72326"/>
              <a:gd name="connsiteX35" fmla="*/ 80490 w 176133"/>
              <a:gd name="connsiteY35" fmla="*/ 38933 h 72326"/>
              <a:gd name="connsiteX36" fmla="*/ 92955 w 176133"/>
              <a:gd name="connsiteY36" fmla="*/ 42354 h 72326"/>
              <a:gd name="connsiteX37" fmla="*/ 99228 w 176133"/>
              <a:gd name="connsiteY37" fmla="*/ 46508 h 72326"/>
              <a:gd name="connsiteX38" fmla="*/ 101102 w 176133"/>
              <a:gd name="connsiteY38" fmla="*/ 52290 h 72326"/>
              <a:gd name="connsiteX39" fmla="*/ 99146 w 176133"/>
              <a:gd name="connsiteY39" fmla="*/ 58317 h 72326"/>
              <a:gd name="connsiteX40" fmla="*/ 93118 w 176133"/>
              <a:gd name="connsiteY40" fmla="*/ 62634 h 72326"/>
              <a:gd name="connsiteX41" fmla="*/ 83749 w 176133"/>
              <a:gd name="connsiteY41" fmla="*/ 64182 h 72326"/>
              <a:gd name="connsiteX42" fmla="*/ 72995 w 176133"/>
              <a:gd name="connsiteY42" fmla="*/ 62146 h 72326"/>
              <a:gd name="connsiteX43" fmla="*/ 65989 w 176133"/>
              <a:gd name="connsiteY43" fmla="*/ 56689 h 72326"/>
              <a:gd name="connsiteX44" fmla="*/ 63138 w 176133"/>
              <a:gd name="connsiteY44" fmla="*/ 48055 h 72326"/>
              <a:gd name="connsiteX45" fmla="*/ 54421 w 176133"/>
              <a:gd name="connsiteY45" fmla="*/ 48788 h 72326"/>
              <a:gd name="connsiteX46" fmla="*/ 58250 w 176133"/>
              <a:gd name="connsiteY46" fmla="*/ 61331 h 72326"/>
              <a:gd name="connsiteX47" fmla="*/ 58250 w 176133"/>
              <a:gd name="connsiteY47" fmla="*/ 61331 h 72326"/>
              <a:gd name="connsiteX48" fmla="*/ 129860 w 176133"/>
              <a:gd name="connsiteY48" fmla="*/ 71105 h 72326"/>
              <a:gd name="connsiteX49" fmla="*/ 129860 w 176133"/>
              <a:gd name="connsiteY49" fmla="*/ 16127 h 72326"/>
              <a:gd name="connsiteX50" fmla="*/ 166602 w 176133"/>
              <a:gd name="connsiteY50" fmla="*/ 71105 h 72326"/>
              <a:gd name="connsiteX51" fmla="*/ 176134 w 176133"/>
              <a:gd name="connsiteY51" fmla="*/ 71105 h 72326"/>
              <a:gd name="connsiteX52" fmla="*/ 176134 w 176133"/>
              <a:gd name="connsiteY52" fmla="*/ 1140 h 72326"/>
              <a:gd name="connsiteX53" fmla="*/ 167253 w 176133"/>
              <a:gd name="connsiteY53" fmla="*/ 1140 h 72326"/>
              <a:gd name="connsiteX54" fmla="*/ 167253 w 176133"/>
              <a:gd name="connsiteY54" fmla="*/ 56037 h 72326"/>
              <a:gd name="connsiteX55" fmla="*/ 130512 w 176133"/>
              <a:gd name="connsiteY55" fmla="*/ 1140 h 72326"/>
              <a:gd name="connsiteX56" fmla="*/ 120980 w 176133"/>
              <a:gd name="connsiteY56" fmla="*/ 1140 h 72326"/>
              <a:gd name="connsiteX57" fmla="*/ 120980 w 176133"/>
              <a:gd name="connsiteY57" fmla="*/ 71105 h 72326"/>
              <a:gd name="connsiteX58" fmla="*/ 129860 w 176133"/>
              <a:gd name="connsiteY58" fmla="*/ 71105 h 7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76133" h="72326">
                <a:moveTo>
                  <a:pt x="9206" y="71105"/>
                </a:moveTo>
                <a:lnTo>
                  <a:pt x="9206" y="39340"/>
                </a:lnTo>
                <a:lnTo>
                  <a:pt x="42037" y="39340"/>
                </a:lnTo>
                <a:lnTo>
                  <a:pt x="42037" y="31114"/>
                </a:lnTo>
                <a:lnTo>
                  <a:pt x="9206" y="31114"/>
                </a:lnTo>
                <a:lnTo>
                  <a:pt x="9206" y="9448"/>
                </a:lnTo>
                <a:lnTo>
                  <a:pt x="47170" y="9448"/>
                </a:lnTo>
                <a:lnTo>
                  <a:pt x="47170" y="1222"/>
                </a:lnTo>
                <a:lnTo>
                  <a:pt x="0" y="1222"/>
                </a:lnTo>
                <a:lnTo>
                  <a:pt x="0" y="71187"/>
                </a:lnTo>
                <a:lnTo>
                  <a:pt x="9287" y="71187"/>
                </a:lnTo>
                <a:close/>
                <a:moveTo>
                  <a:pt x="58168" y="61250"/>
                </a:moveTo>
                <a:cubicBezTo>
                  <a:pt x="60612" y="64996"/>
                  <a:pt x="63952" y="67766"/>
                  <a:pt x="68270" y="69557"/>
                </a:cubicBezTo>
                <a:cubicBezTo>
                  <a:pt x="72588" y="71431"/>
                  <a:pt x="77883" y="72327"/>
                  <a:pt x="84156" y="72327"/>
                </a:cubicBezTo>
                <a:cubicBezTo>
                  <a:pt x="89126" y="72327"/>
                  <a:pt x="93688" y="71431"/>
                  <a:pt x="97680" y="69557"/>
                </a:cubicBezTo>
                <a:cubicBezTo>
                  <a:pt x="101672" y="67766"/>
                  <a:pt x="104768" y="65159"/>
                  <a:pt x="106886" y="61901"/>
                </a:cubicBezTo>
                <a:cubicBezTo>
                  <a:pt x="109004" y="58643"/>
                  <a:pt x="110063" y="55141"/>
                  <a:pt x="110063" y="51395"/>
                </a:cubicBezTo>
                <a:cubicBezTo>
                  <a:pt x="110063" y="47648"/>
                  <a:pt x="109086" y="44308"/>
                  <a:pt x="107130" y="41458"/>
                </a:cubicBezTo>
                <a:cubicBezTo>
                  <a:pt x="105175" y="38607"/>
                  <a:pt x="102161" y="36163"/>
                  <a:pt x="98087" y="34290"/>
                </a:cubicBezTo>
                <a:cubicBezTo>
                  <a:pt x="95317" y="32987"/>
                  <a:pt x="90103" y="31521"/>
                  <a:pt x="82608" y="29810"/>
                </a:cubicBezTo>
                <a:cubicBezTo>
                  <a:pt x="75113" y="28100"/>
                  <a:pt x="70388" y="26471"/>
                  <a:pt x="68678" y="24842"/>
                </a:cubicBezTo>
                <a:cubicBezTo>
                  <a:pt x="66885" y="23213"/>
                  <a:pt x="65989" y="21177"/>
                  <a:pt x="65989" y="18652"/>
                </a:cubicBezTo>
                <a:cubicBezTo>
                  <a:pt x="65989" y="15720"/>
                  <a:pt x="67292" y="13276"/>
                  <a:pt x="69818" y="11240"/>
                </a:cubicBezTo>
                <a:cubicBezTo>
                  <a:pt x="72343" y="9204"/>
                  <a:pt x="76498" y="8145"/>
                  <a:pt x="82038" y="8145"/>
                </a:cubicBezTo>
                <a:cubicBezTo>
                  <a:pt x="87578" y="8145"/>
                  <a:pt x="91488" y="9285"/>
                  <a:pt x="94258" y="11566"/>
                </a:cubicBezTo>
                <a:cubicBezTo>
                  <a:pt x="97028" y="13846"/>
                  <a:pt x="98658" y="17186"/>
                  <a:pt x="99065" y="21584"/>
                </a:cubicBezTo>
                <a:lnTo>
                  <a:pt x="107945" y="20932"/>
                </a:lnTo>
                <a:cubicBezTo>
                  <a:pt x="107782" y="16860"/>
                  <a:pt x="106642" y="13113"/>
                  <a:pt x="104523" y="9937"/>
                </a:cubicBezTo>
                <a:cubicBezTo>
                  <a:pt x="102405" y="6679"/>
                  <a:pt x="99309" y="4236"/>
                  <a:pt x="95399" y="2525"/>
                </a:cubicBezTo>
                <a:cubicBezTo>
                  <a:pt x="91488" y="815"/>
                  <a:pt x="86845" y="0"/>
                  <a:pt x="81712" y="0"/>
                </a:cubicBezTo>
                <a:cubicBezTo>
                  <a:pt x="76987" y="0"/>
                  <a:pt x="72751" y="815"/>
                  <a:pt x="68840" y="2362"/>
                </a:cubicBezTo>
                <a:cubicBezTo>
                  <a:pt x="65011" y="3991"/>
                  <a:pt x="62079" y="6272"/>
                  <a:pt x="60042" y="9367"/>
                </a:cubicBezTo>
                <a:cubicBezTo>
                  <a:pt x="58005" y="12462"/>
                  <a:pt x="57027" y="15720"/>
                  <a:pt x="57027" y="19304"/>
                </a:cubicBezTo>
                <a:cubicBezTo>
                  <a:pt x="57027" y="22480"/>
                  <a:pt x="57842" y="25412"/>
                  <a:pt x="59472" y="28018"/>
                </a:cubicBezTo>
                <a:cubicBezTo>
                  <a:pt x="61101" y="30625"/>
                  <a:pt x="63626" y="32824"/>
                  <a:pt x="66967" y="34535"/>
                </a:cubicBezTo>
                <a:cubicBezTo>
                  <a:pt x="69574" y="35919"/>
                  <a:pt x="74054" y="37385"/>
                  <a:pt x="80490" y="38933"/>
                </a:cubicBezTo>
                <a:cubicBezTo>
                  <a:pt x="86926" y="40480"/>
                  <a:pt x="91081" y="41621"/>
                  <a:pt x="92955" y="42354"/>
                </a:cubicBezTo>
                <a:cubicBezTo>
                  <a:pt x="95888" y="43494"/>
                  <a:pt x="98006" y="44878"/>
                  <a:pt x="99228" y="46508"/>
                </a:cubicBezTo>
                <a:cubicBezTo>
                  <a:pt x="100531" y="48136"/>
                  <a:pt x="101102" y="50091"/>
                  <a:pt x="101102" y="52290"/>
                </a:cubicBezTo>
                <a:cubicBezTo>
                  <a:pt x="101102" y="54489"/>
                  <a:pt x="100450" y="56444"/>
                  <a:pt x="99146" y="58317"/>
                </a:cubicBezTo>
                <a:cubicBezTo>
                  <a:pt x="97843" y="60109"/>
                  <a:pt x="95806" y="61576"/>
                  <a:pt x="93118" y="62634"/>
                </a:cubicBezTo>
                <a:cubicBezTo>
                  <a:pt x="90429" y="63693"/>
                  <a:pt x="87333" y="64182"/>
                  <a:pt x="83749" y="64182"/>
                </a:cubicBezTo>
                <a:cubicBezTo>
                  <a:pt x="79757" y="64182"/>
                  <a:pt x="76172" y="63530"/>
                  <a:pt x="72995" y="62146"/>
                </a:cubicBezTo>
                <a:cubicBezTo>
                  <a:pt x="69818" y="60761"/>
                  <a:pt x="67455" y="58969"/>
                  <a:pt x="65989" y="56689"/>
                </a:cubicBezTo>
                <a:cubicBezTo>
                  <a:pt x="64441" y="54408"/>
                  <a:pt x="63545" y="51557"/>
                  <a:pt x="63138" y="48055"/>
                </a:cubicBezTo>
                <a:lnTo>
                  <a:pt x="54421" y="48788"/>
                </a:lnTo>
                <a:cubicBezTo>
                  <a:pt x="54584" y="53431"/>
                  <a:pt x="55805" y="57666"/>
                  <a:pt x="58250" y="61331"/>
                </a:cubicBezTo>
                <a:lnTo>
                  <a:pt x="58250" y="61331"/>
                </a:lnTo>
                <a:close/>
                <a:moveTo>
                  <a:pt x="129860" y="71105"/>
                </a:moveTo>
                <a:lnTo>
                  <a:pt x="129860" y="16127"/>
                </a:lnTo>
                <a:lnTo>
                  <a:pt x="166602" y="71105"/>
                </a:lnTo>
                <a:lnTo>
                  <a:pt x="176134" y="71105"/>
                </a:lnTo>
                <a:lnTo>
                  <a:pt x="176134" y="1140"/>
                </a:lnTo>
                <a:lnTo>
                  <a:pt x="167253" y="1140"/>
                </a:lnTo>
                <a:lnTo>
                  <a:pt x="167253" y="56037"/>
                </a:lnTo>
                <a:lnTo>
                  <a:pt x="130512" y="1140"/>
                </a:lnTo>
                <a:lnTo>
                  <a:pt x="120980" y="1140"/>
                </a:lnTo>
                <a:lnTo>
                  <a:pt x="120980" y="71105"/>
                </a:lnTo>
                <a:lnTo>
                  <a:pt x="129860" y="71105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1" name="자유형 40">
            <a:extLst>
              <a:ext uri="{FF2B5EF4-FFF2-40B4-BE49-F238E27FC236}">
                <a16:creationId xmlns:a16="http://schemas.microsoft.com/office/drawing/2014/main" id="{B1225F70-1867-5E4B-564E-388231CAD076}"/>
              </a:ext>
            </a:extLst>
          </p:cNvPr>
          <p:cNvSpPr/>
          <p:nvPr/>
        </p:nvSpPr>
        <p:spPr>
          <a:xfrm>
            <a:off x="2966373" y="791819"/>
            <a:ext cx="125134" cy="8144"/>
          </a:xfrm>
          <a:custGeom>
            <a:avLst/>
            <a:gdLst>
              <a:gd name="connsiteX0" fmla="*/ 0 w 125134"/>
              <a:gd name="connsiteY0" fmla="*/ 0 h 8144"/>
              <a:gd name="connsiteX1" fmla="*/ 125135 w 125134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134" h="8144">
                <a:moveTo>
                  <a:pt x="0" y="0"/>
                </a:moveTo>
                <a:lnTo>
                  <a:pt x="125135" y="0"/>
                </a:lnTo>
              </a:path>
            </a:pathLst>
          </a:custGeom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2" name="자유형 41">
            <a:extLst>
              <a:ext uri="{FF2B5EF4-FFF2-40B4-BE49-F238E27FC236}">
                <a16:creationId xmlns:a16="http://schemas.microsoft.com/office/drawing/2014/main" id="{E57AB0D6-87C4-E7A5-E174-48DCD279EA49}"/>
              </a:ext>
            </a:extLst>
          </p:cNvPr>
          <p:cNvSpPr/>
          <p:nvPr/>
        </p:nvSpPr>
        <p:spPr>
          <a:xfrm>
            <a:off x="3169147" y="917495"/>
            <a:ext cx="310310" cy="72326"/>
          </a:xfrm>
          <a:custGeom>
            <a:avLst/>
            <a:gdLst>
              <a:gd name="connsiteX0" fmla="*/ 8880 w 310310"/>
              <a:gd name="connsiteY0" fmla="*/ 71105 h 72326"/>
              <a:gd name="connsiteX1" fmla="*/ 8880 w 310310"/>
              <a:gd name="connsiteY1" fmla="*/ 11566 h 72326"/>
              <a:gd name="connsiteX2" fmla="*/ 29084 w 310310"/>
              <a:gd name="connsiteY2" fmla="*/ 71105 h 72326"/>
              <a:gd name="connsiteX3" fmla="*/ 37475 w 310310"/>
              <a:gd name="connsiteY3" fmla="*/ 71105 h 72326"/>
              <a:gd name="connsiteX4" fmla="*/ 57842 w 310310"/>
              <a:gd name="connsiteY4" fmla="*/ 12543 h 72326"/>
              <a:gd name="connsiteX5" fmla="*/ 57842 w 310310"/>
              <a:gd name="connsiteY5" fmla="*/ 71105 h 72326"/>
              <a:gd name="connsiteX6" fmla="*/ 66803 w 310310"/>
              <a:gd name="connsiteY6" fmla="*/ 71105 h 72326"/>
              <a:gd name="connsiteX7" fmla="*/ 66803 w 310310"/>
              <a:gd name="connsiteY7" fmla="*/ 1140 h 72326"/>
              <a:gd name="connsiteX8" fmla="*/ 54339 w 310310"/>
              <a:gd name="connsiteY8" fmla="*/ 1140 h 72326"/>
              <a:gd name="connsiteX9" fmla="*/ 37557 w 310310"/>
              <a:gd name="connsiteY9" fmla="*/ 49847 h 72326"/>
              <a:gd name="connsiteX10" fmla="*/ 33809 w 310310"/>
              <a:gd name="connsiteY10" fmla="*/ 61087 h 72326"/>
              <a:gd name="connsiteX11" fmla="*/ 30469 w 310310"/>
              <a:gd name="connsiteY11" fmla="*/ 50743 h 72326"/>
              <a:gd name="connsiteX12" fmla="*/ 13931 w 310310"/>
              <a:gd name="connsiteY12" fmla="*/ 1222 h 72326"/>
              <a:gd name="connsiteX13" fmla="*/ 0 w 310310"/>
              <a:gd name="connsiteY13" fmla="*/ 1222 h 72326"/>
              <a:gd name="connsiteX14" fmla="*/ 0 w 310310"/>
              <a:gd name="connsiteY14" fmla="*/ 71187 h 72326"/>
              <a:gd name="connsiteX15" fmla="*/ 8961 w 310310"/>
              <a:gd name="connsiteY15" fmla="*/ 71187 h 72326"/>
              <a:gd name="connsiteX16" fmla="*/ 80734 w 310310"/>
              <a:gd name="connsiteY16" fmla="*/ 61250 h 72326"/>
              <a:gd name="connsiteX17" fmla="*/ 90837 w 310310"/>
              <a:gd name="connsiteY17" fmla="*/ 69557 h 72326"/>
              <a:gd name="connsiteX18" fmla="*/ 106723 w 310310"/>
              <a:gd name="connsiteY18" fmla="*/ 72327 h 72326"/>
              <a:gd name="connsiteX19" fmla="*/ 120246 w 310310"/>
              <a:gd name="connsiteY19" fmla="*/ 69557 h 72326"/>
              <a:gd name="connsiteX20" fmla="*/ 129452 w 310310"/>
              <a:gd name="connsiteY20" fmla="*/ 61901 h 72326"/>
              <a:gd name="connsiteX21" fmla="*/ 132630 w 310310"/>
              <a:gd name="connsiteY21" fmla="*/ 51394 h 72326"/>
              <a:gd name="connsiteX22" fmla="*/ 129697 w 310310"/>
              <a:gd name="connsiteY22" fmla="*/ 41457 h 72326"/>
              <a:gd name="connsiteX23" fmla="*/ 120654 w 310310"/>
              <a:gd name="connsiteY23" fmla="*/ 34290 h 72326"/>
              <a:gd name="connsiteX24" fmla="*/ 105175 w 310310"/>
              <a:gd name="connsiteY24" fmla="*/ 29810 h 72326"/>
              <a:gd name="connsiteX25" fmla="*/ 91244 w 310310"/>
              <a:gd name="connsiteY25" fmla="*/ 24842 h 72326"/>
              <a:gd name="connsiteX26" fmla="*/ 88555 w 310310"/>
              <a:gd name="connsiteY26" fmla="*/ 18652 h 72326"/>
              <a:gd name="connsiteX27" fmla="*/ 92384 w 310310"/>
              <a:gd name="connsiteY27" fmla="*/ 11240 h 72326"/>
              <a:gd name="connsiteX28" fmla="*/ 104605 w 310310"/>
              <a:gd name="connsiteY28" fmla="*/ 8145 h 72326"/>
              <a:gd name="connsiteX29" fmla="*/ 116825 w 310310"/>
              <a:gd name="connsiteY29" fmla="*/ 11566 h 72326"/>
              <a:gd name="connsiteX30" fmla="*/ 121631 w 310310"/>
              <a:gd name="connsiteY30" fmla="*/ 21584 h 72326"/>
              <a:gd name="connsiteX31" fmla="*/ 130511 w 310310"/>
              <a:gd name="connsiteY31" fmla="*/ 20932 h 72326"/>
              <a:gd name="connsiteX32" fmla="*/ 127090 w 310310"/>
              <a:gd name="connsiteY32" fmla="*/ 9937 h 72326"/>
              <a:gd name="connsiteX33" fmla="*/ 117965 w 310310"/>
              <a:gd name="connsiteY33" fmla="*/ 2525 h 72326"/>
              <a:gd name="connsiteX34" fmla="*/ 104279 w 310310"/>
              <a:gd name="connsiteY34" fmla="*/ 0 h 72326"/>
              <a:gd name="connsiteX35" fmla="*/ 91407 w 310310"/>
              <a:gd name="connsiteY35" fmla="*/ 2362 h 72326"/>
              <a:gd name="connsiteX36" fmla="*/ 82608 w 310310"/>
              <a:gd name="connsiteY36" fmla="*/ 9367 h 72326"/>
              <a:gd name="connsiteX37" fmla="*/ 79594 w 310310"/>
              <a:gd name="connsiteY37" fmla="*/ 19303 h 72326"/>
              <a:gd name="connsiteX38" fmla="*/ 82038 w 310310"/>
              <a:gd name="connsiteY38" fmla="*/ 28018 h 72326"/>
              <a:gd name="connsiteX39" fmla="*/ 89533 w 310310"/>
              <a:gd name="connsiteY39" fmla="*/ 34535 h 72326"/>
              <a:gd name="connsiteX40" fmla="*/ 103057 w 310310"/>
              <a:gd name="connsiteY40" fmla="*/ 38933 h 72326"/>
              <a:gd name="connsiteX41" fmla="*/ 115521 w 310310"/>
              <a:gd name="connsiteY41" fmla="*/ 42354 h 72326"/>
              <a:gd name="connsiteX42" fmla="*/ 121794 w 310310"/>
              <a:gd name="connsiteY42" fmla="*/ 46508 h 72326"/>
              <a:gd name="connsiteX43" fmla="*/ 123668 w 310310"/>
              <a:gd name="connsiteY43" fmla="*/ 52290 h 72326"/>
              <a:gd name="connsiteX44" fmla="*/ 121713 w 310310"/>
              <a:gd name="connsiteY44" fmla="*/ 58317 h 72326"/>
              <a:gd name="connsiteX45" fmla="*/ 115684 w 310310"/>
              <a:gd name="connsiteY45" fmla="*/ 62634 h 72326"/>
              <a:gd name="connsiteX46" fmla="*/ 106315 w 310310"/>
              <a:gd name="connsiteY46" fmla="*/ 64182 h 72326"/>
              <a:gd name="connsiteX47" fmla="*/ 95562 w 310310"/>
              <a:gd name="connsiteY47" fmla="*/ 62146 h 72326"/>
              <a:gd name="connsiteX48" fmla="*/ 88555 w 310310"/>
              <a:gd name="connsiteY48" fmla="*/ 56689 h 72326"/>
              <a:gd name="connsiteX49" fmla="*/ 85704 w 310310"/>
              <a:gd name="connsiteY49" fmla="*/ 48055 h 72326"/>
              <a:gd name="connsiteX50" fmla="*/ 76987 w 310310"/>
              <a:gd name="connsiteY50" fmla="*/ 48788 h 72326"/>
              <a:gd name="connsiteX51" fmla="*/ 80816 w 310310"/>
              <a:gd name="connsiteY51" fmla="*/ 61331 h 72326"/>
              <a:gd name="connsiteX52" fmla="*/ 80816 w 310310"/>
              <a:gd name="connsiteY52" fmla="*/ 61331 h 72326"/>
              <a:gd name="connsiteX53" fmla="*/ 152345 w 310310"/>
              <a:gd name="connsiteY53" fmla="*/ 71105 h 72326"/>
              <a:gd name="connsiteX54" fmla="*/ 152345 w 310310"/>
              <a:gd name="connsiteY54" fmla="*/ 16127 h 72326"/>
              <a:gd name="connsiteX55" fmla="*/ 189087 w 310310"/>
              <a:gd name="connsiteY55" fmla="*/ 71105 h 72326"/>
              <a:gd name="connsiteX56" fmla="*/ 198618 w 310310"/>
              <a:gd name="connsiteY56" fmla="*/ 71105 h 72326"/>
              <a:gd name="connsiteX57" fmla="*/ 198618 w 310310"/>
              <a:gd name="connsiteY57" fmla="*/ 1140 h 72326"/>
              <a:gd name="connsiteX58" fmla="*/ 189738 w 310310"/>
              <a:gd name="connsiteY58" fmla="*/ 1140 h 72326"/>
              <a:gd name="connsiteX59" fmla="*/ 189738 w 310310"/>
              <a:gd name="connsiteY59" fmla="*/ 56037 h 72326"/>
              <a:gd name="connsiteX60" fmla="*/ 152997 w 310310"/>
              <a:gd name="connsiteY60" fmla="*/ 1140 h 72326"/>
              <a:gd name="connsiteX61" fmla="*/ 143465 w 310310"/>
              <a:gd name="connsiteY61" fmla="*/ 1140 h 72326"/>
              <a:gd name="connsiteX62" fmla="*/ 143465 w 310310"/>
              <a:gd name="connsiteY62" fmla="*/ 71105 h 72326"/>
              <a:gd name="connsiteX63" fmla="*/ 152345 w 310310"/>
              <a:gd name="connsiteY63" fmla="*/ 71105 h 72326"/>
              <a:gd name="connsiteX64" fmla="*/ 237805 w 310310"/>
              <a:gd name="connsiteY64" fmla="*/ 71105 h 72326"/>
              <a:gd name="connsiteX65" fmla="*/ 249047 w 310310"/>
              <a:gd name="connsiteY65" fmla="*/ 69883 h 72326"/>
              <a:gd name="connsiteX66" fmla="*/ 257438 w 310310"/>
              <a:gd name="connsiteY66" fmla="*/ 66381 h 72326"/>
              <a:gd name="connsiteX67" fmla="*/ 263793 w 310310"/>
              <a:gd name="connsiteY67" fmla="*/ 60028 h 72326"/>
              <a:gd name="connsiteX68" fmla="*/ 268599 w 310310"/>
              <a:gd name="connsiteY68" fmla="*/ 49847 h 72326"/>
              <a:gd name="connsiteX69" fmla="*/ 270473 w 310310"/>
              <a:gd name="connsiteY69" fmla="*/ 35756 h 72326"/>
              <a:gd name="connsiteX70" fmla="*/ 267703 w 310310"/>
              <a:gd name="connsiteY70" fmla="*/ 19141 h 72326"/>
              <a:gd name="connsiteX71" fmla="*/ 259393 w 310310"/>
              <a:gd name="connsiteY71" fmla="*/ 7168 h 72326"/>
              <a:gd name="connsiteX72" fmla="*/ 249128 w 310310"/>
              <a:gd name="connsiteY72" fmla="*/ 2118 h 72326"/>
              <a:gd name="connsiteX73" fmla="*/ 236664 w 310310"/>
              <a:gd name="connsiteY73" fmla="*/ 1140 h 72326"/>
              <a:gd name="connsiteX74" fmla="*/ 212549 w 310310"/>
              <a:gd name="connsiteY74" fmla="*/ 1140 h 72326"/>
              <a:gd name="connsiteX75" fmla="*/ 212549 w 310310"/>
              <a:gd name="connsiteY75" fmla="*/ 71105 h 72326"/>
              <a:gd name="connsiteX76" fmla="*/ 237805 w 310310"/>
              <a:gd name="connsiteY76" fmla="*/ 71105 h 72326"/>
              <a:gd name="connsiteX77" fmla="*/ 221755 w 310310"/>
              <a:gd name="connsiteY77" fmla="*/ 9448 h 72326"/>
              <a:gd name="connsiteX78" fmla="*/ 236419 w 310310"/>
              <a:gd name="connsiteY78" fmla="*/ 9448 h 72326"/>
              <a:gd name="connsiteX79" fmla="*/ 248395 w 310310"/>
              <a:gd name="connsiteY79" fmla="*/ 10914 h 72326"/>
              <a:gd name="connsiteX80" fmla="*/ 257194 w 310310"/>
              <a:gd name="connsiteY80" fmla="*/ 18815 h 72326"/>
              <a:gd name="connsiteX81" fmla="*/ 260778 w 310310"/>
              <a:gd name="connsiteY81" fmla="*/ 35675 h 72326"/>
              <a:gd name="connsiteX82" fmla="*/ 258905 w 310310"/>
              <a:gd name="connsiteY82" fmla="*/ 49195 h 72326"/>
              <a:gd name="connsiteX83" fmla="*/ 253772 w 310310"/>
              <a:gd name="connsiteY83" fmla="*/ 58073 h 72326"/>
              <a:gd name="connsiteX84" fmla="*/ 247499 w 310310"/>
              <a:gd name="connsiteY84" fmla="*/ 61738 h 72326"/>
              <a:gd name="connsiteX85" fmla="*/ 236664 w 310310"/>
              <a:gd name="connsiteY85" fmla="*/ 63042 h 72326"/>
              <a:gd name="connsiteX86" fmla="*/ 221755 w 310310"/>
              <a:gd name="connsiteY86" fmla="*/ 63042 h 72326"/>
              <a:gd name="connsiteX87" fmla="*/ 221755 w 310310"/>
              <a:gd name="connsiteY87" fmla="*/ 9611 h 72326"/>
              <a:gd name="connsiteX88" fmla="*/ 221755 w 310310"/>
              <a:gd name="connsiteY88" fmla="*/ 9611 h 72326"/>
              <a:gd name="connsiteX89" fmla="*/ 310311 w 310310"/>
              <a:gd name="connsiteY89" fmla="*/ 896 h 72326"/>
              <a:gd name="connsiteX90" fmla="*/ 304771 w 310310"/>
              <a:gd name="connsiteY90" fmla="*/ 896 h 72326"/>
              <a:gd name="connsiteX91" fmla="*/ 297113 w 310310"/>
              <a:gd name="connsiteY91" fmla="*/ 10263 h 72326"/>
              <a:gd name="connsiteX92" fmla="*/ 284485 w 310310"/>
              <a:gd name="connsiteY92" fmla="*/ 18489 h 72326"/>
              <a:gd name="connsiteX93" fmla="*/ 284485 w 310310"/>
              <a:gd name="connsiteY93" fmla="*/ 26797 h 72326"/>
              <a:gd name="connsiteX94" fmla="*/ 293528 w 310310"/>
              <a:gd name="connsiteY94" fmla="*/ 22398 h 72326"/>
              <a:gd name="connsiteX95" fmla="*/ 301675 w 310310"/>
              <a:gd name="connsiteY95" fmla="*/ 16453 h 72326"/>
              <a:gd name="connsiteX96" fmla="*/ 301675 w 310310"/>
              <a:gd name="connsiteY96" fmla="*/ 71187 h 72326"/>
              <a:gd name="connsiteX97" fmla="*/ 310229 w 310310"/>
              <a:gd name="connsiteY97" fmla="*/ 71187 h 72326"/>
              <a:gd name="connsiteX98" fmla="*/ 310229 w 310310"/>
              <a:gd name="connsiteY98" fmla="*/ 977 h 72326"/>
              <a:gd name="connsiteX99" fmla="*/ 310229 w 310310"/>
              <a:gd name="connsiteY99" fmla="*/ 977 h 7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10310" h="72326">
                <a:moveTo>
                  <a:pt x="8880" y="71105"/>
                </a:moveTo>
                <a:lnTo>
                  <a:pt x="8880" y="11566"/>
                </a:lnTo>
                <a:lnTo>
                  <a:pt x="29084" y="71105"/>
                </a:lnTo>
                <a:lnTo>
                  <a:pt x="37475" y="71105"/>
                </a:lnTo>
                <a:lnTo>
                  <a:pt x="57842" y="12543"/>
                </a:lnTo>
                <a:lnTo>
                  <a:pt x="57842" y="71105"/>
                </a:lnTo>
                <a:lnTo>
                  <a:pt x="66803" y="71105"/>
                </a:lnTo>
                <a:lnTo>
                  <a:pt x="66803" y="1140"/>
                </a:lnTo>
                <a:lnTo>
                  <a:pt x="54339" y="1140"/>
                </a:lnTo>
                <a:lnTo>
                  <a:pt x="37557" y="49847"/>
                </a:lnTo>
                <a:cubicBezTo>
                  <a:pt x="35846" y="54815"/>
                  <a:pt x="34624" y="58481"/>
                  <a:pt x="33809" y="61087"/>
                </a:cubicBezTo>
                <a:cubicBezTo>
                  <a:pt x="33076" y="58806"/>
                  <a:pt x="32017" y="55304"/>
                  <a:pt x="30469" y="50743"/>
                </a:cubicBezTo>
                <a:lnTo>
                  <a:pt x="13931" y="1222"/>
                </a:lnTo>
                <a:lnTo>
                  <a:pt x="0" y="1222"/>
                </a:lnTo>
                <a:lnTo>
                  <a:pt x="0" y="71187"/>
                </a:lnTo>
                <a:lnTo>
                  <a:pt x="8961" y="71187"/>
                </a:lnTo>
                <a:close/>
                <a:moveTo>
                  <a:pt x="80734" y="61250"/>
                </a:moveTo>
                <a:cubicBezTo>
                  <a:pt x="83179" y="64996"/>
                  <a:pt x="86519" y="67766"/>
                  <a:pt x="90837" y="69557"/>
                </a:cubicBezTo>
                <a:cubicBezTo>
                  <a:pt x="95154" y="71431"/>
                  <a:pt x="100450" y="72327"/>
                  <a:pt x="106723" y="72327"/>
                </a:cubicBezTo>
                <a:cubicBezTo>
                  <a:pt x="111692" y="72327"/>
                  <a:pt x="116254" y="71431"/>
                  <a:pt x="120246" y="69557"/>
                </a:cubicBezTo>
                <a:cubicBezTo>
                  <a:pt x="124238" y="67766"/>
                  <a:pt x="127334" y="65159"/>
                  <a:pt x="129452" y="61901"/>
                </a:cubicBezTo>
                <a:cubicBezTo>
                  <a:pt x="131570" y="58643"/>
                  <a:pt x="132630" y="55141"/>
                  <a:pt x="132630" y="51394"/>
                </a:cubicBezTo>
                <a:cubicBezTo>
                  <a:pt x="132630" y="47648"/>
                  <a:pt x="131652" y="44308"/>
                  <a:pt x="129697" y="41457"/>
                </a:cubicBezTo>
                <a:cubicBezTo>
                  <a:pt x="127741" y="38607"/>
                  <a:pt x="124727" y="36163"/>
                  <a:pt x="120654" y="34290"/>
                </a:cubicBezTo>
                <a:cubicBezTo>
                  <a:pt x="117884" y="32987"/>
                  <a:pt x="112670" y="31521"/>
                  <a:pt x="105175" y="29810"/>
                </a:cubicBezTo>
                <a:cubicBezTo>
                  <a:pt x="97680" y="28100"/>
                  <a:pt x="92955" y="26471"/>
                  <a:pt x="91244" y="24842"/>
                </a:cubicBezTo>
                <a:cubicBezTo>
                  <a:pt x="89451" y="23213"/>
                  <a:pt x="88555" y="21177"/>
                  <a:pt x="88555" y="18652"/>
                </a:cubicBezTo>
                <a:cubicBezTo>
                  <a:pt x="88555" y="15720"/>
                  <a:pt x="89859" y="13276"/>
                  <a:pt x="92384" y="11240"/>
                </a:cubicBezTo>
                <a:cubicBezTo>
                  <a:pt x="94910" y="9204"/>
                  <a:pt x="99065" y="8145"/>
                  <a:pt x="104605" y="8145"/>
                </a:cubicBezTo>
                <a:cubicBezTo>
                  <a:pt x="110144" y="8145"/>
                  <a:pt x="114055" y="9285"/>
                  <a:pt x="116825" y="11566"/>
                </a:cubicBezTo>
                <a:cubicBezTo>
                  <a:pt x="119595" y="13846"/>
                  <a:pt x="121224" y="17186"/>
                  <a:pt x="121631" y="21584"/>
                </a:cubicBezTo>
                <a:lnTo>
                  <a:pt x="130511" y="20932"/>
                </a:lnTo>
                <a:cubicBezTo>
                  <a:pt x="130348" y="16860"/>
                  <a:pt x="129208" y="13113"/>
                  <a:pt x="127090" y="9937"/>
                </a:cubicBezTo>
                <a:cubicBezTo>
                  <a:pt x="124972" y="6679"/>
                  <a:pt x="121876" y="4236"/>
                  <a:pt x="117965" y="2525"/>
                </a:cubicBezTo>
                <a:cubicBezTo>
                  <a:pt x="114055" y="815"/>
                  <a:pt x="109411" y="0"/>
                  <a:pt x="104279" y="0"/>
                </a:cubicBezTo>
                <a:cubicBezTo>
                  <a:pt x="99554" y="0"/>
                  <a:pt x="95317" y="815"/>
                  <a:pt x="91407" y="2362"/>
                </a:cubicBezTo>
                <a:cubicBezTo>
                  <a:pt x="87578" y="3991"/>
                  <a:pt x="84645" y="6272"/>
                  <a:pt x="82608" y="9367"/>
                </a:cubicBezTo>
                <a:cubicBezTo>
                  <a:pt x="80572" y="12462"/>
                  <a:pt x="79594" y="15720"/>
                  <a:pt x="79594" y="19303"/>
                </a:cubicBezTo>
                <a:cubicBezTo>
                  <a:pt x="79594" y="22480"/>
                  <a:pt x="80409" y="25412"/>
                  <a:pt x="82038" y="28018"/>
                </a:cubicBezTo>
                <a:cubicBezTo>
                  <a:pt x="83667" y="30625"/>
                  <a:pt x="86193" y="32824"/>
                  <a:pt x="89533" y="34535"/>
                </a:cubicBezTo>
                <a:cubicBezTo>
                  <a:pt x="92140" y="35919"/>
                  <a:pt x="96621" y="37385"/>
                  <a:pt x="103057" y="38933"/>
                </a:cubicBezTo>
                <a:cubicBezTo>
                  <a:pt x="109493" y="40480"/>
                  <a:pt x="113647" y="41621"/>
                  <a:pt x="115521" y="42354"/>
                </a:cubicBezTo>
                <a:cubicBezTo>
                  <a:pt x="118454" y="43494"/>
                  <a:pt x="120572" y="44878"/>
                  <a:pt x="121794" y="46508"/>
                </a:cubicBezTo>
                <a:cubicBezTo>
                  <a:pt x="123098" y="48136"/>
                  <a:pt x="123668" y="50091"/>
                  <a:pt x="123668" y="52290"/>
                </a:cubicBezTo>
                <a:cubicBezTo>
                  <a:pt x="123668" y="54489"/>
                  <a:pt x="123016" y="56444"/>
                  <a:pt x="121713" y="58317"/>
                </a:cubicBezTo>
                <a:cubicBezTo>
                  <a:pt x="120409" y="60109"/>
                  <a:pt x="118373" y="61575"/>
                  <a:pt x="115684" y="62634"/>
                </a:cubicBezTo>
                <a:cubicBezTo>
                  <a:pt x="112996" y="63693"/>
                  <a:pt x="109900" y="64182"/>
                  <a:pt x="106315" y="64182"/>
                </a:cubicBezTo>
                <a:cubicBezTo>
                  <a:pt x="102324" y="64182"/>
                  <a:pt x="98739" y="63530"/>
                  <a:pt x="95562" y="62146"/>
                </a:cubicBezTo>
                <a:cubicBezTo>
                  <a:pt x="92384" y="60761"/>
                  <a:pt x="90022" y="58969"/>
                  <a:pt x="88555" y="56689"/>
                </a:cubicBezTo>
                <a:cubicBezTo>
                  <a:pt x="87008" y="54408"/>
                  <a:pt x="86111" y="51557"/>
                  <a:pt x="85704" y="48055"/>
                </a:cubicBezTo>
                <a:lnTo>
                  <a:pt x="76987" y="48788"/>
                </a:lnTo>
                <a:cubicBezTo>
                  <a:pt x="77150" y="53430"/>
                  <a:pt x="78372" y="57666"/>
                  <a:pt x="80816" y="61331"/>
                </a:cubicBezTo>
                <a:lnTo>
                  <a:pt x="80816" y="61331"/>
                </a:lnTo>
                <a:close/>
                <a:moveTo>
                  <a:pt x="152345" y="71105"/>
                </a:moveTo>
                <a:lnTo>
                  <a:pt x="152345" y="16127"/>
                </a:lnTo>
                <a:lnTo>
                  <a:pt x="189087" y="71105"/>
                </a:lnTo>
                <a:lnTo>
                  <a:pt x="198618" y="71105"/>
                </a:lnTo>
                <a:lnTo>
                  <a:pt x="198618" y="1140"/>
                </a:lnTo>
                <a:lnTo>
                  <a:pt x="189738" y="1140"/>
                </a:lnTo>
                <a:lnTo>
                  <a:pt x="189738" y="56037"/>
                </a:lnTo>
                <a:lnTo>
                  <a:pt x="152997" y="1140"/>
                </a:lnTo>
                <a:lnTo>
                  <a:pt x="143465" y="1140"/>
                </a:lnTo>
                <a:lnTo>
                  <a:pt x="143465" y="71105"/>
                </a:lnTo>
                <a:lnTo>
                  <a:pt x="152345" y="71105"/>
                </a:lnTo>
                <a:close/>
                <a:moveTo>
                  <a:pt x="237805" y="71105"/>
                </a:moveTo>
                <a:cubicBezTo>
                  <a:pt x="242041" y="71105"/>
                  <a:pt x="245788" y="70698"/>
                  <a:pt x="249047" y="69883"/>
                </a:cubicBezTo>
                <a:cubicBezTo>
                  <a:pt x="252306" y="69069"/>
                  <a:pt x="255076" y="67928"/>
                  <a:pt x="257438" y="66381"/>
                </a:cubicBezTo>
                <a:cubicBezTo>
                  <a:pt x="259719" y="64834"/>
                  <a:pt x="261837" y="62716"/>
                  <a:pt x="263793" y="60028"/>
                </a:cubicBezTo>
                <a:cubicBezTo>
                  <a:pt x="265748" y="57340"/>
                  <a:pt x="267296" y="53919"/>
                  <a:pt x="268599" y="49847"/>
                </a:cubicBezTo>
                <a:cubicBezTo>
                  <a:pt x="269903" y="45774"/>
                  <a:pt x="270473" y="41050"/>
                  <a:pt x="270473" y="35756"/>
                </a:cubicBezTo>
                <a:cubicBezTo>
                  <a:pt x="270473" y="29484"/>
                  <a:pt x="269577" y="23946"/>
                  <a:pt x="267703" y="19141"/>
                </a:cubicBezTo>
                <a:cubicBezTo>
                  <a:pt x="265911" y="14254"/>
                  <a:pt x="263141" y="10344"/>
                  <a:pt x="259393" y="7168"/>
                </a:cubicBezTo>
                <a:cubicBezTo>
                  <a:pt x="256542" y="4724"/>
                  <a:pt x="253120" y="3095"/>
                  <a:pt x="249128" y="2118"/>
                </a:cubicBezTo>
                <a:cubicBezTo>
                  <a:pt x="246277" y="1466"/>
                  <a:pt x="242122" y="1140"/>
                  <a:pt x="236664" y="1140"/>
                </a:cubicBezTo>
                <a:lnTo>
                  <a:pt x="212549" y="1140"/>
                </a:lnTo>
                <a:lnTo>
                  <a:pt x="212549" y="71105"/>
                </a:lnTo>
                <a:lnTo>
                  <a:pt x="237805" y="71105"/>
                </a:lnTo>
                <a:close/>
                <a:moveTo>
                  <a:pt x="221755" y="9448"/>
                </a:moveTo>
                <a:lnTo>
                  <a:pt x="236419" y="9448"/>
                </a:lnTo>
                <a:cubicBezTo>
                  <a:pt x="241959" y="9448"/>
                  <a:pt x="245951" y="9937"/>
                  <a:pt x="248395" y="10914"/>
                </a:cubicBezTo>
                <a:cubicBezTo>
                  <a:pt x="251817" y="12217"/>
                  <a:pt x="254750" y="14905"/>
                  <a:pt x="257194" y="18815"/>
                </a:cubicBezTo>
                <a:cubicBezTo>
                  <a:pt x="259556" y="22724"/>
                  <a:pt x="260778" y="28344"/>
                  <a:pt x="260778" y="35675"/>
                </a:cubicBezTo>
                <a:cubicBezTo>
                  <a:pt x="260778" y="40969"/>
                  <a:pt x="260127" y="45449"/>
                  <a:pt x="258905" y="49195"/>
                </a:cubicBezTo>
                <a:cubicBezTo>
                  <a:pt x="257682" y="52942"/>
                  <a:pt x="255972" y="55874"/>
                  <a:pt x="253772" y="58073"/>
                </a:cubicBezTo>
                <a:cubicBezTo>
                  <a:pt x="252224" y="59621"/>
                  <a:pt x="250106" y="60842"/>
                  <a:pt x="247499" y="61738"/>
                </a:cubicBezTo>
                <a:cubicBezTo>
                  <a:pt x="244892" y="62634"/>
                  <a:pt x="241226" y="63042"/>
                  <a:pt x="236664" y="63042"/>
                </a:cubicBezTo>
                <a:lnTo>
                  <a:pt x="221755" y="63042"/>
                </a:lnTo>
                <a:lnTo>
                  <a:pt x="221755" y="9611"/>
                </a:lnTo>
                <a:lnTo>
                  <a:pt x="221755" y="9611"/>
                </a:lnTo>
                <a:close/>
                <a:moveTo>
                  <a:pt x="310311" y="896"/>
                </a:moveTo>
                <a:lnTo>
                  <a:pt x="304771" y="896"/>
                </a:lnTo>
                <a:cubicBezTo>
                  <a:pt x="303304" y="3910"/>
                  <a:pt x="300697" y="7005"/>
                  <a:pt x="297113" y="10263"/>
                </a:cubicBezTo>
                <a:cubicBezTo>
                  <a:pt x="293528" y="13439"/>
                  <a:pt x="289292" y="16209"/>
                  <a:pt x="284485" y="18489"/>
                </a:cubicBezTo>
                <a:lnTo>
                  <a:pt x="284485" y="26797"/>
                </a:lnTo>
                <a:cubicBezTo>
                  <a:pt x="287174" y="25819"/>
                  <a:pt x="290188" y="24353"/>
                  <a:pt x="293528" y="22398"/>
                </a:cubicBezTo>
                <a:cubicBezTo>
                  <a:pt x="296869" y="20444"/>
                  <a:pt x="299639" y="18489"/>
                  <a:pt x="301675" y="16453"/>
                </a:cubicBezTo>
                <a:lnTo>
                  <a:pt x="301675" y="71187"/>
                </a:lnTo>
                <a:lnTo>
                  <a:pt x="310229" y="71187"/>
                </a:lnTo>
                <a:lnTo>
                  <a:pt x="310229" y="977"/>
                </a:lnTo>
                <a:lnTo>
                  <a:pt x="310229" y="977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3" name="자유형 42">
            <a:extLst>
              <a:ext uri="{FF2B5EF4-FFF2-40B4-BE49-F238E27FC236}">
                <a16:creationId xmlns:a16="http://schemas.microsoft.com/office/drawing/2014/main" id="{FFB62B7F-A6EA-B1F1-ECE9-D7D9F37C3D9B}"/>
              </a:ext>
            </a:extLst>
          </p:cNvPr>
          <p:cNvSpPr/>
          <p:nvPr/>
        </p:nvSpPr>
        <p:spPr>
          <a:xfrm>
            <a:off x="2966373" y="956020"/>
            <a:ext cx="125134" cy="8144"/>
          </a:xfrm>
          <a:custGeom>
            <a:avLst/>
            <a:gdLst>
              <a:gd name="connsiteX0" fmla="*/ 0 w 125134"/>
              <a:gd name="connsiteY0" fmla="*/ 0 h 8144"/>
              <a:gd name="connsiteX1" fmla="*/ 125135 w 125134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134" h="8144">
                <a:moveTo>
                  <a:pt x="0" y="0"/>
                </a:moveTo>
                <a:lnTo>
                  <a:pt x="125135" y="0"/>
                </a:lnTo>
              </a:path>
            </a:pathLst>
          </a:custGeom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4" name="자유형 43">
            <a:extLst>
              <a:ext uri="{FF2B5EF4-FFF2-40B4-BE49-F238E27FC236}">
                <a16:creationId xmlns:a16="http://schemas.microsoft.com/office/drawing/2014/main" id="{432C0935-3297-96B0-C8FB-8C17A09702A6}"/>
              </a:ext>
            </a:extLst>
          </p:cNvPr>
          <p:cNvSpPr/>
          <p:nvPr/>
        </p:nvSpPr>
        <p:spPr>
          <a:xfrm>
            <a:off x="3169147" y="1081696"/>
            <a:ext cx="323264" cy="72326"/>
          </a:xfrm>
          <a:custGeom>
            <a:avLst/>
            <a:gdLst>
              <a:gd name="connsiteX0" fmla="*/ 8880 w 323264"/>
              <a:gd name="connsiteY0" fmla="*/ 71105 h 72326"/>
              <a:gd name="connsiteX1" fmla="*/ 8880 w 323264"/>
              <a:gd name="connsiteY1" fmla="*/ 11566 h 72326"/>
              <a:gd name="connsiteX2" fmla="*/ 29084 w 323264"/>
              <a:gd name="connsiteY2" fmla="*/ 71105 h 72326"/>
              <a:gd name="connsiteX3" fmla="*/ 37475 w 323264"/>
              <a:gd name="connsiteY3" fmla="*/ 71105 h 72326"/>
              <a:gd name="connsiteX4" fmla="*/ 57842 w 323264"/>
              <a:gd name="connsiteY4" fmla="*/ 12543 h 72326"/>
              <a:gd name="connsiteX5" fmla="*/ 57842 w 323264"/>
              <a:gd name="connsiteY5" fmla="*/ 71105 h 72326"/>
              <a:gd name="connsiteX6" fmla="*/ 66803 w 323264"/>
              <a:gd name="connsiteY6" fmla="*/ 71105 h 72326"/>
              <a:gd name="connsiteX7" fmla="*/ 66803 w 323264"/>
              <a:gd name="connsiteY7" fmla="*/ 1140 h 72326"/>
              <a:gd name="connsiteX8" fmla="*/ 54339 w 323264"/>
              <a:gd name="connsiteY8" fmla="*/ 1140 h 72326"/>
              <a:gd name="connsiteX9" fmla="*/ 37557 w 323264"/>
              <a:gd name="connsiteY9" fmla="*/ 49847 h 72326"/>
              <a:gd name="connsiteX10" fmla="*/ 33809 w 323264"/>
              <a:gd name="connsiteY10" fmla="*/ 61087 h 72326"/>
              <a:gd name="connsiteX11" fmla="*/ 30469 w 323264"/>
              <a:gd name="connsiteY11" fmla="*/ 50743 h 72326"/>
              <a:gd name="connsiteX12" fmla="*/ 13931 w 323264"/>
              <a:gd name="connsiteY12" fmla="*/ 1222 h 72326"/>
              <a:gd name="connsiteX13" fmla="*/ 0 w 323264"/>
              <a:gd name="connsiteY13" fmla="*/ 1222 h 72326"/>
              <a:gd name="connsiteX14" fmla="*/ 0 w 323264"/>
              <a:gd name="connsiteY14" fmla="*/ 71187 h 72326"/>
              <a:gd name="connsiteX15" fmla="*/ 8961 w 323264"/>
              <a:gd name="connsiteY15" fmla="*/ 71187 h 72326"/>
              <a:gd name="connsiteX16" fmla="*/ 80734 w 323264"/>
              <a:gd name="connsiteY16" fmla="*/ 61250 h 72326"/>
              <a:gd name="connsiteX17" fmla="*/ 90837 w 323264"/>
              <a:gd name="connsiteY17" fmla="*/ 69557 h 72326"/>
              <a:gd name="connsiteX18" fmla="*/ 106723 w 323264"/>
              <a:gd name="connsiteY18" fmla="*/ 72327 h 72326"/>
              <a:gd name="connsiteX19" fmla="*/ 120246 w 323264"/>
              <a:gd name="connsiteY19" fmla="*/ 69557 h 72326"/>
              <a:gd name="connsiteX20" fmla="*/ 129452 w 323264"/>
              <a:gd name="connsiteY20" fmla="*/ 61901 h 72326"/>
              <a:gd name="connsiteX21" fmla="*/ 132630 w 323264"/>
              <a:gd name="connsiteY21" fmla="*/ 51394 h 72326"/>
              <a:gd name="connsiteX22" fmla="*/ 129697 w 323264"/>
              <a:gd name="connsiteY22" fmla="*/ 41457 h 72326"/>
              <a:gd name="connsiteX23" fmla="*/ 120654 w 323264"/>
              <a:gd name="connsiteY23" fmla="*/ 34290 h 72326"/>
              <a:gd name="connsiteX24" fmla="*/ 105175 w 323264"/>
              <a:gd name="connsiteY24" fmla="*/ 29810 h 72326"/>
              <a:gd name="connsiteX25" fmla="*/ 91244 w 323264"/>
              <a:gd name="connsiteY25" fmla="*/ 24842 h 72326"/>
              <a:gd name="connsiteX26" fmla="*/ 88555 w 323264"/>
              <a:gd name="connsiteY26" fmla="*/ 18652 h 72326"/>
              <a:gd name="connsiteX27" fmla="*/ 92384 w 323264"/>
              <a:gd name="connsiteY27" fmla="*/ 11240 h 72326"/>
              <a:gd name="connsiteX28" fmla="*/ 104605 w 323264"/>
              <a:gd name="connsiteY28" fmla="*/ 8145 h 72326"/>
              <a:gd name="connsiteX29" fmla="*/ 116825 w 323264"/>
              <a:gd name="connsiteY29" fmla="*/ 11566 h 72326"/>
              <a:gd name="connsiteX30" fmla="*/ 121631 w 323264"/>
              <a:gd name="connsiteY30" fmla="*/ 21584 h 72326"/>
              <a:gd name="connsiteX31" fmla="*/ 130511 w 323264"/>
              <a:gd name="connsiteY31" fmla="*/ 20932 h 72326"/>
              <a:gd name="connsiteX32" fmla="*/ 127090 w 323264"/>
              <a:gd name="connsiteY32" fmla="*/ 9937 h 72326"/>
              <a:gd name="connsiteX33" fmla="*/ 117965 w 323264"/>
              <a:gd name="connsiteY33" fmla="*/ 2525 h 72326"/>
              <a:gd name="connsiteX34" fmla="*/ 104279 w 323264"/>
              <a:gd name="connsiteY34" fmla="*/ 0 h 72326"/>
              <a:gd name="connsiteX35" fmla="*/ 91407 w 323264"/>
              <a:gd name="connsiteY35" fmla="*/ 2362 h 72326"/>
              <a:gd name="connsiteX36" fmla="*/ 82608 w 323264"/>
              <a:gd name="connsiteY36" fmla="*/ 9367 h 72326"/>
              <a:gd name="connsiteX37" fmla="*/ 79594 w 323264"/>
              <a:gd name="connsiteY37" fmla="*/ 19303 h 72326"/>
              <a:gd name="connsiteX38" fmla="*/ 82038 w 323264"/>
              <a:gd name="connsiteY38" fmla="*/ 28018 h 72326"/>
              <a:gd name="connsiteX39" fmla="*/ 89533 w 323264"/>
              <a:gd name="connsiteY39" fmla="*/ 34535 h 72326"/>
              <a:gd name="connsiteX40" fmla="*/ 103057 w 323264"/>
              <a:gd name="connsiteY40" fmla="*/ 38933 h 72326"/>
              <a:gd name="connsiteX41" fmla="*/ 115521 w 323264"/>
              <a:gd name="connsiteY41" fmla="*/ 42354 h 72326"/>
              <a:gd name="connsiteX42" fmla="*/ 121794 w 323264"/>
              <a:gd name="connsiteY42" fmla="*/ 46507 h 72326"/>
              <a:gd name="connsiteX43" fmla="*/ 123668 w 323264"/>
              <a:gd name="connsiteY43" fmla="*/ 52290 h 72326"/>
              <a:gd name="connsiteX44" fmla="*/ 121713 w 323264"/>
              <a:gd name="connsiteY44" fmla="*/ 58317 h 72326"/>
              <a:gd name="connsiteX45" fmla="*/ 115684 w 323264"/>
              <a:gd name="connsiteY45" fmla="*/ 62634 h 72326"/>
              <a:gd name="connsiteX46" fmla="*/ 106315 w 323264"/>
              <a:gd name="connsiteY46" fmla="*/ 64182 h 72326"/>
              <a:gd name="connsiteX47" fmla="*/ 95562 w 323264"/>
              <a:gd name="connsiteY47" fmla="*/ 62146 h 72326"/>
              <a:gd name="connsiteX48" fmla="*/ 88555 w 323264"/>
              <a:gd name="connsiteY48" fmla="*/ 56688 h 72326"/>
              <a:gd name="connsiteX49" fmla="*/ 85704 w 323264"/>
              <a:gd name="connsiteY49" fmla="*/ 48055 h 72326"/>
              <a:gd name="connsiteX50" fmla="*/ 76987 w 323264"/>
              <a:gd name="connsiteY50" fmla="*/ 48788 h 72326"/>
              <a:gd name="connsiteX51" fmla="*/ 80816 w 323264"/>
              <a:gd name="connsiteY51" fmla="*/ 61331 h 72326"/>
              <a:gd name="connsiteX52" fmla="*/ 80816 w 323264"/>
              <a:gd name="connsiteY52" fmla="*/ 61331 h 72326"/>
              <a:gd name="connsiteX53" fmla="*/ 152345 w 323264"/>
              <a:gd name="connsiteY53" fmla="*/ 71105 h 72326"/>
              <a:gd name="connsiteX54" fmla="*/ 152345 w 323264"/>
              <a:gd name="connsiteY54" fmla="*/ 16127 h 72326"/>
              <a:gd name="connsiteX55" fmla="*/ 189087 w 323264"/>
              <a:gd name="connsiteY55" fmla="*/ 71105 h 72326"/>
              <a:gd name="connsiteX56" fmla="*/ 198618 w 323264"/>
              <a:gd name="connsiteY56" fmla="*/ 71105 h 72326"/>
              <a:gd name="connsiteX57" fmla="*/ 198618 w 323264"/>
              <a:gd name="connsiteY57" fmla="*/ 1140 h 72326"/>
              <a:gd name="connsiteX58" fmla="*/ 189738 w 323264"/>
              <a:gd name="connsiteY58" fmla="*/ 1140 h 72326"/>
              <a:gd name="connsiteX59" fmla="*/ 189738 w 323264"/>
              <a:gd name="connsiteY59" fmla="*/ 56037 h 72326"/>
              <a:gd name="connsiteX60" fmla="*/ 152997 w 323264"/>
              <a:gd name="connsiteY60" fmla="*/ 1140 h 72326"/>
              <a:gd name="connsiteX61" fmla="*/ 143465 w 323264"/>
              <a:gd name="connsiteY61" fmla="*/ 1140 h 72326"/>
              <a:gd name="connsiteX62" fmla="*/ 143465 w 323264"/>
              <a:gd name="connsiteY62" fmla="*/ 71105 h 72326"/>
              <a:gd name="connsiteX63" fmla="*/ 152345 w 323264"/>
              <a:gd name="connsiteY63" fmla="*/ 71105 h 72326"/>
              <a:gd name="connsiteX64" fmla="*/ 237805 w 323264"/>
              <a:gd name="connsiteY64" fmla="*/ 71105 h 72326"/>
              <a:gd name="connsiteX65" fmla="*/ 249047 w 323264"/>
              <a:gd name="connsiteY65" fmla="*/ 69883 h 72326"/>
              <a:gd name="connsiteX66" fmla="*/ 257438 w 323264"/>
              <a:gd name="connsiteY66" fmla="*/ 66381 h 72326"/>
              <a:gd name="connsiteX67" fmla="*/ 263793 w 323264"/>
              <a:gd name="connsiteY67" fmla="*/ 60028 h 72326"/>
              <a:gd name="connsiteX68" fmla="*/ 268599 w 323264"/>
              <a:gd name="connsiteY68" fmla="*/ 49847 h 72326"/>
              <a:gd name="connsiteX69" fmla="*/ 270473 w 323264"/>
              <a:gd name="connsiteY69" fmla="*/ 35756 h 72326"/>
              <a:gd name="connsiteX70" fmla="*/ 267703 w 323264"/>
              <a:gd name="connsiteY70" fmla="*/ 19141 h 72326"/>
              <a:gd name="connsiteX71" fmla="*/ 259393 w 323264"/>
              <a:gd name="connsiteY71" fmla="*/ 7168 h 72326"/>
              <a:gd name="connsiteX72" fmla="*/ 249128 w 323264"/>
              <a:gd name="connsiteY72" fmla="*/ 2118 h 72326"/>
              <a:gd name="connsiteX73" fmla="*/ 236664 w 323264"/>
              <a:gd name="connsiteY73" fmla="*/ 1140 h 72326"/>
              <a:gd name="connsiteX74" fmla="*/ 212549 w 323264"/>
              <a:gd name="connsiteY74" fmla="*/ 1140 h 72326"/>
              <a:gd name="connsiteX75" fmla="*/ 212549 w 323264"/>
              <a:gd name="connsiteY75" fmla="*/ 71105 h 72326"/>
              <a:gd name="connsiteX76" fmla="*/ 237805 w 323264"/>
              <a:gd name="connsiteY76" fmla="*/ 71105 h 72326"/>
              <a:gd name="connsiteX77" fmla="*/ 221755 w 323264"/>
              <a:gd name="connsiteY77" fmla="*/ 9448 h 72326"/>
              <a:gd name="connsiteX78" fmla="*/ 236419 w 323264"/>
              <a:gd name="connsiteY78" fmla="*/ 9448 h 72326"/>
              <a:gd name="connsiteX79" fmla="*/ 248395 w 323264"/>
              <a:gd name="connsiteY79" fmla="*/ 10914 h 72326"/>
              <a:gd name="connsiteX80" fmla="*/ 257194 w 323264"/>
              <a:gd name="connsiteY80" fmla="*/ 18815 h 72326"/>
              <a:gd name="connsiteX81" fmla="*/ 260778 w 323264"/>
              <a:gd name="connsiteY81" fmla="*/ 35675 h 72326"/>
              <a:gd name="connsiteX82" fmla="*/ 258905 w 323264"/>
              <a:gd name="connsiteY82" fmla="*/ 49195 h 72326"/>
              <a:gd name="connsiteX83" fmla="*/ 253772 w 323264"/>
              <a:gd name="connsiteY83" fmla="*/ 58073 h 72326"/>
              <a:gd name="connsiteX84" fmla="*/ 247499 w 323264"/>
              <a:gd name="connsiteY84" fmla="*/ 61738 h 72326"/>
              <a:gd name="connsiteX85" fmla="*/ 236664 w 323264"/>
              <a:gd name="connsiteY85" fmla="*/ 63042 h 72326"/>
              <a:gd name="connsiteX86" fmla="*/ 221755 w 323264"/>
              <a:gd name="connsiteY86" fmla="*/ 63042 h 72326"/>
              <a:gd name="connsiteX87" fmla="*/ 221755 w 323264"/>
              <a:gd name="connsiteY87" fmla="*/ 9611 h 72326"/>
              <a:gd name="connsiteX88" fmla="*/ 221755 w 323264"/>
              <a:gd name="connsiteY88" fmla="*/ 9611 h 72326"/>
              <a:gd name="connsiteX89" fmla="*/ 288803 w 323264"/>
              <a:gd name="connsiteY89" fmla="*/ 62879 h 72326"/>
              <a:gd name="connsiteX90" fmla="*/ 292469 w 323264"/>
              <a:gd name="connsiteY90" fmla="*/ 58236 h 72326"/>
              <a:gd name="connsiteX91" fmla="*/ 302408 w 323264"/>
              <a:gd name="connsiteY91" fmla="*/ 49440 h 72326"/>
              <a:gd name="connsiteX92" fmla="*/ 315688 w 323264"/>
              <a:gd name="connsiteY92" fmla="*/ 37141 h 72326"/>
              <a:gd name="connsiteX93" fmla="*/ 321390 w 323264"/>
              <a:gd name="connsiteY93" fmla="*/ 28589 h 72326"/>
              <a:gd name="connsiteX94" fmla="*/ 323101 w 323264"/>
              <a:gd name="connsiteY94" fmla="*/ 20362 h 72326"/>
              <a:gd name="connsiteX95" fmla="*/ 317236 w 323264"/>
              <a:gd name="connsiteY95" fmla="*/ 6516 h 72326"/>
              <a:gd name="connsiteX96" fmla="*/ 301268 w 323264"/>
              <a:gd name="connsiteY96" fmla="*/ 896 h 72326"/>
              <a:gd name="connsiteX97" fmla="*/ 285382 w 323264"/>
              <a:gd name="connsiteY97" fmla="*/ 6109 h 72326"/>
              <a:gd name="connsiteX98" fmla="*/ 278538 w 323264"/>
              <a:gd name="connsiteY98" fmla="*/ 21177 h 72326"/>
              <a:gd name="connsiteX99" fmla="*/ 287337 w 323264"/>
              <a:gd name="connsiteY99" fmla="*/ 22073 h 72326"/>
              <a:gd name="connsiteX100" fmla="*/ 291084 w 323264"/>
              <a:gd name="connsiteY100" fmla="*/ 11729 h 72326"/>
              <a:gd name="connsiteX101" fmla="*/ 301023 w 323264"/>
              <a:gd name="connsiteY101" fmla="*/ 7982 h 72326"/>
              <a:gd name="connsiteX102" fmla="*/ 310555 w 323264"/>
              <a:gd name="connsiteY102" fmla="*/ 11484 h 72326"/>
              <a:gd name="connsiteX103" fmla="*/ 314221 w 323264"/>
              <a:gd name="connsiteY103" fmla="*/ 20118 h 72326"/>
              <a:gd name="connsiteX104" fmla="*/ 310229 w 323264"/>
              <a:gd name="connsiteY104" fmla="*/ 30462 h 72326"/>
              <a:gd name="connsiteX105" fmla="*/ 294832 w 323264"/>
              <a:gd name="connsiteY105" fmla="*/ 45286 h 72326"/>
              <a:gd name="connsiteX106" fmla="*/ 283589 w 323264"/>
              <a:gd name="connsiteY106" fmla="*/ 55874 h 72326"/>
              <a:gd name="connsiteX107" fmla="*/ 277968 w 323264"/>
              <a:gd name="connsiteY107" fmla="*/ 65159 h 72326"/>
              <a:gd name="connsiteX108" fmla="*/ 276991 w 323264"/>
              <a:gd name="connsiteY108" fmla="*/ 71105 h 72326"/>
              <a:gd name="connsiteX109" fmla="*/ 323264 w 323264"/>
              <a:gd name="connsiteY109" fmla="*/ 71105 h 72326"/>
              <a:gd name="connsiteX110" fmla="*/ 323264 w 323264"/>
              <a:gd name="connsiteY110" fmla="*/ 62879 h 72326"/>
              <a:gd name="connsiteX111" fmla="*/ 288966 w 323264"/>
              <a:gd name="connsiteY111" fmla="*/ 62879 h 7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323264" h="72326">
                <a:moveTo>
                  <a:pt x="8880" y="71105"/>
                </a:moveTo>
                <a:lnTo>
                  <a:pt x="8880" y="11566"/>
                </a:lnTo>
                <a:lnTo>
                  <a:pt x="29084" y="71105"/>
                </a:lnTo>
                <a:lnTo>
                  <a:pt x="37475" y="71105"/>
                </a:lnTo>
                <a:lnTo>
                  <a:pt x="57842" y="12543"/>
                </a:lnTo>
                <a:lnTo>
                  <a:pt x="57842" y="71105"/>
                </a:lnTo>
                <a:lnTo>
                  <a:pt x="66803" y="71105"/>
                </a:lnTo>
                <a:lnTo>
                  <a:pt x="66803" y="1140"/>
                </a:lnTo>
                <a:lnTo>
                  <a:pt x="54339" y="1140"/>
                </a:lnTo>
                <a:lnTo>
                  <a:pt x="37557" y="49847"/>
                </a:lnTo>
                <a:cubicBezTo>
                  <a:pt x="35846" y="54815"/>
                  <a:pt x="34624" y="58480"/>
                  <a:pt x="33809" y="61087"/>
                </a:cubicBezTo>
                <a:cubicBezTo>
                  <a:pt x="33076" y="58806"/>
                  <a:pt x="32017" y="55304"/>
                  <a:pt x="30469" y="50743"/>
                </a:cubicBezTo>
                <a:lnTo>
                  <a:pt x="13931" y="1222"/>
                </a:lnTo>
                <a:lnTo>
                  <a:pt x="0" y="1222"/>
                </a:lnTo>
                <a:lnTo>
                  <a:pt x="0" y="71187"/>
                </a:lnTo>
                <a:lnTo>
                  <a:pt x="8961" y="71187"/>
                </a:lnTo>
                <a:close/>
                <a:moveTo>
                  <a:pt x="80734" y="61250"/>
                </a:moveTo>
                <a:cubicBezTo>
                  <a:pt x="83179" y="64996"/>
                  <a:pt x="86519" y="67766"/>
                  <a:pt x="90837" y="69557"/>
                </a:cubicBezTo>
                <a:cubicBezTo>
                  <a:pt x="95154" y="71431"/>
                  <a:pt x="100450" y="72327"/>
                  <a:pt x="106723" y="72327"/>
                </a:cubicBezTo>
                <a:cubicBezTo>
                  <a:pt x="111692" y="72327"/>
                  <a:pt x="116254" y="71431"/>
                  <a:pt x="120246" y="69557"/>
                </a:cubicBezTo>
                <a:cubicBezTo>
                  <a:pt x="124238" y="67766"/>
                  <a:pt x="127334" y="65159"/>
                  <a:pt x="129452" y="61901"/>
                </a:cubicBezTo>
                <a:cubicBezTo>
                  <a:pt x="131570" y="58643"/>
                  <a:pt x="132630" y="55141"/>
                  <a:pt x="132630" y="51394"/>
                </a:cubicBezTo>
                <a:cubicBezTo>
                  <a:pt x="132630" y="47648"/>
                  <a:pt x="131652" y="44308"/>
                  <a:pt x="129697" y="41457"/>
                </a:cubicBezTo>
                <a:cubicBezTo>
                  <a:pt x="127741" y="38607"/>
                  <a:pt x="124727" y="36163"/>
                  <a:pt x="120654" y="34290"/>
                </a:cubicBezTo>
                <a:cubicBezTo>
                  <a:pt x="117884" y="32987"/>
                  <a:pt x="112670" y="31521"/>
                  <a:pt x="105175" y="29810"/>
                </a:cubicBezTo>
                <a:cubicBezTo>
                  <a:pt x="97680" y="28100"/>
                  <a:pt x="92955" y="26471"/>
                  <a:pt x="91244" y="24842"/>
                </a:cubicBezTo>
                <a:cubicBezTo>
                  <a:pt x="89451" y="23213"/>
                  <a:pt x="88555" y="21177"/>
                  <a:pt x="88555" y="18652"/>
                </a:cubicBezTo>
                <a:cubicBezTo>
                  <a:pt x="88555" y="15720"/>
                  <a:pt x="89859" y="13276"/>
                  <a:pt x="92384" y="11240"/>
                </a:cubicBezTo>
                <a:cubicBezTo>
                  <a:pt x="94910" y="9204"/>
                  <a:pt x="99065" y="8145"/>
                  <a:pt x="104605" y="8145"/>
                </a:cubicBezTo>
                <a:cubicBezTo>
                  <a:pt x="110144" y="8145"/>
                  <a:pt x="114055" y="9285"/>
                  <a:pt x="116825" y="11566"/>
                </a:cubicBezTo>
                <a:cubicBezTo>
                  <a:pt x="119595" y="13846"/>
                  <a:pt x="121224" y="17186"/>
                  <a:pt x="121631" y="21584"/>
                </a:cubicBezTo>
                <a:lnTo>
                  <a:pt x="130511" y="20932"/>
                </a:lnTo>
                <a:cubicBezTo>
                  <a:pt x="130348" y="16860"/>
                  <a:pt x="129208" y="13113"/>
                  <a:pt x="127090" y="9937"/>
                </a:cubicBezTo>
                <a:cubicBezTo>
                  <a:pt x="124972" y="6679"/>
                  <a:pt x="121876" y="4236"/>
                  <a:pt x="117965" y="2525"/>
                </a:cubicBezTo>
                <a:cubicBezTo>
                  <a:pt x="114055" y="815"/>
                  <a:pt x="109411" y="0"/>
                  <a:pt x="104279" y="0"/>
                </a:cubicBezTo>
                <a:cubicBezTo>
                  <a:pt x="99554" y="0"/>
                  <a:pt x="95317" y="815"/>
                  <a:pt x="91407" y="2362"/>
                </a:cubicBezTo>
                <a:cubicBezTo>
                  <a:pt x="87578" y="3991"/>
                  <a:pt x="84645" y="6272"/>
                  <a:pt x="82608" y="9367"/>
                </a:cubicBezTo>
                <a:cubicBezTo>
                  <a:pt x="80572" y="12462"/>
                  <a:pt x="79594" y="15720"/>
                  <a:pt x="79594" y="19303"/>
                </a:cubicBezTo>
                <a:cubicBezTo>
                  <a:pt x="79594" y="22480"/>
                  <a:pt x="80409" y="25412"/>
                  <a:pt x="82038" y="28018"/>
                </a:cubicBezTo>
                <a:cubicBezTo>
                  <a:pt x="83667" y="30625"/>
                  <a:pt x="86193" y="32824"/>
                  <a:pt x="89533" y="34535"/>
                </a:cubicBezTo>
                <a:cubicBezTo>
                  <a:pt x="92140" y="35919"/>
                  <a:pt x="96621" y="37385"/>
                  <a:pt x="103057" y="38933"/>
                </a:cubicBezTo>
                <a:cubicBezTo>
                  <a:pt x="109493" y="40480"/>
                  <a:pt x="113647" y="41621"/>
                  <a:pt x="115521" y="42354"/>
                </a:cubicBezTo>
                <a:cubicBezTo>
                  <a:pt x="118454" y="43494"/>
                  <a:pt x="120572" y="44878"/>
                  <a:pt x="121794" y="46507"/>
                </a:cubicBezTo>
                <a:cubicBezTo>
                  <a:pt x="123098" y="48136"/>
                  <a:pt x="123668" y="50091"/>
                  <a:pt x="123668" y="52290"/>
                </a:cubicBezTo>
                <a:cubicBezTo>
                  <a:pt x="123668" y="54489"/>
                  <a:pt x="123016" y="56444"/>
                  <a:pt x="121713" y="58317"/>
                </a:cubicBezTo>
                <a:cubicBezTo>
                  <a:pt x="120409" y="60109"/>
                  <a:pt x="118373" y="61575"/>
                  <a:pt x="115684" y="62634"/>
                </a:cubicBezTo>
                <a:cubicBezTo>
                  <a:pt x="112996" y="63693"/>
                  <a:pt x="109900" y="64182"/>
                  <a:pt x="106315" y="64182"/>
                </a:cubicBezTo>
                <a:cubicBezTo>
                  <a:pt x="102324" y="64182"/>
                  <a:pt x="98739" y="63530"/>
                  <a:pt x="95562" y="62146"/>
                </a:cubicBezTo>
                <a:cubicBezTo>
                  <a:pt x="92384" y="60761"/>
                  <a:pt x="90022" y="58969"/>
                  <a:pt x="88555" y="56688"/>
                </a:cubicBezTo>
                <a:cubicBezTo>
                  <a:pt x="87008" y="54408"/>
                  <a:pt x="86111" y="51557"/>
                  <a:pt x="85704" y="48055"/>
                </a:cubicBezTo>
                <a:lnTo>
                  <a:pt x="76987" y="48788"/>
                </a:lnTo>
                <a:cubicBezTo>
                  <a:pt x="77150" y="53430"/>
                  <a:pt x="78372" y="57666"/>
                  <a:pt x="80816" y="61331"/>
                </a:cubicBezTo>
                <a:lnTo>
                  <a:pt x="80816" y="61331"/>
                </a:lnTo>
                <a:close/>
                <a:moveTo>
                  <a:pt x="152345" y="71105"/>
                </a:moveTo>
                <a:lnTo>
                  <a:pt x="152345" y="16127"/>
                </a:lnTo>
                <a:lnTo>
                  <a:pt x="189087" y="71105"/>
                </a:lnTo>
                <a:lnTo>
                  <a:pt x="198618" y="71105"/>
                </a:lnTo>
                <a:lnTo>
                  <a:pt x="198618" y="1140"/>
                </a:lnTo>
                <a:lnTo>
                  <a:pt x="189738" y="1140"/>
                </a:lnTo>
                <a:lnTo>
                  <a:pt x="189738" y="56037"/>
                </a:lnTo>
                <a:lnTo>
                  <a:pt x="152997" y="1140"/>
                </a:lnTo>
                <a:lnTo>
                  <a:pt x="143465" y="1140"/>
                </a:lnTo>
                <a:lnTo>
                  <a:pt x="143465" y="71105"/>
                </a:lnTo>
                <a:lnTo>
                  <a:pt x="152345" y="71105"/>
                </a:lnTo>
                <a:close/>
                <a:moveTo>
                  <a:pt x="237805" y="71105"/>
                </a:moveTo>
                <a:cubicBezTo>
                  <a:pt x="242041" y="71105"/>
                  <a:pt x="245788" y="70698"/>
                  <a:pt x="249047" y="69883"/>
                </a:cubicBezTo>
                <a:cubicBezTo>
                  <a:pt x="252306" y="69069"/>
                  <a:pt x="255076" y="67928"/>
                  <a:pt x="257438" y="66381"/>
                </a:cubicBezTo>
                <a:cubicBezTo>
                  <a:pt x="259719" y="64833"/>
                  <a:pt x="261837" y="62716"/>
                  <a:pt x="263793" y="60028"/>
                </a:cubicBezTo>
                <a:cubicBezTo>
                  <a:pt x="265748" y="57340"/>
                  <a:pt x="267296" y="53919"/>
                  <a:pt x="268599" y="49847"/>
                </a:cubicBezTo>
                <a:cubicBezTo>
                  <a:pt x="269903" y="45774"/>
                  <a:pt x="270473" y="41050"/>
                  <a:pt x="270473" y="35756"/>
                </a:cubicBezTo>
                <a:cubicBezTo>
                  <a:pt x="270473" y="29484"/>
                  <a:pt x="269577" y="23946"/>
                  <a:pt x="267703" y="19141"/>
                </a:cubicBezTo>
                <a:cubicBezTo>
                  <a:pt x="265911" y="14254"/>
                  <a:pt x="263141" y="10344"/>
                  <a:pt x="259393" y="7168"/>
                </a:cubicBezTo>
                <a:cubicBezTo>
                  <a:pt x="256542" y="4724"/>
                  <a:pt x="253120" y="3095"/>
                  <a:pt x="249128" y="2118"/>
                </a:cubicBezTo>
                <a:cubicBezTo>
                  <a:pt x="246277" y="1466"/>
                  <a:pt x="242122" y="1140"/>
                  <a:pt x="236664" y="1140"/>
                </a:cubicBezTo>
                <a:lnTo>
                  <a:pt x="212549" y="1140"/>
                </a:lnTo>
                <a:lnTo>
                  <a:pt x="212549" y="71105"/>
                </a:lnTo>
                <a:lnTo>
                  <a:pt x="237805" y="71105"/>
                </a:lnTo>
                <a:close/>
                <a:moveTo>
                  <a:pt x="221755" y="9448"/>
                </a:moveTo>
                <a:lnTo>
                  <a:pt x="236419" y="9448"/>
                </a:lnTo>
                <a:cubicBezTo>
                  <a:pt x="241959" y="9448"/>
                  <a:pt x="245951" y="9937"/>
                  <a:pt x="248395" y="10914"/>
                </a:cubicBezTo>
                <a:cubicBezTo>
                  <a:pt x="251817" y="12217"/>
                  <a:pt x="254750" y="14905"/>
                  <a:pt x="257194" y="18815"/>
                </a:cubicBezTo>
                <a:cubicBezTo>
                  <a:pt x="259556" y="22724"/>
                  <a:pt x="260778" y="28344"/>
                  <a:pt x="260778" y="35675"/>
                </a:cubicBezTo>
                <a:cubicBezTo>
                  <a:pt x="260778" y="40969"/>
                  <a:pt x="260127" y="45449"/>
                  <a:pt x="258905" y="49195"/>
                </a:cubicBezTo>
                <a:cubicBezTo>
                  <a:pt x="257682" y="52942"/>
                  <a:pt x="255972" y="55874"/>
                  <a:pt x="253772" y="58073"/>
                </a:cubicBezTo>
                <a:cubicBezTo>
                  <a:pt x="252224" y="59621"/>
                  <a:pt x="250106" y="60842"/>
                  <a:pt x="247499" y="61738"/>
                </a:cubicBezTo>
                <a:cubicBezTo>
                  <a:pt x="244892" y="62634"/>
                  <a:pt x="241226" y="63042"/>
                  <a:pt x="236664" y="63042"/>
                </a:cubicBezTo>
                <a:lnTo>
                  <a:pt x="221755" y="63042"/>
                </a:lnTo>
                <a:lnTo>
                  <a:pt x="221755" y="9611"/>
                </a:lnTo>
                <a:lnTo>
                  <a:pt x="221755" y="9611"/>
                </a:lnTo>
                <a:close/>
                <a:moveTo>
                  <a:pt x="288803" y="62879"/>
                </a:moveTo>
                <a:cubicBezTo>
                  <a:pt x="289781" y="61331"/>
                  <a:pt x="291003" y="59783"/>
                  <a:pt x="292469" y="58236"/>
                </a:cubicBezTo>
                <a:cubicBezTo>
                  <a:pt x="293936" y="56688"/>
                  <a:pt x="297276" y="53756"/>
                  <a:pt x="302408" y="49440"/>
                </a:cubicBezTo>
                <a:cubicBezTo>
                  <a:pt x="308600" y="44227"/>
                  <a:pt x="312999" y="40154"/>
                  <a:pt x="315688" y="37141"/>
                </a:cubicBezTo>
                <a:cubicBezTo>
                  <a:pt x="318376" y="34127"/>
                  <a:pt x="320250" y="31276"/>
                  <a:pt x="321390" y="28589"/>
                </a:cubicBezTo>
                <a:cubicBezTo>
                  <a:pt x="322531" y="25901"/>
                  <a:pt x="323101" y="23131"/>
                  <a:pt x="323101" y="20362"/>
                </a:cubicBezTo>
                <a:cubicBezTo>
                  <a:pt x="323101" y="14824"/>
                  <a:pt x="321146" y="10263"/>
                  <a:pt x="317236" y="6516"/>
                </a:cubicBezTo>
                <a:cubicBezTo>
                  <a:pt x="313325" y="2769"/>
                  <a:pt x="308030" y="896"/>
                  <a:pt x="301268" y="896"/>
                </a:cubicBezTo>
                <a:cubicBezTo>
                  <a:pt x="294506" y="896"/>
                  <a:pt x="289292" y="2606"/>
                  <a:pt x="285382" y="6109"/>
                </a:cubicBezTo>
                <a:cubicBezTo>
                  <a:pt x="281471" y="9530"/>
                  <a:pt x="279190" y="14579"/>
                  <a:pt x="278538" y="21177"/>
                </a:cubicBezTo>
                <a:lnTo>
                  <a:pt x="287337" y="22073"/>
                </a:lnTo>
                <a:cubicBezTo>
                  <a:pt x="287337" y="17675"/>
                  <a:pt x="288640" y="14254"/>
                  <a:pt x="291084" y="11729"/>
                </a:cubicBezTo>
                <a:cubicBezTo>
                  <a:pt x="293528" y="9204"/>
                  <a:pt x="296869" y="7982"/>
                  <a:pt x="301023" y="7982"/>
                </a:cubicBezTo>
                <a:cubicBezTo>
                  <a:pt x="304934" y="7982"/>
                  <a:pt x="308111" y="9122"/>
                  <a:pt x="310555" y="11484"/>
                </a:cubicBezTo>
                <a:cubicBezTo>
                  <a:pt x="312999" y="13846"/>
                  <a:pt x="314221" y="16697"/>
                  <a:pt x="314221" y="20118"/>
                </a:cubicBezTo>
                <a:cubicBezTo>
                  <a:pt x="314221" y="23539"/>
                  <a:pt x="312918" y="26797"/>
                  <a:pt x="310229" y="30462"/>
                </a:cubicBezTo>
                <a:cubicBezTo>
                  <a:pt x="307541" y="34127"/>
                  <a:pt x="302408" y="39014"/>
                  <a:pt x="294832" y="45286"/>
                </a:cubicBezTo>
                <a:cubicBezTo>
                  <a:pt x="289944" y="49277"/>
                  <a:pt x="286196" y="52861"/>
                  <a:pt x="283589" y="55874"/>
                </a:cubicBezTo>
                <a:cubicBezTo>
                  <a:pt x="280982" y="58969"/>
                  <a:pt x="279109" y="62064"/>
                  <a:pt x="277968" y="65159"/>
                </a:cubicBezTo>
                <a:cubicBezTo>
                  <a:pt x="277235" y="67033"/>
                  <a:pt x="276909" y="69069"/>
                  <a:pt x="276991" y="71105"/>
                </a:cubicBezTo>
                <a:lnTo>
                  <a:pt x="323264" y="71105"/>
                </a:lnTo>
                <a:lnTo>
                  <a:pt x="323264" y="62879"/>
                </a:lnTo>
                <a:lnTo>
                  <a:pt x="288966" y="62879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5" name="자유형 44">
            <a:extLst>
              <a:ext uri="{FF2B5EF4-FFF2-40B4-BE49-F238E27FC236}">
                <a16:creationId xmlns:a16="http://schemas.microsoft.com/office/drawing/2014/main" id="{A14C1A86-963B-550B-0DE0-6CE3FC4BCE48}"/>
              </a:ext>
            </a:extLst>
          </p:cNvPr>
          <p:cNvSpPr/>
          <p:nvPr/>
        </p:nvSpPr>
        <p:spPr>
          <a:xfrm>
            <a:off x="2966373" y="1120221"/>
            <a:ext cx="125134" cy="8144"/>
          </a:xfrm>
          <a:custGeom>
            <a:avLst/>
            <a:gdLst>
              <a:gd name="connsiteX0" fmla="*/ 0 w 125134"/>
              <a:gd name="connsiteY0" fmla="*/ 0 h 8144"/>
              <a:gd name="connsiteX1" fmla="*/ 125135 w 125134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134" h="8144">
                <a:moveTo>
                  <a:pt x="0" y="0"/>
                </a:moveTo>
                <a:lnTo>
                  <a:pt x="125135" y="0"/>
                </a:lnTo>
              </a:path>
            </a:pathLst>
          </a:custGeom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6" name="자유형 45">
            <a:extLst>
              <a:ext uri="{FF2B5EF4-FFF2-40B4-BE49-F238E27FC236}">
                <a16:creationId xmlns:a16="http://schemas.microsoft.com/office/drawing/2014/main" id="{C3217AA7-6824-587D-606A-12F15D7F9C1E}"/>
              </a:ext>
            </a:extLst>
          </p:cNvPr>
          <p:cNvSpPr/>
          <p:nvPr/>
        </p:nvSpPr>
        <p:spPr>
          <a:xfrm>
            <a:off x="3166376" y="1245897"/>
            <a:ext cx="179718" cy="72326"/>
          </a:xfrm>
          <a:custGeom>
            <a:avLst/>
            <a:gdLst>
              <a:gd name="connsiteX0" fmla="*/ 3748 w 179718"/>
              <a:gd name="connsiteY0" fmla="*/ 61250 h 72326"/>
              <a:gd name="connsiteX1" fmla="*/ 13850 w 179718"/>
              <a:gd name="connsiteY1" fmla="*/ 69557 h 72326"/>
              <a:gd name="connsiteX2" fmla="*/ 29736 w 179718"/>
              <a:gd name="connsiteY2" fmla="*/ 72327 h 72326"/>
              <a:gd name="connsiteX3" fmla="*/ 43260 w 179718"/>
              <a:gd name="connsiteY3" fmla="*/ 69557 h 72326"/>
              <a:gd name="connsiteX4" fmla="*/ 52465 w 179718"/>
              <a:gd name="connsiteY4" fmla="*/ 61901 h 72326"/>
              <a:gd name="connsiteX5" fmla="*/ 55643 w 179718"/>
              <a:gd name="connsiteY5" fmla="*/ 51394 h 72326"/>
              <a:gd name="connsiteX6" fmla="*/ 52710 w 179718"/>
              <a:gd name="connsiteY6" fmla="*/ 41457 h 72326"/>
              <a:gd name="connsiteX7" fmla="*/ 43667 w 179718"/>
              <a:gd name="connsiteY7" fmla="*/ 34290 h 72326"/>
              <a:gd name="connsiteX8" fmla="*/ 28188 w 179718"/>
              <a:gd name="connsiteY8" fmla="*/ 29810 h 72326"/>
              <a:gd name="connsiteX9" fmla="*/ 14257 w 179718"/>
              <a:gd name="connsiteY9" fmla="*/ 24842 h 72326"/>
              <a:gd name="connsiteX10" fmla="*/ 11569 w 179718"/>
              <a:gd name="connsiteY10" fmla="*/ 18652 h 72326"/>
              <a:gd name="connsiteX11" fmla="*/ 15398 w 179718"/>
              <a:gd name="connsiteY11" fmla="*/ 11240 h 72326"/>
              <a:gd name="connsiteX12" fmla="*/ 27618 w 179718"/>
              <a:gd name="connsiteY12" fmla="*/ 8145 h 72326"/>
              <a:gd name="connsiteX13" fmla="*/ 39838 w 179718"/>
              <a:gd name="connsiteY13" fmla="*/ 11566 h 72326"/>
              <a:gd name="connsiteX14" fmla="*/ 44644 w 179718"/>
              <a:gd name="connsiteY14" fmla="*/ 21584 h 72326"/>
              <a:gd name="connsiteX15" fmla="*/ 53524 w 179718"/>
              <a:gd name="connsiteY15" fmla="*/ 20932 h 72326"/>
              <a:gd name="connsiteX16" fmla="*/ 50103 w 179718"/>
              <a:gd name="connsiteY16" fmla="*/ 9937 h 72326"/>
              <a:gd name="connsiteX17" fmla="*/ 40979 w 179718"/>
              <a:gd name="connsiteY17" fmla="*/ 2525 h 72326"/>
              <a:gd name="connsiteX18" fmla="*/ 27292 w 179718"/>
              <a:gd name="connsiteY18" fmla="*/ 0 h 72326"/>
              <a:gd name="connsiteX19" fmla="*/ 14420 w 179718"/>
              <a:gd name="connsiteY19" fmla="*/ 2362 h 72326"/>
              <a:gd name="connsiteX20" fmla="*/ 5621 w 179718"/>
              <a:gd name="connsiteY20" fmla="*/ 9367 h 72326"/>
              <a:gd name="connsiteX21" fmla="*/ 2607 w 179718"/>
              <a:gd name="connsiteY21" fmla="*/ 19303 h 72326"/>
              <a:gd name="connsiteX22" fmla="*/ 5051 w 179718"/>
              <a:gd name="connsiteY22" fmla="*/ 28018 h 72326"/>
              <a:gd name="connsiteX23" fmla="*/ 12546 w 179718"/>
              <a:gd name="connsiteY23" fmla="*/ 34534 h 72326"/>
              <a:gd name="connsiteX24" fmla="*/ 26070 w 179718"/>
              <a:gd name="connsiteY24" fmla="*/ 38933 h 72326"/>
              <a:gd name="connsiteX25" fmla="*/ 38534 w 179718"/>
              <a:gd name="connsiteY25" fmla="*/ 42354 h 72326"/>
              <a:gd name="connsiteX26" fmla="*/ 44807 w 179718"/>
              <a:gd name="connsiteY26" fmla="*/ 46507 h 72326"/>
              <a:gd name="connsiteX27" fmla="*/ 46681 w 179718"/>
              <a:gd name="connsiteY27" fmla="*/ 52290 h 72326"/>
              <a:gd name="connsiteX28" fmla="*/ 44726 w 179718"/>
              <a:gd name="connsiteY28" fmla="*/ 58317 h 72326"/>
              <a:gd name="connsiteX29" fmla="*/ 38697 w 179718"/>
              <a:gd name="connsiteY29" fmla="*/ 62634 h 72326"/>
              <a:gd name="connsiteX30" fmla="*/ 29328 w 179718"/>
              <a:gd name="connsiteY30" fmla="*/ 64182 h 72326"/>
              <a:gd name="connsiteX31" fmla="*/ 18575 w 179718"/>
              <a:gd name="connsiteY31" fmla="*/ 62146 h 72326"/>
              <a:gd name="connsiteX32" fmla="*/ 11569 w 179718"/>
              <a:gd name="connsiteY32" fmla="*/ 56688 h 72326"/>
              <a:gd name="connsiteX33" fmla="*/ 8717 w 179718"/>
              <a:gd name="connsiteY33" fmla="*/ 48055 h 72326"/>
              <a:gd name="connsiteX34" fmla="*/ 0 w 179718"/>
              <a:gd name="connsiteY34" fmla="*/ 48788 h 72326"/>
              <a:gd name="connsiteX35" fmla="*/ 3829 w 179718"/>
              <a:gd name="connsiteY35" fmla="*/ 61331 h 72326"/>
              <a:gd name="connsiteX36" fmla="*/ 3829 w 179718"/>
              <a:gd name="connsiteY36" fmla="*/ 61331 h 72326"/>
              <a:gd name="connsiteX37" fmla="*/ 93607 w 179718"/>
              <a:gd name="connsiteY37" fmla="*/ 71105 h 72326"/>
              <a:gd name="connsiteX38" fmla="*/ 93607 w 179718"/>
              <a:gd name="connsiteY38" fmla="*/ 9367 h 72326"/>
              <a:gd name="connsiteX39" fmla="*/ 116743 w 179718"/>
              <a:gd name="connsiteY39" fmla="*/ 9367 h 72326"/>
              <a:gd name="connsiteX40" fmla="*/ 116743 w 179718"/>
              <a:gd name="connsiteY40" fmla="*/ 1140 h 72326"/>
              <a:gd name="connsiteX41" fmla="*/ 61264 w 179718"/>
              <a:gd name="connsiteY41" fmla="*/ 1140 h 72326"/>
              <a:gd name="connsiteX42" fmla="*/ 61264 w 179718"/>
              <a:gd name="connsiteY42" fmla="*/ 9367 h 72326"/>
              <a:gd name="connsiteX43" fmla="*/ 84319 w 179718"/>
              <a:gd name="connsiteY43" fmla="*/ 9367 h 72326"/>
              <a:gd name="connsiteX44" fmla="*/ 84319 w 179718"/>
              <a:gd name="connsiteY44" fmla="*/ 71105 h 72326"/>
              <a:gd name="connsiteX45" fmla="*/ 93607 w 179718"/>
              <a:gd name="connsiteY45" fmla="*/ 71105 h 72326"/>
              <a:gd name="connsiteX46" fmla="*/ 133444 w 179718"/>
              <a:gd name="connsiteY46" fmla="*/ 71105 h 72326"/>
              <a:gd name="connsiteX47" fmla="*/ 133444 w 179718"/>
              <a:gd name="connsiteY47" fmla="*/ 16127 h 72326"/>
              <a:gd name="connsiteX48" fmla="*/ 170186 w 179718"/>
              <a:gd name="connsiteY48" fmla="*/ 71105 h 72326"/>
              <a:gd name="connsiteX49" fmla="*/ 179718 w 179718"/>
              <a:gd name="connsiteY49" fmla="*/ 71105 h 72326"/>
              <a:gd name="connsiteX50" fmla="*/ 179718 w 179718"/>
              <a:gd name="connsiteY50" fmla="*/ 1140 h 72326"/>
              <a:gd name="connsiteX51" fmla="*/ 170838 w 179718"/>
              <a:gd name="connsiteY51" fmla="*/ 1140 h 72326"/>
              <a:gd name="connsiteX52" fmla="*/ 170838 w 179718"/>
              <a:gd name="connsiteY52" fmla="*/ 56037 h 72326"/>
              <a:gd name="connsiteX53" fmla="*/ 134096 w 179718"/>
              <a:gd name="connsiteY53" fmla="*/ 1140 h 72326"/>
              <a:gd name="connsiteX54" fmla="*/ 124564 w 179718"/>
              <a:gd name="connsiteY54" fmla="*/ 1140 h 72326"/>
              <a:gd name="connsiteX55" fmla="*/ 124564 w 179718"/>
              <a:gd name="connsiteY55" fmla="*/ 71105 h 72326"/>
              <a:gd name="connsiteX56" fmla="*/ 133444 w 179718"/>
              <a:gd name="connsiteY56" fmla="*/ 71105 h 7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79718" h="72326">
                <a:moveTo>
                  <a:pt x="3748" y="61250"/>
                </a:moveTo>
                <a:cubicBezTo>
                  <a:pt x="6192" y="64996"/>
                  <a:pt x="9532" y="67766"/>
                  <a:pt x="13850" y="69557"/>
                </a:cubicBezTo>
                <a:cubicBezTo>
                  <a:pt x="18167" y="71431"/>
                  <a:pt x="23463" y="72327"/>
                  <a:pt x="29736" y="72327"/>
                </a:cubicBezTo>
                <a:cubicBezTo>
                  <a:pt x="34705" y="72327"/>
                  <a:pt x="39268" y="71431"/>
                  <a:pt x="43260" y="69557"/>
                </a:cubicBezTo>
                <a:cubicBezTo>
                  <a:pt x="47251" y="67766"/>
                  <a:pt x="50347" y="65159"/>
                  <a:pt x="52465" y="61901"/>
                </a:cubicBezTo>
                <a:cubicBezTo>
                  <a:pt x="54584" y="58643"/>
                  <a:pt x="55643" y="55141"/>
                  <a:pt x="55643" y="51394"/>
                </a:cubicBezTo>
                <a:cubicBezTo>
                  <a:pt x="55643" y="47648"/>
                  <a:pt x="54665" y="44308"/>
                  <a:pt x="52710" y="41457"/>
                </a:cubicBezTo>
                <a:cubicBezTo>
                  <a:pt x="50755" y="38607"/>
                  <a:pt x="47740" y="36163"/>
                  <a:pt x="43667" y="34290"/>
                </a:cubicBezTo>
                <a:cubicBezTo>
                  <a:pt x="40897" y="32987"/>
                  <a:pt x="35683" y="31521"/>
                  <a:pt x="28188" y="29810"/>
                </a:cubicBezTo>
                <a:cubicBezTo>
                  <a:pt x="20693" y="28100"/>
                  <a:pt x="15968" y="26471"/>
                  <a:pt x="14257" y="24842"/>
                </a:cubicBezTo>
                <a:cubicBezTo>
                  <a:pt x="12465" y="23213"/>
                  <a:pt x="11569" y="21177"/>
                  <a:pt x="11569" y="18652"/>
                </a:cubicBezTo>
                <a:cubicBezTo>
                  <a:pt x="11569" y="15720"/>
                  <a:pt x="12872" y="13276"/>
                  <a:pt x="15398" y="11240"/>
                </a:cubicBezTo>
                <a:cubicBezTo>
                  <a:pt x="17923" y="9204"/>
                  <a:pt x="22078" y="8145"/>
                  <a:pt x="27618" y="8145"/>
                </a:cubicBezTo>
                <a:cubicBezTo>
                  <a:pt x="33157" y="8145"/>
                  <a:pt x="37068" y="9285"/>
                  <a:pt x="39838" y="11566"/>
                </a:cubicBezTo>
                <a:cubicBezTo>
                  <a:pt x="42608" y="13846"/>
                  <a:pt x="44237" y="17186"/>
                  <a:pt x="44644" y="21584"/>
                </a:cubicBezTo>
                <a:lnTo>
                  <a:pt x="53524" y="20932"/>
                </a:lnTo>
                <a:cubicBezTo>
                  <a:pt x="53362" y="16860"/>
                  <a:pt x="52221" y="13113"/>
                  <a:pt x="50103" y="9937"/>
                </a:cubicBezTo>
                <a:cubicBezTo>
                  <a:pt x="47985" y="6679"/>
                  <a:pt x="44889" y="4235"/>
                  <a:pt x="40979" y="2525"/>
                </a:cubicBezTo>
                <a:cubicBezTo>
                  <a:pt x="37068" y="815"/>
                  <a:pt x="32424" y="0"/>
                  <a:pt x="27292" y="0"/>
                </a:cubicBezTo>
                <a:cubicBezTo>
                  <a:pt x="22567" y="0"/>
                  <a:pt x="18330" y="815"/>
                  <a:pt x="14420" y="2362"/>
                </a:cubicBezTo>
                <a:cubicBezTo>
                  <a:pt x="10591" y="3991"/>
                  <a:pt x="7658" y="6271"/>
                  <a:pt x="5621" y="9367"/>
                </a:cubicBezTo>
                <a:cubicBezTo>
                  <a:pt x="3585" y="12462"/>
                  <a:pt x="2607" y="15720"/>
                  <a:pt x="2607" y="19303"/>
                </a:cubicBezTo>
                <a:cubicBezTo>
                  <a:pt x="2607" y="22480"/>
                  <a:pt x="3422" y="25412"/>
                  <a:pt x="5051" y="28018"/>
                </a:cubicBezTo>
                <a:cubicBezTo>
                  <a:pt x="6680" y="30625"/>
                  <a:pt x="9206" y="32824"/>
                  <a:pt x="12546" y="34534"/>
                </a:cubicBezTo>
                <a:cubicBezTo>
                  <a:pt x="15153" y="35919"/>
                  <a:pt x="19634" y="37385"/>
                  <a:pt x="26070" y="38933"/>
                </a:cubicBezTo>
                <a:cubicBezTo>
                  <a:pt x="32506" y="40480"/>
                  <a:pt x="36661" y="41621"/>
                  <a:pt x="38534" y="42354"/>
                </a:cubicBezTo>
                <a:cubicBezTo>
                  <a:pt x="41467" y="43494"/>
                  <a:pt x="43585" y="44878"/>
                  <a:pt x="44807" y="46507"/>
                </a:cubicBezTo>
                <a:cubicBezTo>
                  <a:pt x="46111" y="48136"/>
                  <a:pt x="46681" y="50091"/>
                  <a:pt x="46681" y="52290"/>
                </a:cubicBezTo>
                <a:cubicBezTo>
                  <a:pt x="46681" y="54489"/>
                  <a:pt x="46030" y="56444"/>
                  <a:pt x="44726" y="58317"/>
                </a:cubicBezTo>
                <a:cubicBezTo>
                  <a:pt x="43422" y="60109"/>
                  <a:pt x="41386" y="61575"/>
                  <a:pt x="38697" y="62634"/>
                </a:cubicBezTo>
                <a:cubicBezTo>
                  <a:pt x="36009" y="63693"/>
                  <a:pt x="32913" y="64182"/>
                  <a:pt x="29328" y="64182"/>
                </a:cubicBezTo>
                <a:cubicBezTo>
                  <a:pt x="25337" y="64182"/>
                  <a:pt x="21752" y="63530"/>
                  <a:pt x="18575" y="62146"/>
                </a:cubicBezTo>
                <a:cubicBezTo>
                  <a:pt x="15398" y="60761"/>
                  <a:pt x="13035" y="58969"/>
                  <a:pt x="11569" y="56688"/>
                </a:cubicBezTo>
                <a:cubicBezTo>
                  <a:pt x="10021" y="54408"/>
                  <a:pt x="9125" y="51557"/>
                  <a:pt x="8717" y="48055"/>
                </a:cubicBezTo>
                <a:lnTo>
                  <a:pt x="0" y="48788"/>
                </a:lnTo>
                <a:cubicBezTo>
                  <a:pt x="163" y="53430"/>
                  <a:pt x="1385" y="57666"/>
                  <a:pt x="3829" y="61331"/>
                </a:cubicBezTo>
                <a:lnTo>
                  <a:pt x="3829" y="61331"/>
                </a:lnTo>
                <a:close/>
                <a:moveTo>
                  <a:pt x="93607" y="71105"/>
                </a:moveTo>
                <a:lnTo>
                  <a:pt x="93607" y="9367"/>
                </a:lnTo>
                <a:lnTo>
                  <a:pt x="116743" y="9367"/>
                </a:lnTo>
                <a:lnTo>
                  <a:pt x="116743" y="1140"/>
                </a:lnTo>
                <a:lnTo>
                  <a:pt x="61264" y="1140"/>
                </a:lnTo>
                <a:lnTo>
                  <a:pt x="61264" y="9367"/>
                </a:lnTo>
                <a:lnTo>
                  <a:pt x="84319" y="9367"/>
                </a:lnTo>
                <a:lnTo>
                  <a:pt x="84319" y="71105"/>
                </a:lnTo>
                <a:lnTo>
                  <a:pt x="93607" y="71105"/>
                </a:lnTo>
                <a:close/>
                <a:moveTo>
                  <a:pt x="133444" y="71105"/>
                </a:moveTo>
                <a:lnTo>
                  <a:pt x="133444" y="16127"/>
                </a:lnTo>
                <a:lnTo>
                  <a:pt x="170186" y="71105"/>
                </a:lnTo>
                <a:lnTo>
                  <a:pt x="179718" y="71105"/>
                </a:lnTo>
                <a:lnTo>
                  <a:pt x="179718" y="1140"/>
                </a:lnTo>
                <a:lnTo>
                  <a:pt x="170838" y="1140"/>
                </a:lnTo>
                <a:lnTo>
                  <a:pt x="170838" y="56037"/>
                </a:lnTo>
                <a:lnTo>
                  <a:pt x="134096" y="1140"/>
                </a:lnTo>
                <a:lnTo>
                  <a:pt x="124564" y="1140"/>
                </a:lnTo>
                <a:lnTo>
                  <a:pt x="124564" y="71105"/>
                </a:lnTo>
                <a:lnTo>
                  <a:pt x="133444" y="71105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7" name="자유형 46">
            <a:extLst>
              <a:ext uri="{FF2B5EF4-FFF2-40B4-BE49-F238E27FC236}">
                <a16:creationId xmlns:a16="http://schemas.microsoft.com/office/drawing/2014/main" id="{E954BCD7-2CA5-B852-038C-C9F5642D3161}"/>
              </a:ext>
            </a:extLst>
          </p:cNvPr>
          <p:cNvSpPr/>
          <p:nvPr/>
        </p:nvSpPr>
        <p:spPr>
          <a:xfrm>
            <a:off x="2966373" y="1284422"/>
            <a:ext cx="125134" cy="8144"/>
          </a:xfrm>
          <a:custGeom>
            <a:avLst/>
            <a:gdLst>
              <a:gd name="connsiteX0" fmla="*/ 0 w 125134"/>
              <a:gd name="connsiteY0" fmla="*/ 0 h 8144"/>
              <a:gd name="connsiteX1" fmla="*/ 125135 w 125134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134" h="8144">
                <a:moveTo>
                  <a:pt x="0" y="0"/>
                </a:moveTo>
                <a:lnTo>
                  <a:pt x="125135" y="0"/>
                </a:lnTo>
              </a:path>
            </a:pathLst>
          </a:custGeom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8" name="자유형 47">
            <a:extLst>
              <a:ext uri="{FF2B5EF4-FFF2-40B4-BE49-F238E27FC236}">
                <a16:creationId xmlns:a16="http://schemas.microsoft.com/office/drawing/2014/main" id="{F6867164-B128-8473-75F2-8321CEA0A400}"/>
              </a:ext>
            </a:extLst>
          </p:cNvPr>
          <p:cNvSpPr/>
          <p:nvPr/>
        </p:nvSpPr>
        <p:spPr>
          <a:xfrm>
            <a:off x="3169391" y="1411320"/>
            <a:ext cx="411249" cy="90734"/>
          </a:xfrm>
          <a:custGeom>
            <a:avLst/>
            <a:gdLst>
              <a:gd name="connsiteX0" fmla="*/ 9287 w 411249"/>
              <a:gd name="connsiteY0" fmla="*/ 69883 h 90734"/>
              <a:gd name="connsiteX1" fmla="*/ 9287 w 411249"/>
              <a:gd name="connsiteY1" fmla="*/ 41457 h 90734"/>
              <a:gd name="connsiteX2" fmla="*/ 27210 w 411249"/>
              <a:gd name="connsiteY2" fmla="*/ 41457 h 90734"/>
              <a:gd name="connsiteX3" fmla="*/ 47740 w 411249"/>
              <a:gd name="connsiteY3" fmla="*/ 35268 h 90734"/>
              <a:gd name="connsiteX4" fmla="*/ 53443 w 411249"/>
              <a:gd name="connsiteY4" fmla="*/ 20199 h 90734"/>
              <a:gd name="connsiteX5" fmla="*/ 51325 w 411249"/>
              <a:gd name="connsiteY5" fmla="*/ 10670 h 90734"/>
              <a:gd name="connsiteX6" fmla="*/ 45703 w 411249"/>
              <a:gd name="connsiteY6" fmla="*/ 3910 h 90734"/>
              <a:gd name="connsiteX7" fmla="*/ 37068 w 411249"/>
              <a:gd name="connsiteY7" fmla="*/ 652 h 90734"/>
              <a:gd name="connsiteX8" fmla="*/ 26395 w 411249"/>
              <a:gd name="connsiteY8" fmla="*/ 0 h 90734"/>
              <a:gd name="connsiteX9" fmla="*/ 0 w 411249"/>
              <a:gd name="connsiteY9" fmla="*/ 0 h 90734"/>
              <a:gd name="connsiteX10" fmla="*/ 0 w 411249"/>
              <a:gd name="connsiteY10" fmla="*/ 69965 h 90734"/>
              <a:gd name="connsiteX11" fmla="*/ 9287 w 411249"/>
              <a:gd name="connsiteY11" fmla="*/ 69965 h 90734"/>
              <a:gd name="connsiteX12" fmla="*/ 9287 w 411249"/>
              <a:gd name="connsiteY12" fmla="*/ 8226 h 90734"/>
              <a:gd name="connsiteX13" fmla="*/ 27210 w 411249"/>
              <a:gd name="connsiteY13" fmla="*/ 8226 h 90734"/>
              <a:gd name="connsiteX14" fmla="*/ 35846 w 411249"/>
              <a:gd name="connsiteY14" fmla="*/ 8878 h 90734"/>
              <a:gd name="connsiteX15" fmla="*/ 41711 w 411249"/>
              <a:gd name="connsiteY15" fmla="*/ 13032 h 90734"/>
              <a:gd name="connsiteX16" fmla="*/ 43911 w 411249"/>
              <a:gd name="connsiteY16" fmla="*/ 20525 h 90734"/>
              <a:gd name="connsiteX17" fmla="*/ 40164 w 411249"/>
              <a:gd name="connsiteY17" fmla="*/ 29892 h 90734"/>
              <a:gd name="connsiteX18" fmla="*/ 27455 w 411249"/>
              <a:gd name="connsiteY18" fmla="*/ 33231 h 90734"/>
              <a:gd name="connsiteX19" fmla="*/ 9369 w 411249"/>
              <a:gd name="connsiteY19" fmla="*/ 33231 h 90734"/>
              <a:gd name="connsiteX20" fmla="*/ 9369 w 411249"/>
              <a:gd name="connsiteY20" fmla="*/ 8226 h 90734"/>
              <a:gd name="connsiteX21" fmla="*/ 9369 w 411249"/>
              <a:gd name="connsiteY21" fmla="*/ 8226 h 90734"/>
              <a:gd name="connsiteX22" fmla="*/ 70958 w 411249"/>
              <a:gd name="connsiteY22" fmla="*/ 69883 h 90734"/>
              <a:gd name="connsiteX23" fmla="*/ 70958 w 411249"/>
              <a:gd name="connsiteY23" fmla="*/ 43331 h 90734"/>
              <a:gd name="connsiteX24" fmla="*/ 72425 w 411249"/>
              <a:gd name="connsiteY24" fmla="*/ 33313 h 90734"/>
              <a:gd name="connsiteX25" fmla="*/ 75602 w 411249"/>
              <a:gd name="connsiteY25" fmla="*/ 28589 h 90734"/>
              <a:gd name="connsiteX26" fmla="*/ 80653 w 411249"/>
              <a:gd name="connsiteY26" fmla="*/ 26878 h 90734"/>
              <a:gd name="connsiteX27" fmla="*/ 86926 w 411249"/>
              <a:gd name="connsiteY27" fmla="*/ 28751 h 90734"/>
              <a:gd name="connsiteX28" fmla="*/ 89859 w 411249"/>
              <a:gd name="connsiteY28" fmla="*/ 20770 h 90734"/>
              <a:gd name="connsiteX29" fmla="*/ 81060 w 411249"/>
              <a:gd name="connsiteY29" fmla="*/ 18000 h 90734"/>
              <a:gd name="connsiteX30" fmla="*/ 75521 w 411249"/>
              <a:gd name="connsiteY30" fmla="*/ 19711 h 90734"/>
              <a:gd name="connsiteX31" fmla="*/ 70062 w 411249"/>
              <a:gd name="connsiteY31" fmla="*/ 26797 h 90734"/>
              <a:gd name="connsiteX32" fmla="*/ 70062 w 411249"/>
              <a:gd name="connsiteY32" fmla="*/ 19141 h 90734"/>
              <a:gd name="connsiteX33" fmla="*/ 62323 w 411249"/>
              <a:gd name="connsiteY33" fmla="*/ 19141 h 90734"/>
              <a:gd name="connsiteX34" fmla="*/ 62323 w 411249"/>
              <a:gd name="connsiteY34" fmla="*/ 69802 h 90734"/>
              <a:gd name="connsiteX35" fmla="*/ 70877 w 411249"/>
              <a:gd name="connsiteY35" fmla="*/ 69802 h 90734"/>
              <a:gd name="connsiteX36" fmla="*/ 96702 w 411249"/>
              <a:gd name="connsiteY36" fmla="*/ 64263 h 90734"/>
              <a:gd name="connsiteX37" fmla="*/ 113892 w 411249"/>
              <a:gd name="connsiteY37" fmla="*/ 71105 h 90734"/>
              <a:gd name="connsiteX38" fmla="*/ 126112 w 411249"/>
              <a:gd name="connsiteY38" fmla="*/ 68010 h 90734"/>
              <a:gd name="connsiteX39" fmla="*/ 134666 w 411249"/>
              <a:gd name="connsiteY39" fmla="*/ 59295 h 90734"/>
              <a:gd name="connsiteX40" fmla="*/ 137599 w 411249"/>
              <a:gd name="connsiteY40" fmla="*/ 43901 h 90734"/>
              <a:gd name="connsiteX41" fmla="*/ 131000 w 411249"/>
              <a:gd name="connsiteY41" fmla="*/ 25005 h 90734"/>
              <a:gd name="connsiteX42" fmla="*/ 113892 w 411249"/>
              <a:gd name="connsiteY42" fmla="*/ 18163 h 90734"/>
              <a:gd name="connsiteX43" fmla="*/ 97924 w 411249"/>
              <a:gd name="connsiteY43" fmla="*/ 23783 h 90734"/>
              <a:gd name="connsiteX44" fmla="*/ 90103 w 411249"/>
              <a:gd name="connsiteY44" fmla="*/ 44634 h 90734"/>
              <a:gd name="connsiteX45" fmla="*/ 96702 w 411249"/>
              <a:gd name="connsiteY45" fmla="*/ 64263 h 90734"/>
              <a:gd name="connsiteX46" fmla="*/ 96702 w 411249"/>
              <a:gd name="connsiteY46" fmla="*/ 64263 h 90734"/>
              <a:gd name="connsiteX47" fmla="*/ 103220 w 411249"/>
              <a:gd name="connsiteY47" fmla="*/ 30055 h 90734"/>
              <a:gd name="connsiteX48" fmla="*/ 113892 w 411249"/>
              <a:gd name="connsiteY48" fmla="*/ 25249 h 90734"/>
              <a:gd name="connsiteX49" fmla="*/ 124483 w 411249"/>
              <a:gd name="connsiteY49" fmla="*/ 30055 h 90734"/>
              <a:gd name="connsiteX50" fmla="*/ 128719 w 411249"/>
              <a:gd name="connsiteY50" fmla="*/ 44308 h 90734"/>
              <a:gd name="connsiteX51" fmla="*/ 124483 w 411249"/>
              <a:gd name="connsiteY51" fmla="*/ 59132 h 90734"/>
              <a:gd name="connsiteX52" fmla="*/ 113811 w 411249"/>
              <a:gd name="connsiteY52" fmla="*/ 64019 h 90734"/>
              <a:gd name="connsiteX53" fmla="*/ 103138 w 411249"/>
              <a:gd name="connsiteY53" fmla="*/ 59214 h 90734"/>
              <a:gd name="connsiteX54" fmla="*/ 98902 w 411249"/>
              <a:gd name="connsiteY54" fmla="*/ 44634 h 90734"/>
              <a:gd name="connsiteX55" fmla="*/ 103138 w 411249"/>
              <a:gd name="connsiteY55" fmla="*/ 30055 h 90734"/>
              <a:gd name="connsiteX56" fmla="*/ 103138 w 411249"/>
              <a:gd name="connsiteY56" fmla="*/ 30055 h 90734"/>
              <a:gd name="connsiteX57" fmla="*/ 161062 w 411249"/>
              <a:gd name="connsiteY57" fmla="*/ 62553 h 90734"/>
              <a:gd name="connsiteX58" fmla="*/ 158129 w 411249"/>
              <a:gd name="connsiteY58" fmla="*/ 61901 h 90734"/>
              <a:gd name="connsiteX59" fmla="*/ 156662 w 411249"/>
              <a:gd name="connsiteY59" fmla="*/ 60191 h 90734"/>
              <a:gd name="connsiteX60" fmla="*/ 156174 w 411249"/>
              <a:gd name="connsiteY60" fmla="*/ 55467 h 90734"/>
              <a:gd name="connsiteX61" fmla="*/ 156174 w 411249"/>
              <a:gd name="connsiteY61" fmla="*/ 25819 h 90734"/>
              <a:gd name="connsiteX62" fmla="*/ 164809 w 411249"/>
              <a:gd name="connsiteY62" fmla="*/ 25819 h 90734"/>
              <a:gd name="connsiteX63" fmla="*/ 164809 w 411249"/>
              <a:gd name="connsiteY63" fmla="*/ 19141 h 90734"/>
              <a:gd name="connsiteX64" fmla="*/ 156174 w 411249"/>
              <a:gd name="connsiteY64" fmla="*/ 19141 h 90734"/>
              <a:gd name="connsiteX65" fmla="*/ 156174 w 411249"/>
              <a:gd name="connsiteY65" fmla="*/ 1466 h 90734"/>
              <a:gd name="connsiteX66" fmla="*/ 147620 w 411249"/>
              <a:gd name="connsiteY66" fmla="*/ 6597 h 90734"/>
              <a:gd name="connsiteX67" fmla="*/ 147620 w 411249"/>
              <a:gd name="connsiteY67" fmla="*/ 19141 h 90734"/>
              <a:gd name="connsiteX68" fmla="*/ 141346 w 411249"/>
              <a:gd name="connsiteY68" fmla="*/ 19141 h 90734"/>
              <a:gd name="connsiteX69" fmla="*/ 141346 w 411249"/>
              <a:gd name="connsiteY69" fmla="*/ 25819 h 90734"/>
              <a:gd name="connsiteX70" fmla="*/ 147620 w 411249"/>
              <a:gd name="connsiteY70" fmla="*/ 25819 h 90734"/>
              <a:gd name="connsiteX71" fmla="*/ 147620 w 411249"/>
              <a:gd name="connsiteY71" fmla="*/ 54978 h 90734"/>
              <a:gd name="connsiteX72" fmla="*/ 148679 w 411249"/>
              <a:gd name="connsiteY72" fmla="*/ 65159 h 90734"/>
              <a:gd name="connsiteX73" fmla="*/ 152345 w 411249"/>
              <a:gd name="connsiteY73" fmla="*/ 69069 h 90734"/>
              <a:gd name="connsiteX74" fmla="*/ 159595 w 411249"/>
              <a:gd name="connsiteY74" fmla="*/ 70535 h 90734"/>
              <a:gd name="connsiteX75" fmla="*/ 166113 w 411249"/>
              <a:gd name="connsiteY75" fmla="*/ 69802 h 90734"/>
              <a:gd name="connsiteX76" fmla="*/ 164891 w 411249"/>
              <a:gd name="connsiteY76" fmla="*/ 62227 h 90734"/>
              <a:gd name="connsiteX77" fmla="*/ 161143 w 411249"/>
              <a:gd name="connsiteY77" fmla="*/ 62553 h 90734"/>
              <a:gd name="connsiteX78" fmla="*/ 161143 w 411249"/>
              <a:gd name="connsiteY78" fmla="*/ 62553 h 90734"/>
              <a:gd name="connsiteX79" fmla="*/ 174911 w 411249"/>
              <a:gd name="connsiteY79" fmla="*/ 64263 h 90734"/>
              <a:gd name="connsiteX80" fmla="*/ 192101 w 411249"/>
              <a:gd name="connsiteY80" fmla="*/ 71105 h 90734"/>
              <a:gd name="connsiteX81" fmla="*/ 204321 w 411249"/>
              <a:gd name="connsiteY81" fmla="*/ 68010 h 90734"/>
              <a:gd name="connsiteX82" fmla="*/ 212875 w 411249"/>
              <a:gd name="connsiteY82" fmla="*/ 59295 h 90734"/>
              <a:gd name="connsiteX83" fmla="*/ 215808 w 411249"/>
              <a:gd name="connsiteY83" fmla="*/ 43901 h 90734"/>
              <a:gd name="connsiteX84" fmla="*/ 209209 w 411249"/>
              <a:gd name="connsiteY84" fmla="*/ 25005 h 90734"/>
              <a:gd name="connsiteX85" fmla="*/ 192101 w 411249"/>
              <a:gd name="connsiteY85" fmla="*/ 18163 h 90734"/>
              <a:gd name="connsiteX86" fmla="*/ 176133 w 411249"/>
              <a:gd name="connsiteY86" fmla="*/ 23783 h 90734"/>
              <a:gd name="connsiteX87" fmla="*/ 168313 w 411249"/>
              <a:gd name="connsiteY87" fmla="*/ 44634 h 90734"/>
              <a:gd name="connsiteX88" fmla="*/ 174911 w 411249"/>
              <a:gd name="connsiteY88" fmla="*/ 64263 h 90734"/>
              <a:gd name="connsiteX89" fmla="*/ 174911 w 411249"/>
              <a:gd name="connsiteY89" fmla="*/ 64263 h 90734"/>
              <a:gd name="connsiteX90" fmla="*/ 181429 w 411249"/>
              <a:gd name="connsiteY90" fmla="*/ 30055 h 90734"/>
              <a:gd name="connsiteX91" fmla="*/ 192101 w 411249"/>
              <a:gd name="connsiteY91" fmla="*/ 25249 h 90734"/>
              <a:gd name="connsiteX92" fmla="*/ 202692 w 411249"/>
              <a:gd name="connsiteY92" fmla="*/ 30055 h 90734"/>
              <a:gd name="connsiteX93" fmla="*/ 206928 w 411249"/>
              <a:gd name="connsiteY93" fmla="*/ 44308 h 90734"/>
              <a:gd name="connsiteX94" fmla="*/ 202692 w 411249"/>
              <a:gd name="connsiteY94" fmla="*/ 59132 h 90734"/>
              <a:gd name="connsiteX95" fmla="*/ 192019 w 411249"/>
              <a:gd name="connsiteY95" fmla="*/ 64019 h 90734"/>
              <a:gd name="connsiteX96" fmla="*/ 181347 w 411249"/>
              <a:gd name="connsiteY96" fmla="*/ 59214 h 90734"/>
              <a:gd name="connsiteX97" fmla="*/ 177111 w 411249"/>
              <a:gd name="connsiteY97" fmla="*/ 44634 h 90734"/>
              <a:gd name="connsiteX98" fmla="*/ 181347 w 411249"/>
              <a:gd name="connsiteY98" fmla="*/ 30055 h 90734"/>
              <a:gd name="connsiteX99" fmla="*/ 181347 w 411249"/>
              <a:gd name="connsiteY99" fmla="*/ 30055 h 90734"/>
              <a:gd name="connsiteX100" fmla="*/ 239271 w 411249"/>
              <a:gd name="connsiteY100" fmla="*/ 62553 h 90734"/>
              <a:gd name="connsiteX101" fmla="*/ 236338 w 411249"/>
              <a:gd name="connsiteY101" fmla="*/ 61901 h 90734"/>
              <a:gd name="connsiteX102" fmla="*/ 234872 w 411249"/>
              <a:gd name="connsiteY102" fmla="*/ 60191 h 90734"/>
              <a:gd name="connsiteX103" fmla="*/ 234383 w 411249"/>
              <a:gd name="connsiteY103" fmla="*/ 55467 h 90734"/>
              <a:gd name="connsiteX104" fmla="*/ 234383 w 411249"/>
              <a:gd name="connsiteY104" fmla="*/ 25819 h 90734"/>
              <a:gd name="connsiteX105" fmla="*/ 243018 w 411249"/>
              <a:gd name="connsiteY105" fmla="*/ 25819 h 90734"/>
              <a:gd name="connsiteX106" fmla="*/ 243018 w 411249"/>
              <a:gd name="connsiteY106" fmla="*/ 19141 h 90734"/>
              <a:gd name="connsiteX107" fmla="*/ 234383 w 411249"/>
              <a:gd name="connsiteY107" fmla="*/ 19141 h 90734"/>
              <a:gd name="connsiteX108" fmla="*/ 234383 w 411249"/>
              <a:gd name="connsiteY108" fmla="*/ 1466 h 90734"/>
              <a:gd name="connsiteX109" fmla="*/ 225829 w 411249"/>
              <a:gd name="connsiteY109" fmla="*/ 6597 h 90734"/>
              <a:gd name="connsiteX110" fmla="*/ 225829 w 411249"/>
              <a:gd name="connsiteY110" fmla="*/ 19141 h 90734"/>
              <a:gd name="connsiteX111" fmla="*/ 219556 w 411249"/>
              <a:gd name="connsiteY111" fmla="*/ 19141 h 90734"/>
              <a:gd name="connsiteX112" fmla="*/ 219556 w 411249"/>
              <a:gd name="connsiteY112" fmla="*/ 25819 h 90734"/>
              <a:gd name="connsiteX113" fmla="*/ 225829 w 411249"/>
              <a:gd name="connsiteY113" fmla="*/ 25819 h 90734"/>
              <a:gd name="connsiteX114" fmla="*/ 225829 w 411249"/>
              <a:gd name="connsiteY114" fmla="*/ 54978 h 90734"/>
              <a:gd name="connsiteX115" fmla="*/ 226888 w 411249"/>
              <a:gd name="connsiteY115" fmla="*/ 65159 h 90734"/>
              <a:gd name="connsiteX116" fmla="*/ 230554 w 411249"/>
              <a:gd name="connsiteY116" fmla="*/ 69069 h 90734"/>
              <a:gd name="connsiteX117" fmla="*/ 237805 w 411249"/>
              <a:gd name="connsiteY117" fmla="*/ 70535 h 90734"/>
              <a:gd name="connsiteX118" fmla="*/ 244322 w 411249"/>
              <a:gd name="connsiteY118" fmla="*/ 69802 h 90734"/>
              <a:gd name="connsiteX119" fmla="*/ 243100 w 411249"/>
              <a:gd name="connsiteY119" fmla="*/ 62227 h 90734"/>
              <a:gd name="connsiteX120" fmla="*/ 239352 w 411249"/>
              <a:gd name="connsiteY120" fmla="*/ 62553 h 90734"/>
              <a:gd name="connsiteX121" fmla="*/ 239352 w 411249"/>
              <a:gd name="connsiteY121" fmla="*/ 62553 h 90734"/>
              <a:gd name="connsiteX122" fmla="*/ 254913 w 411249"/>
              <a:gd name="connsiteY122" fmla="*/ 90490 h 90734"/>
              <a:gd name="connsiteX123" fmla="*/ 262000 w 411249"/>
              <a:gd name="connsiteY123" fmla="*/ 88535 h 90734"/>
              <a:gd name="connsiteX124" fmla="*/ 267214 w 411249"/>
              <a:gd name="connsiteY124" fmla="*/ 82345 h 90734"/>
              <a:gd name="connsiteX125" fmla="*/ 272021 w 411249"/>
              <a:gd name="connsiteY125" fmla="*/ 70861 h 90734"/>
              <a:gd name="connsiteX126" fmla="*/ 291329 w 411249"/>
              <a:gd name="connsiteY126" fmla="*/ 19303 h 90734"/>
              <a:gd name="connsiteX127" fmla="*/ 282775 w 411249"/>
              <a:gd name="connsiteY127" fmla="*/ 19303 h 90734"/>
              <a:gd name="connsiteX128" fmla="*/ 271939 w 411249"/>
              <a:gd name="connsiteY128" fmla="*/ 48869 h 90734"/>
              <a:gd name="connsiteX129" fmla="*/ 268436 w 411249"/>
              <a:gd name="connsiteY129" fmla="*/ 60435 h 90734"/>
              <a:gd name="connsiteX130" fmla="*/ 264770 w 411249"/>
              <a:gd name="connsiteY130" fmla="*/ 48707 h 90734"/>
              <a:gd name="connsiteX131" fmla="*/ 254261 w 411249"/>
              <a:gd name="connsiteY131" fmla="*/ 19385 h 90734"/>
              <a:gd name="connsiteX132" fmla="*/ 244973 w 411249"/>
              <a:gd name="connsiteY132" fmla="*/ 19385 h 90734"/>
              <a:gd name="connsiteX133" fmla="*/ 264200 w 411249"/>
              <a:gd name="connsiteY133" fmla="*/ 70128 h 90734"/>
              <a:gd name="connsiteX134" fmla="*/ 263467 w 411249"/>
              <a:gd name="connsiteY134" fmla="*/ 72245 h 90734"/>
              <a:gd name="connsiteX135" fmla="*/ 260860 w 411249"/>
              <a:gd name="connsiteY135" fmla="*/ 78680 h 90734"/>
              <a:gd name="connsiteX136" fmla="*/ 258008 w 411249"/>
              <a:gd name="connsiteY136" fmla="*/ 81367 h 90734"/>
              <a:gd name="connsiteX137" fmla="*/ 253446 w 411249"/>
              <a:gd name="connsiteY137" fmla="*/ 82345 h 90734"/>
              <a:gd name="connsiteX138" fmla="*/ 248558 w 411249"/>
              <a:gd name="connsiteY138" fmla="*/ 81612 h 90734"/>
              <a:gd name="connsiteX139" fmla="*/ 249536 w 411249"/>
              <a:gd name="connsiteY139" fmla="*/ 89675 h 90734"/>
              <a:gd name="connsiteX140" fmla="*/ 255076 w 411249"/>
              <a:gd name="connsiteY140" fmla="*/ 90734 h 90734"/>
              <a:gd name="connsiteX141" fmla="*/ 255076 w 411249"/>
              <a:gd name="connsiteY141" fmla="*/ 90734 h 90734"/>
              <a:gd name="connsiteX142" fmla="*/ 305586 w 411249"/>
              <a:gd name="connsiteY142" fmla="*/ 89349 h 90734"/>
              <a:gd name="connsiteX143" fmla="*/ 305586 w 411249"/>
              <a:gd name="connsiteY143" fmla="*/ 64670 h 90734"/>
              <a:gd name="connsiteX144" fmla="*/ 311207 w 411249"/>
              <a:gd name="connsiteY144" fmla="*/ 69232 h 90734"/>
              <a:gd name="connsiteX145" fmla="*/ 318946 w 411249"/>
              <a:gd name="connsiteY145" fmla="*/ 71023 h 90734"/>
              <a:gd name="connsiteX146" fmla="*/ 330107 w 411249"/>
              <a:gd name="connsiteY146" fmla="*/ 67684 h 90734"/>
              <a:gd name="connsiteX147" fmla="*/ 338254 w 411249"/>
              <a:gd name="connsiteY147" fmla="*/ 58155 h 90734"/>
              <a:gd name="connsiteX148" fmla="*/ 341024 w 411249"/>
              <a:gd name="connsiteY148" fmla="*/ 44145 h 90734"/>
              <a:gd name="connsiteX149" fmla="*/ 338499 w 411249"/>
              <a:gd name="connsiteY149" fmla="*/ 30788 h 90734"/>
              <a:gd name="connsiteX150" fmla="*/ 331003 w 411249"/>
              <a:gd name="connsiteY150" fmla="*/ 21340 h 90734"/>
              <a:gd name="connsiteX151" fmla="*/ 319517 w 411249"/>
              <a:gd name="connsiteY151" fmla="*/ 18000 h 90734"/>
              <a:gd name="connsiteX152" fmla="*/ 311044 w 411249"/>
              <a:gd name="connsiteY152" fmla="*/ 19955 h 90734"/>
              <a:gd name="connsiteX153" fmla="*/ 304771 w 411249"/>
              <a:gd name="connsiteY153" fmla="*/ 25738 h 90734"/>
              <a:gd name="connsiteX154" fmla="*/ 304771 w 411249"/>
              <a:gd name="connsiteY154" fmla="*/ 19141 h 90734"/>
              <a:gd name="connsiteX155" fmla="*/ 296950 w 411249"/>
              <a:gd name="connsiteY155" fmla="*/ 19141 h 90734"/>
              <a:gd name="connsiteX156" fmla="*/ 296950 w 411249"/>
              <a:gd name="connsiteY156" fmla="*/ 89268 h 90734"/>
              <a:gd name="connsiteX157" fmla="*/ 305504 w 411249"/>
              <a:gd name="connsiteY157" fmla="*/ 89268 h 90734"/>
              <a:gd name="connsiteX158" fmla="*/ 309007 w 411249"/>
              <a:gd name="connsiteY158" fmla="*/ 29973 h 90734"/>
              <a:gd name="connsiteX159" fmla="*/ 318702 w 411249"/>
              <a:gd name="connsiteY159" fmla="*/ 24842 h 90734"/>
              <a:gd name="connsiteX160" fmla="*/ 328234 w 411249"/>
              <a:gd name="connsiteY160" fmla="*/ 29648 h 90734"/>
              <a:gd name="connsiteX161" fmla="*/ 332226 w 411249"/>
              <a:gd name="connsiteY161" fmla="*/ 44145 h 90734"/>
              <a:gd name="connsiteX162" fmla="*/ 328152 w 411249"/>
              <a:gd name="connsiteY162" fmla="*/ 59132 h 90734"/>
              <a:gd name="connsiteX163" fmla="*/ 318376 w 411249"/>
              <a:gd name="connsiteY163" fmla="*/ 63937 h 90734"/>
              <a:gd name="connsiteX164" fmla="*/ 308763 w 411249"/>
              <a:gd name="connsiteY164" fmla="*/ 59295 h 90734"/>
              <a:gd name="connsiteX165" fmla="*/ 304771 w 411249"/>
              <a:gd name="connsiteY165" fmla="*/ 44797 h 90734"/>
              <a:gd name="connsiteX166" fmla="*/ 309007 w 411249"/>
              <a:gd name="connsiteY166" fmla="*/ 29892 h 90734"/>
              <a:gd name="connsiteX167" fmla="*/ 309007 w 411249"/>
              <a:gd name="connsiteY167" fmla="*/ 29892 h 90734"/>
              <a:gd name="connsiteX168" fmla="*/ 358377 w 411249"/>
              <a:gd name="connsiteY168" fmla="*/ 9855 h 90734"/>
              <a:gd name="connsiteX169" fmla="*/ 358377 w 411249"/>
              <a:gd name="connsiteY169" fmla="*/ 0 h 90734"/>
              <a:gd name="connsiteX170" fmla="*/ 349823 w 411249"/>
              <a:gd name="connsiteY170" fmla="*/ 0 h 90734"/>
              <a:gd name="connsiteX171" fmla="*/ 349823 w 411249"/>
              <a:gd name="connsiteY171" fmla="*/ 9855 h 90734"/>
              <a:gd name="connsiteX172" fmla="*/ 358377 w 411249"/>
              <a:gd name="connsiteY172" fmla="*/ 9855 h 90734"/>
              <a:gd name="connsiteX173" fmla="*/ 358377 w 411249"/>
              <a:gd name="connsiteY173" fmla="*/ 69883 h 90734"/>
              <a:gd name="connsiteX174" fmla="*/ 358377 w 411249"/>
              <a:gd name="connsiteY174" fmla="*/ 19222 h 90734"/>
              <a:gd name="connsiteX175" fmla="*/ 349823 w 411249"/>
              <a:gd name="connsiteY175" fmla="*/ 19222 h 90734"/>
              <a:gd name="connsiteX176" fmla="*/ 349823 w 411249"/>
              <a:gd name="connsiteY176" fmla="*/ 69883 h 90734"/>
              <a:gd name="connsiteX177" fmla="*/ 358377 w 411249"/>
              <a:gd name="connsiteY177" fmla="*/ 69883 h 90734"/>
              <a:gd name="connsiteX178" fmla="*/ 398540 w 411249"/>
              <a:gd name="connsiteY178" fmla="*/ 60924 h 90734"/>
              <a:gd name="connsiteX179" fmla="*/ 390068 w 411249"/>
              <a:gd name="connsiteY179" fmla="*/ 64019 h 90734"/>
              <a:gd name="connsiteX180" fmla="*/ 379884 w 411249"/>
              <a:gd name="connsiteY180" fmla="*/ 59376 h 90734"/>
              <a:gd name="connsiteX181" fmla="*/ 375974 w 411249"/>
              <a:gd name="connsiteY181" fmla="*/ 44553 h 90734"/>
              <a:gd name="connsiteX182" fmla="*/ 380047 w 411249"/>
              <a:gd name="connsiteY182" fmla="*/ 29810 h 90734"/>
              <a:gd name="connsiteX183" fmla="*/ 390557 w 411249"/>
              <a:gd name="connsiteY183" fmla="*/ 25168 h 90734"/>
              <a:gd name="connsiteX184" fmla="*/ 397889 w 411249"/>
              <a:gd name="connsiteY184" fmla="*/ 27774 h 90734"/>
              <a:gd name="connsiteX185" fmla="*/ 402125 w 411249"/>
              <a:gd name="connsiteY185" fmla="*/ 35430 h 90734"/>
              <a:gd name="connsiteX186" fmla="*/ 410516 w 411249"/>
              <a:gd name="connsiteY186" fmla="*/ 34127 h 90734"/>
              <a:gd name="connsiteX187" fmla="*/ 403754 w 411249"/>
              <a:gd name="connsiteY187" fmla="*/ 22236 h 90734"/>
              <a:gd name="connsiteX188" fmla="*/ 390231 w 411249"/>
              <a:gd name="connsiteY188" fmla="*/ 18082 h 90734"/>
              <a:gd name="connsiteX189" fmla="*/ 378092 w 411249"/>
              <a:gd name="connsiteY189" fmla="*/ 21177 h 90734"/>
              <a:gd name="connsiteX190" fmla="*/ 369782 w 411249"/>
              <a:gd name="connsiteY190" fmla="*/ 30381 h 90734"/>
              <a:gd name="connsiteX191" fmla="*/ 367094 w 411249"/>
              <a:gd name="connsiteY191" fmla="*/ 44715 h 90734"/>
              <a:gd name="connsiteX192" fmla="*/ 373448 w 411249"/>
              <a:gd name="connsiteY192" fmla="*/ 64182 h 90734"/>
              <a:gd name="connsiteX193" fmla="*/ 390149 w 411249"/>
              <a:gd name="connsiteY193" fmla="*/ 70942 h 90734"/>
              <a:gd name="connsiteX194" fmla="*/ 404162 w 411249"/>
              <a:gd name="connsiteY194" fmla="*/ 65974 h 90734"/>
              <a:gd name="connsiteX195" fmla="*/ 411249 w 411249"/>
              <a:gd name="connsiteY195" fmla="*/ 52290 h 90734"/>
              <a:gd name="connsiteX196" fmla="*/ 402777 w 411249"/>
              <a:gd name="connsiteY196" fmla="*/ 51231 h 90734"/>
              <a:gd name="connsiteX197" fmla="*/ 398459 w 411249"/>
              <a:gd name="connsiteY197" fmla="*/ 60761 h 90734"/>
              <a:gd name="connsiteX198" fmla="*/ 398459 w 411249"/>
              <a:gd name="connsiteY198" fmla="*/ 60761 h 90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411249" h="90734">
                <a:moveTo>
                  <a:pt x="9287" y="69883"/>
                </a:moveTo>
                <a:lnTo>
                  <a:pt x="9287" y="41457"/>
                </a:lnTo>
                <a:lnTo>
                  <a:pt x="27210" y="41457"/>
                </a:lnTo>
                <a:cubicBezTo>
                  <a:pt x="37068" y="41457"/>
                  <a:pt x="43911" y="39421"/>
                  <a:pt x="47740" y="35268"/>
                </a:cubicBezTo>
                <a:cubicBezTo>
                  <a:pt x="51487" y="31114"/>
                  <a:pt x="53443" y="26145"/>
                  <a:pt x="53443" y="20199"/>
                </a:cubicBezTo>
                <a:cubicBezTo>
                  <a:pt x="53443" y="16697"/>
                  <a:pt x="52710" y="13521"/>
                  <a:pt x="51325" y="10670"/>
                </a:cubicBezTo>
                <a:cubicBezTo>
                  <a:pt x="49940" y="7738"/>
                  <a:pt x="48066" y="5538"/>
                  <a:pt x="45703" y="3910"/>
                </a:cubicBezTo>
                <a:cubicBezTo>
                  <a:pt x="43341" y="2281"/>
                  <a:pt x="40490" y="1222"/>
                  <a:pt x="37068" y="652"/>
                </a:cubicBezTo>
                <a:cubicBezTo>
                  <a:pt x="34624" y="244"/>
                  <a:pt x="31039" y="0"/>
                  <a:pt x="26395" y="0"/>
                </a:cubicBezTo>
                <a:lnTo>
                  <a:pt x="0" y="0"/>
                </a:lnTo>
                <a:lnTo>
                  <a:pt x="0" y="69965"/>
                </a:lnTo>
                <a:lnTo>
                  <a:pt x="9287" y="69965"/>
                </a:lnTo>
                <a:close/>
                <a:moveTo>
                  <a:pt x="9287" y="8226"/>
                </a:moveTo>
                <a:lnTo>
                  <a:pt x="27210" y="8226"/>
                </a:lnTo>
                <a:cubicBezTo>
                  <a:pt x="31446" y="8226"/>
                  <a:pt x="34298" y="8471"/>
                  <a:pt x="35846" y="8878"/>
                </a:cubicBezTo>
                <a:cubicBezTo>
                  <a:pt x="38290" y="9530"/>
                  <a:pt x="40245" y="10914"/>
                  <a:pt x="41711" y="13032"/>
                </a:cubicBezTo>
                <a:cubicBezTo>
                  <a:pt x="43178" y="15150"/>
                  <a:pt x="43911" y="17593"/>
                  <a:pt x="43911" y="20525"/>
                </a:cubicBezTo>
                <a:cubicBezTo>
                  <a:pt x="43911" y="24598"/>
                  <a:pt x="42689" y="27693"/>
                  <a:pt x="40164" y="29892"/>
                </a:cubicBezTo>
                <a:cubicBezTo>
                  <a:pt x="37638" y="32091"/>
                  <a:pt x="33402" y="33231"/>
                  <a:pt x="27455" y="33231"/>
                </a:cubicBezTo>
                <a:lnTo>
                  <a:pt x="9369" y="33231"/>
                </a:lnTo>
                <a:lnTo>
                  <a:pt x="9369" y="8226"/>
                </a:lnTo>
                <a:lnTo>
                  <a:pt x="9369" y="8226"/>
                </a:lnTo>
                <a:close/>
                <a:moveTo>
                  <a:pt x="70958" y="69883"/>
                </a:moveTo>
                <a:lnTo>
                  <a:pt x="70958" y="43331"/>
                </a:lnTo>
                <a:cubicBezTo>
                  <a:pt x="70958" y="39666"/>
                  <a:pt x="71447" y="36326"/>
                  <a:pt x="72425" y="33313"/>
                </a:cubicBezTo>
                <a:cubicBezTo>
                  <a:pt x="73077" y="31276"/>
                  <a:pt x="74136" y="29729"/>
                  <a:pt x="75602" y="28589"/>
                </a:cubicBezTo>
                <a:cubicBezTo>
                  <a:pt x="77068" y="27448"/>
                  <a:pt x="78779" y="26878"/>
                  <a:pt x="80653" y="26878"/>
                </a:cubicBezTo>
                <a:cubicBezTo>
                  <a:pt x="82771" y="26878"/>
                  <a:pt x="84889" y="27530"/>
                  <a:pt x="86926" y="28751"/>
                </a:cubicBezTo>
                <a:lnTo>
                  <a:pt x="89859" y="20770"/>
                </a:lnTo>
                <a:cubicBezTo>
                  <a:pt x="86845" y="18896"/>
                  <a:pt x="83912" y="18000"/>
                  <a:pt x="81060" y="18000"/>
                </a:cubicBezTo>
                <a:cubicBezTo>
                  <a:pt x="79024" y="18000"/>
                  <a:pt x="77231" y="18570"/>
                  <a:pt x="75521" y="19711"/>
                </a:cubicBezTo>
                <a:cubicBezTo>
                  <a:pt x="73810" y="20851"/>
                  <a:pt x="72018" y="23213"/>
                  <a:pt x="70062" y="26797"/>
                </a:cubicBezTo>
                <a:lnTo>
                  <a:pt x="70062" y="19141"/>
                </a:lnTo>
                <a:lnTo>
                  <a:pt x="62323" y="19141"/>
                </a:lnTo>
                <a:lnTo>
                  <a:pt x="62323" y="69802"/>
                </a:lnTo>
                <a:lnTo>
                  <a:pt x="70877" y="69802"/>
                </a:lnTo>
                <a:close/>
                <a:moveTo>
                  <a:pt x="96702" y="64263"/>
                </a:moveTo>
                <a:cubicBezTo>
                  <a:pt x="101102" y="68824"/>
                  <a:pt x="106804" y="71105"/>
                  <a:pt x="113892" y="71105"/>
                </a:cubicBezTo>
                <a:cubicBezTo>
                  <a:pt x="118291" y="71105"/>
                  <a:pt x="122365" y="70046"/>
                  <a:pt x="126112" y="68010"/>
                </a:cubicBezTo>
                <a:cubicBezTo>
                  <a:pt x="129860" y="65974"/>
                  <a:pt x="132711" y="63041"/>
                  <a:pt x="134666" y="59295"/>
                </a:cubicBezTo>
                <a:cubicBezTo>
                  <a:pt x="136621" y="55548"/>
                  <a:pt x="137599" y="50417"/>
                  <a:pt x="137599" y="43901"/>
                </a:cubicBezTo>
                <a:cubicBezTo>
                  <a:pt x="137599" y="35837"/>
                  <a:pt x="135399" y="29566"/>
                  <a:pt x="131000" y="25005"/>
                </a:cubicBezTo>
                <a:cubicBezTo>
                  <a:pt x="126601" y="20444"/>
                  <a:pt x="120898" y="18163"/>
                  <a:pt x="113892" y="18163"/>
                </a:cubicBezTo>
                <a:cubicBezTo>
                  <a:pt x="107619" y="18163"/>
                  <a:pt x="102324" y="20036"/>
                  <a:pt x="97924" y="23783"/>
                </a:cubicBezTo>
                <a:cubicBezTo>
                  <a:pt x="92710" y="28263"/>
                  <a:pt x="90103" y="35268"/>
                  <a:pt x="90103" y="44634"/>
                </a:cubicBezTo>
                <a:cubicBezTo>
                  <a:pt x="90103" y="53186"/>
                  <a:pt x="92303" y="59783"/>
                  <a:pt x="96702" y="64263"/>
                </a:cubicBezTo>
                <a:lnTo>
                  <a:pt x="96702" y="64263"/>
                </a:lnTo>
                <a:close/>
                <a:moveTo>
                  <a:pt x="103220" y="30055"/>
                </a:moveTo>
                <a:cubicBezTo>
                  <a:pt x="106071" y="26878"/>
                  <a:pt x="109656" y="25249"/>
                  <a:pt x="113892" y="25249"/>
                </a:cubicBezTo>
                <a:cubicBezTo>
                  <a:pt x="118128" y="25249"/>
                  <a:pt x="121631" y="26878"/>
                  <a:pt x="124483" y="30055"/>
                </a:cubicBezTo>
                <a:cubicBezTo>
                  <a:pt x="127334" y="33313"/>
                  <a:pt x="128719" y="38037"/>
                  <a:pt x="128719" y="44308"/>
                </a:cubicBezTo>
                <a:cubicBezTo>
                  <a:pt x="128719" y="50987"/>
                  <a:pt x="127334" y="55874"/>
                  <a:pt x="124483" y="59132"/>
                </a:cubicBezTo>
                <a:cubicBezTo>
                  <a:pt x="121631" y="62390"/>
                  <a:pt x="118128" y="64019"/>
                  <a:pt x="113811" y="64019"/>
                </a:cubicBezTo>
                <a:cubicBezTo>
                  <a:pt x="109493" y="64019"/>
                  <a:pt x="105989" y="62390"/>
                  <a:pt x="103138" y="59214"/>
                </a:cubicBezTo>
                <a:cubicBezTo>
                  <a:pt x="100287" y="55955"/>
                  <a:pt x="98902" y="51150"/>
                  <a:pt x="98902" y="44634"/>
                </a:cubicBezTo>
                <a:cubicBezTo>
                  <a:pt x="98902" y="38118"/>
                  <a:pt x="100287" y="33313"/>
                  <a:pt x="103138" y="30055"/>
                </a:cubicBezTo>
                <a:lnTo>
                  <a:pt x="103138" y="30055"/>
                </a:lnTo>
                <a:close/>
                <a:moveTo>
                  <a:pt x="161062" y="62553"/>
                </a:moveTo>
                <a:cubicBezTo>
                  <a:pt x="159758" y="62553"/>
                  <a:pt x="158781" y="62308"/>
                  <a:pt x="158129" y="61901"/>
                </a:cubicBezTo>
                <a:cubicBezTo>
                  <a:pt x="157477" y="61494"/>
                  <a:pt x="156988" y="60924"/>
                  <a:pt x="156662" y="60191"/>
                </a:cubicBezTo>
                <a:cubicBezTo>
                  <a:pt x="156337" y="59458"/>
                  <a:pt x="156174" y="57910"/>
                  <a:pt x="156174" y="55467"/>
                </a:cubicBezTo>
                <a:lnTo>
                  <a:pt x="156174" y="25819"/>
                </a:lnTo>
                <a:lnTo>
                  <a:pt x="164809" y="25819"/>
                </a:lnTo>
                <a:lnTo>
                  <a:pt x="164809" y="19141"/>
                </a:lnTo>
                <a:lnTo>
                  <a:pt x="156174" y="19141"/>
                </a:lnTo>
                <a:lnTo>
                  <a:pt x="156174" y="1466"/>
                </a:lnTo>
                <a:lnTo>
                  <a:pt x="147620" y="6597"/>
                </a:lnTo>
                <a:lnTo>
                  <a:pt x="147620" y="19141"/>
                </a:lnTo>
                <a:lnTo>
                  <a:pt x="141346" y="19141"/>
                </a:lnTo>
                <a:lnTo>
                  <a:pt x="141346" y="25819"/>
                </a:lnTo>
                <a:lnTo>
                  <a:pt x="147620" y="25819"/>
                </a:lnTo>
                <a:lnTo>
                  <a:pt x="147620" y="54978"/>
                </a:lnTo>
                <a:cubicBezTo>
                  <a:pt x="147620" y="60109"/>
                  <a:pt x="147946" y="63530"/>
                  <a:pt x="148679" y="65159"/>
                </a:cubicBezTo>
                <a:cubicBezTo>
                  <a:pt x="149412" y="66788"/>
                  <a:pt x="150552" y="68091"/>
                  <a:pt x="152345" y="69069"/>
                </a:cubicBezTo>
                <a:cubicBezTo>
                  <a:pt x="154137" y="70046"/>
                  <a:pt x="156500" y="70535"/>
                  <a:pt x="159595" y="70535"/>
                </a:cubicBezTo>
                <a:cubicBezTo>
                  <a:pt x="161469" y="70535"/>
                  <a:pt x="163669" y="70290"/>
                  <a:pt x="166113" y="69802"/>
                </a:cubicBezTo>
                <a:lnTo>
                  <a:pt x="164891" y="62227"/>
                </a:lnTo>
                <a:cubicBezTo>
                  <a:pt x="163343" y="62471"/>
                  <a:pt x="162039" y="62553"/>
                  <a:pt x="161143" y="62553"/>
                </a:cubicBezTo>
                <a:lnTo>
                  <a:pt x="161143" y="62553"/>
                </a:lnTo>
                <a:close/>
                <a:moveTo>
                  <a:pt x="174911" y="64263"/>
                </a:moveTo>
                <a:cubicBezTo>
                  <a:pt x="179310" y="68824"/>
                  <a:pt x="185013" y="71105"/>
                  <a:pt x="192101" y="71105"/>
                </a:cubicBezTo>
                <a:cubicBezTo>
                  <a:pt x="196500" y="71105"/>
                  <a:pt x="200574" y="70046"/>
                  <a:pt x="204321" y="68010"/>
                </a:cubicBezTo>
                <a:cubicBezTo>
                  <a:pt x="208069" y="65974"/>
                  <a:pt x="210920" y="63041"/>
                  <a:pt x="212875" y="59295"/>
                </a:cubicBezTo>
                <a:cubicBezTo>
                  <a:pt x="214831" y="55548"/>
                  <a:pt x="215808" y="50417"/>
                  <a:pt x="215808" y="43901"/>
                </a:cubicBezTo>
                <a:cubicBezTo>
                  <a:pt x="215808" y="35837"/>
                  <a:pt x="213609" y="29566"/>
                  <a:pt x="209209" y="25005"/>
                </a:cubicBezTo>
                <a:cubicBezTo>
                  <a:pt x="204810" y="20444"/>
                  <a:pt x="199107" y="18163"/>
                  <a:pt x="192101" y="18163"/>
                </a:cubicBezTo>
                <a:cubicBezTo>
                  <a:pt x="185828" y="18163"/>
                  <a:pt x="180533" y="20036"/>
                  <a:pt x="176133" y="23783"/>
                </a:cubicBezTo>
                <a:cubicBezTo>
                  <a:pt x="170919" y="28263"/>
                  <a:pt x="168313" y="35268"/>
                  <a:pt x="168313" y="44634"/>
                </a:cubicBezTo>
                <a:cubicBezTo>
                  <a:pt x="168313" y="53186"/>
                  <a:pt x="170512" y="59783"/>
                  <a:pt x="174911" y="64263"/>
                </a:cubicBezTo>
                <a:lnTo>
                  <a:pt x="174911" y="64263"/>
                </a:lnTo>
                <a:close/>
                <a:moveTo>
                  <a:pt x="181429" y="30055"/>
                </a:moveTo>
                <a:cubicBezTo>
                  <a:pt x="184280" y="26878"/>
                  <a:pt x="187865" y="25249"/>
                  <a:pt x="192101" y="25249"/>
                </a:cubicBezTo>
                <a:cubicBezTo>
                  <a:pt x="196337" y="25249"/>
                  <a:pt x="199841" y="26878"/>
                  <a:pt x="202692" y="30055"/>
                </a:cubicBezTo>
                <a:cubicBezTo>
                  <a:pt x="205543" y="33313"/>
                  <a:pt x="206928" y="38037"/>
                  <a:pt x="206928" y="44308"/>
                </a:cubicBezTo>
                <a:cubicBezTo>
                  <a:pt x="206928" y="50987"/>
                  <a:pt x="205543" y="55874"/>
                  <a:pt x="202692" y="59132"/>
                </a:cubicBezTo>
                <a:cubicBezTo>
                  <a:pt x="199841" y="62390"/>
                  <a:pt x="196337" y="64019"/>
                  <a:pt x="192019" y="64019"/>
                </a:cubicBezTo>
                <a:cubicBezTo>
                  <a:pt x="187702" y="64019"/>
                  <a:pt x="184199" y="62390"/>
                  <a:pt x="181347" y="59214"/>
                </a:cubicBezTo>
                <a:cubicBezTo>
                  <a:pt x="178496" y="55955"/>
                  <a:pt x="177111" y="51150"/>
                  <a:pt x="177111" y="44634"/>
                </a:cubicBezTo>
                <a:cubicBezTo>
                  <a:pt x="177111" y="38118"/>
                  <a:pt x="178496" y="33313"/>
                  <a:pt x="181347" y="30055"/>
                </a:cubicBezTo>
                <a:lnTo>
                  <a:pt x="181347" y="30055"/>
                </a:lnTo>
                <a:close/>
                <a:moveTo>
                  <a:pt x="239271" y="62553"/>
                </a:moveTo>
                <a:cubicBezTo>
                  <a:pt x="237967" y="62553"/>
                  <a:pt x="236990" y="62308"/>
                  <a:pt x="236338" y="61901"/>
                </a:cubicBezTo>
                <a:cubicBezTo>
                  <a:pt x="235686" y="61494"/>
                  <a:pt x="235198" y="60924"/>
                  <a:pt x="234872" y="60191"/>
                </a:cubicBezTo>
                <a:cubicBezTo>
                  <a:pt x="234546" y="59458"/>
                  <a:pt x="234383" y="57910"/>
                  <a:pt x="234383" y="55467"/>
                </a:cubicBezTo>
                <a:lnTo>
                  <a:pt x="234383" y="25819"/>
                </a:lnTo>
                <a:lnTo>
                  <a:pt x="243018" y="25819"/>
                </a:lnTo>
                <a:lnTo>
                  <a:pt x="243018" y="19141"/>
                </a:lnTo>
                <a:lnTo>
                  <a:pt x="234383" y="19141"/>
                </a:lnTo>
                <a:lnTo>
                  <a:pt x="234383" y="1466"/>
                </a:lnTo>
                <a:lnTo>
                  <a:pt x="225829" y="6597"/>
                </a:lnTo>
                <a:lnTo>
                  <a:pt x="225829" y="19141"/>
                </a:lnTo>
                <a:lnTo>
                  <a:pt x="219556" y="19141"/>
                </a:lnTo>
                <a:lnTo>
                  <a:pt x="219556" y="25819"/>
                </a:lnTo>
                <a:lnTo>
                  <a:pt x="225829" y="25819"/>
                </a:lnTo>
                <a:lnTo>
                  <a:pt x="225829" y="54978"/>
                </a:lnTo>
                <a:cubicBezTo>
                  <a:pt x="225829" y="60109"/>
                  <a:pt x="226154" y="63530"/>
                  <a:pt x="226888" y="65159"/>
                </a:cubicBezTo>
                <a:cubicBezTo>
                  <a:pt x="227621" y="66788"/>
                  <a:pt x="228761" y="68091"/>
                  <a:pt x="230554" y="69069"/>
                </a:cubicBezTo>
                <a:cubicBezTo>
                  <a:pt x="232346" y="70046"/>
                  <a:pt x="234709" y="70535"/>
                  <a:pt x="237805" y="70535"/>
                </a:cubicBezTo>
                <a:cubicBezTo>
                  <a:pt x="239678" y="70535"/>
                  <a:pt x="241878" y="70290"/>
                  <a:pt x="244322" y="69802"/>
                </a:cubicBezTo>
                <a:lnTo>
                  <a:pt x="243100" y="62227"/>
                </a:lnTo>
                <a:cubicBezTo>
                  <a:pt x="241552" y="62471"/>
                  <a:pt x="240248" y="62553"/>
                  <a:pt x="239352" y="62553"/>
                </a:cubicBezTo>
                <a:lnTo>
                  <a:pt x="239352" y="62553"/>
                </a:lnTo>
                <a:close/>
                <a:moveTo>
                  <a:pt x="254913" y="90490"/>
                </a:moveTo>
                <a:cubicBezTo>
                  <a:pt x="257682" y="90490"/>
                  <a:pt x="259964" y="89838"/>
                  <a:pt x="262000" y="88535"/>
                </a:cubicBezTo>
                <a:cubicBezTo>
                  <a:pt x="263956" y="87232"/>
                  <a:pt x="265748" y="85114"/>
                  <a:pt x="267214" y="82345"/>
                </a:cubicBezTo>
                <a:cubicBezTo>
                  <a:pt x="268355" y="80227"/>
                  <a:pt x="269984" y="76399"/>
                  <a:pt x="272021" y="70861"/>
                </a:cubicBezTo>
                <a:lnTo>
                  <a:pt x="291329" y="19303"/>
                </a:lnTo>
                <a:lnTo>
                  <a:pt x="282775" y="19303"/>
                </a:lnTo>
                <a:lnTo>
                  <a:pt x="271939" y="48869"/>
                </a:lnTo>
                <a:cubicBezTo>
                  <a:pt x="270555" y="52616"/>
                  <a:pt x="269414" y="56444"/>
                  <a:pt x="268436" y="60435"/>
                </a:cubicBezTo>
                <a:cubicBezTo>
                  <a:pt x="267377" y="56363"/>
                  <a:pt x="266155" y="52453"/>
                  <a:pt x="264770" y="48707"/>
                </a:cubicBezTo>
                <a:lnTo>
                  <a:pt x="254261" y="19385"/>
                </a:lnTo>
                <a:lnTo>
                  <a:pt x="244973" y="19385"/>
                </a:lnTo>
                <a:lnTo>
                  <a:pt x="264200" y="70128"/>
                </a:lnTo>
                <a:cubicBezTo>
                  <a:pt x="263874" y="71023"/>
                  <a:pt x="263630" y="71756"/>
                  <a:pt x="263467" y="72245"/>
                </a:cubicBezTo>
                <a:cubicBezTo>
                  <a:pt x="262245" y="75666"/>
                  <a:pt x="261349" y="77784"/>
                  <a:pt x="260860" y="78680"/>
                </a:cubicBezTo>
                <a:cubicBezTo>
                  <a:pt x="260127" y="79820"/>
                  <a:pt x="259149" y="80716"/>
                  <a:pt x="258008" y="81367"/>
                </a:cubicBezTo>
                <a:cubicBezTo>
                  <a:pt x="256868" y="82019"/>
                  <a:pt x="255320" y="82345"/>
                  <a:pt x="253446" y="82345"/>
                </a:cubicBezTo>
                <a:cubicBezTo>
                  <a:pt x="252061" y="82345"/>
                  <a:pt x="250432" y="82101"/>
                  <a:pt x="248558" y="81612"/>
                </a:cubicBezTo>
                <a:lnTo>
                  <a:pt x="249536" y="89675"/>
                </a:lnTo>
                <a:cubicBezTo>
                  <a:pt x="251572" y="90408"/>
                  <a:pt x="253446" y="90734"/>
                  <a:pt x="255076" y="90734"/>
                </a:cubicBezTo>
                <a:lnTo>
                  <a:pt x="255076" y="90734"/>
                </a:lnTo>
                <a:close/>
                <a:moveTo>
                  <a:pt x="305586" y="89349"/>
                </a:moveTo>
                <a:lnTo>
                  <a:pt x="305586" y="64670"/>
                </a:lnTo>
                <a:cubicBezTo>
                  <a:pt x="307052" y="66544"/>
                  <a:pt x="308926" y="68010"/>
                  <a:pt x="311207" y="69232"/>
                </a:cubicBezTo>
                <a:cubicBezTo>
                  <a:pt x="313488" y="70453"/>
                  <a:pt x="316013" y="71023"/>
                  <a:pt x="318946" y="71023"/>
                </a:cubicBezTo>
                <a:cubicBezTo>
                  <a:pt x="322857" y="71023"/>
                  <a:pt x="326604" y="69883"/>
                  <a:pt x="330107" y="67684"/>
                </a:cubicBezTo>
                <a:cubicBezTo>
                  <a:pt x="333692" y="65485"/>
                  <a:pt x="336380" y="62308"/>
                  <a:pt x="338254" y="58155"/>
                </a:cubicBezTo>
                <a:cubicBezTo>
                  <a:pt x="340128" y="54001"/>
                  <a:pt x="341024" y="49358"/>
                  <a:pt x="341024" y="44145"/>
                </a:cubicBezTo>
                <a:cubicBezTo>
                  <a:pt x="341024" y="39340"/>
                  <a:pt x="340209" y="34860"/>
                  <a:pt x="338499" y="30788"/>
                </a:cubicBezTo>
                <a:cubicBezTo>
                  <a:pt x="336788" y="26715"/>
                  <a:pt x="334344" y="23620"/>
                  <a:pt x="331003" y="21340"/>
                </a:cubicBezTo>
                <a:cubicBezTo>
                  <a:pt x="327664" y="19141"/>
                  <a:pt x="323835" y="18000"/>
                  <a:pt x="319517" y="18000"/>
                </a:cubicBezTo>
                <a:cubicBezTo>
                  <a:pt x="316177" y="18000"/>
                  <a:pt x="313407" y="18652"/>
                  <a:pt x="311044" y="19955"/>
                </a:cubicBezTo>
                <a:cubicBezTo>
                  <a:pt x="308681" y="21258"/>
                  <a:pt x="306645" y="23213"/>
                  <a:pt x="304771" y="25738"/>
                </a:cubicBezTo>
                <a:lnTo>
                  <a:pt x="304771" y="19141"/>
                </a:lnTo>
                <a:lnTo>
                  <a:pt x="296950" y="19141"/>
                </a:lnTo>
                <a:lnTo>
                  <a:pt x="296950" y="89268"/>
                </a:lnTo>
                <a:lnTo>
                  <a:pt x="305504" y="89268"/>
                </a:lnTo>
                <a:close/>
                <a:moveTo>
                  <a:pt x="309007" y="29973"/>
                </a:moveTo>
                <a:cubicBezTo>
                  <a:pt x="311859" y="26552"/>
                  <a:pt x="315036" y="24842"/>
                  <a:pt x="318702" y="24842"/>
                </a:cubicBezTo>
                <a:cubicBezTo>
                  <a:pt x="322368" y="24842"/>
                  <a:pt x="325545" y="26471"/>
                  <a:pt x="328234" y="29648"/>
                </a:cubicBezTo>
                <a:cubicBezTo>
                  <a:pt x="330922" y="32824"/>
                  <a:pt x="332226" y="37711"/>
                  <a:pt x="332226" y="44145"/>
                </a:cubicBezTo>
                <a:cubicBezTo>
                  <a:pt x="332226" y="50906"/>
                  <a:pt x="330841" y="55955"/>
                  <a:pt x="328152" y="59132"/>
                </a:cubicBezTo>
                <a:cubicBezTo>
                  <a:pt x="325464" y="62390"/>
                  <a:pt x="322124" y="63937"/>
                  <a:pt x="318376" y="63937"/>
                </a:cubicBezTo>
                <a:cubicBezTo>
                  <a:pt x="314629" y="63937"/>
                  <a:pt x="311451" y="62390"/>
                  <a:pt x="308763" y="59295"/>
                </a:cubicBezTo>
                <a:cubicBezTo>
                  <a:pt x="306156" y="56200"/>
                  <a:pt x="304771" y="51394"/>
                  <a:pt x="304771" y="44797"/>
                </a:cubicBezTo>
                <a:cubicBezTo>
                  <a:pt x="304771" y="38200"/>
                  <a:pt x="306156" y="33313"/>
                  <a:pt x="309007" y="29892"/>
                </a:cubicBezTo>
                <a:lnTo>
                  <a:pt x="309007" y="29892"/>
                </a:lnTo>
                <a:close/>
                <a:moveTo>
                  <a:pt x="358377" y="9855"/>
                </a:moveTo>
                <a:lnTo>
                  <a:pt x="358377" y="0"/>
                </a:lnTo>
                <a:lnTo>
                  <a:pt x="349823" y="0"/>
                </a:lnTo>
                <a:lnTo>
                  <a:pt x="349823" y="9855"/>
                </a:lnTo>
                <a:lnTo>
                  <a:pt x="358377" y="9855"/>
                </a:lnTo>
                <a:close/>
                <a:moveTo>
                  <a:pt x="358377" y="69883"/>
                </a:moveTo>
                <a:lnTo>
                  <a:pt x="358377" y="19222"/>
                </a:lnTo>
                <a:lnTo>
                  <a:pt x="349823" y="19222"/>
                </a:lnTo>
                <a:lnTo>
                  <a:pt x="349823" y="69883"/>
                </a:lnTo>
                <a:lnTo>
                  <a:pt x="358377" y="69883"/>
                </a:lnTo>
                <a:close/>
                <a:moveTo>
                  <a:pt x="398540" y="60924"/>
                </a:moveTo>
                <a:cubicBezTo>
                  <a:pt x="396259" y="62960"/>
                  <a:pt x="393489" y="64019"/>
                  <a:pt x="390068" y="64019"/>
                </a:cubicBezTo>
                <a:cubicBezTo>
                  <a:pt x="385831" y="64019"/>
                  <a:pt x="382491" y="62471"/>
                  <a:pt x="379884" y="59376"/>
                </a:cubicBezTo>
                <a:cubicBezTo>
                  <a:pt x="377277" y="56281"/>
                  <a:pt x="375974" y="51313"/>
                  <a:pt x="375974" y="44553"/>
                </a:cubicBezTo>
                <a:cubicBezTo>
                  <a:pt x="375974" y="37792"/>
                  <a:pt x="377359" y="32905"/>
                  <a:pt x="380047" y="29810"/>
                </a:cubicBezTo>
                <a:cubicBezTo>
                  <a:pt x="382736" y="26715"/>
                  <a:pt x="386239" y="25168"/>
                  <a:pt x="390557" y="25168"/>
                </a:cubicBezTo>
                <a:cubicBezTo>
                  <a:pt x="393408" y="25168"/>
                  <a:pt x="395852" y="26064"/>
                  <a:pt x="397889" y="27774"/>
                </a:cubicBezTo>
                <a:cubicBezTo>
                  <a:pt x="399925" y="29484"/>
                  <a:pt x="401310" y="32091"/>
                  <a:pt x="402125" y="35430"/>
                </a:cubicBezTo>
                <a:lnTo>
                  <a:pt x="410516" y="34127"/>
                </a:lnTo>
                <a:cubicBezTo>
                  <a:pt x="409539" y="28996"/>
                  <a:pt x="407257" y="25086"/>
                  <a:pt x="403754" y="22236"/>
                </a:cubicBezTo>
                <a:cubicBezTo>
                  <a:pt x="400251" y="19466"/>
                  <a:pt x="395770" y="18082"/>
                  <a:pt x="390231" y="18082"/>
                </a:cubicBezTo>
                <a:cubicBezTo>
                  <a:pt x="385831" y="18082"/>
                  <a:pt x="381840" y="19141"/>
                  <a:pt x="378092" y="21177"/>
                </a:cubicBezTo>
                <a:cubicBezTo>
                  <a:pt x="374344" y="23213"/>
                  <a:pt x="371656" y="26308"/>
                  <a:pt x="369782" y="30381"/>
                </a:cubicBezTo>
                <a:cubicBezTo>
                  <a:pt x="367909" y="34453"/>
                  <a:pt x="367094" y="39258"/>
                  <a:pt x="367094" y="44715"/>
                </a:cubicBezTo>
                <a:cubicBezTo>
                  <a:pt x="367094" y="53186"/>
                  <a:pt x="369212" y="59702"/>
                  <a:pt x="373448" y="64182"/>
                </a:cubicBezTo>
                <a:cubicBezTo>
                  <a:pt x="377685" y="68743"/>
                  <a:pt x="383224" y="70942"/>
                  <a:pt x="390149" y="70942"/>
                </a:cubicBezTo>
                <a:cubicBezTo>
                  <a:pt x="395689" y="70942"/>
                  <a:pt x="400333" y="69313"/>
                  <a:pt x="404162" y="65974"/>
                </a:cubicBezTo>
                <a:cubicBezTo>
                  <a:pt x="407991" y="62716"/>
                  <a:pt x="410353" y="58155"/>
                  <a:pt x="411249" y="52290"/>
                </a:cubicBezTo>
                <a:lnTo>
                  <a:pt x="402777" y="51231"/>
                </a:lnTo>
                <a:cubicBezTo>
                  <a:pt x="402206" y="55548"/>
                  <a:pt x="400740" y="58725"/>
                  <a:pt x="398459" y="60761"/>
                </a:cubicBezTo>
                <a:lnTo>
                  <a:pt x="398459" y="60761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9" name="자유형 48">
            <a:extLst>
              <a:ext uri="{FF2B5EF4-FFF2-40B4-BE49-F238E27FC236}">
                <a16:creationId xmlns:a16="http://schemas.microsoft.com/office/drawing/2014/main" id="{2747D793-08DF-63AC-5BCC-A34E92D8A967}"/>
              </a:ext>
            </a:extLst>
          </p:cNvPr>
          <p:cNvSpPr/>
          <p:nvPr/>
        </p:nvSpPr>
        <p:spPr>
          <a:xfrm>
            <a:off x="2966373" y="1448623"/>
            <a:ext cx="125134" cy="8144"/>
          </a:xfrm>
          <a:custGeom>
            <a:avLst/>
            <a:gdLst>
              <a:gd name="connsiteX0" fmla="*/ 0 w 125134"/>
              <a:gd name="connsiteY0" fmla="*/ 0 h 8144"/>
              <a:gd name="connsiteX1" fmla="*/ 125135 w 125134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134" h="8144">
                <a:moveTo>
                  <a:pt x="0" y="0"/>
                </a:moveTo>
                <a:lnTo>
                  <a:pt x="125135" y="0"/>
                </a:lnTo>
              </a:path>
            </a:pathLst>
          </a:custGeom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0" name="자유형 49">
            <a:extLst>
              <a:ext uri="{FF2B5EF4-FFF2-40B4-BE49-F238E27FC236}">
                <a16:creationId xmlns:a16="http://schemas.microsoft.com/office/drawing/2014/main" id="{2346A789-BCB4-786F-656E-A7E0496D46AB}"/>
              </a:ext>
            </a:extLst>
          </p:cNvPr>
          <p:cNvSpPr/>
          <p:nvPr/>
        </p:nvSpPr>
        <p:spPr>
          <a:xfrm>
            <a:off x="3161651" y="1575439"/>
            <a:ext cx="474957" cy="90815"/>
          </a:xfrm>
          <a:custGeom>
            <a:avLst/>
            <a:gdLst>
              <a:gd name="connsiteX0" fmla="*/ 9939 w 474957"/>
              <a:gd name="connsiteY0" fmla="*/ 69965 h 90815"/>
              <a:gd name="connsiteX1" fmla="*/ 17597 w 474957"/>
              <a:gd name="connsiteY1" fmla="*/ 48788 h 90815"/>
              <a:gd name="connsiteX2" fmla="*/ 46844 w 474957"/>
              <a:gd name="connsiteY2" fmla="*/ 48788 h 90815"/>
              <a:gd name="connsiteX3" fmla="*/ 54991 w 474957"/>
              <a:gd name="connsiteY3" fmla="*/ 69965 h 90815"/>
              <a:gd name="connsiteX4" fmla="*/ 65500 w 474957"/>
              <a:gd name="connsiteY4" fmla="*/ 69965 h 90815"/>
              <a:gd name="connsiteX5" fmla="*/ 36823 w 474957"/>
              <a:gd name="connsiteY5" fmla="*/ 0 h 90815"/>
              <a:gd name="connsiteX6" fmla="*/ 26884 w 474957"/>
              <a:gd name="connsiteY6" fmla="*/ 0 h 90815"/>
              <a:gd name="connsiteX7" fmla="*/ 0 w 474957"/>
              <a:gd name="connsiteY7" fmla="*/ 69965 h 90815"/>
              <a:gd name="connsiteX8" fmla="*/ 9858 w 474957"/>
              <a:gd name="connsiteY8" fmla="*/ 69965 h 90815"/>
              <a:gd name="connsiteX9" fmla="*/ 27943 w 474957"/>
              <a:gd name="connsiteY9" fmla="*/ 20770 h 90815"/>
              <a:gd name="connsiteX10" fmla="*/ 31691 w 474957"/>
              <a:gd name="connsiteY10" fmla="*/ 7412 h 90815"/>
              <a:gd name="connsiteX11" fmla="*/ 36661 w 474957"/>
              <a:gd name="connsiteY11" fmla="*/ 21910 h 90815"/>
              <a:gd name="connsiteX12" fmla="*/ 43993 w 474957"/>
              <a:gd name="connsiteY12" fmla="*/ 41295 h 90815"/>
              <a:gd name="connsiteX13" fmla="*/ 20285 w 474957"/>
              <a:gd name="connsiteY13" fmla="*/ 41295 h 90815"/>
              <a:gd name="connsiteX14" fmla="*/ 27943 w 474957"/>
              <a:gd name="connsiteY14" fmla="*/ 20770 h 90815"/>
              <a:gd name="connsiteX15" fmla="*/ 27943 w 474957"/>
              <a:gd name="connsiteY15" fmla="*/ 20770 h 90815"/>
              <a:gd name="connsiteX16" fmla="*/ 78698 w 474957"/>
              <a:gd name="connsiteY16" fmla="*/ 69965 h 90815"/>
              <a:gd name="connsiteX17" fmla="*/ 78698 w 474957"/>
              <a:gd name="connsiteY17" fmla="*/ 43412 h 90815"/>
              <a:gd name="connsiteX18" fmla="*/ 80164 w 474957"/>
              <a:gd name="connsiteY18" fmla="*/ 33394 h 90815"/>
              <a:gd name="connsiteX19" fmla="*/ 83342 w 474957"/>
              <a:gd name="connsiteY19" fmla="*/ 28670 h 90815"/>
              <a:gd name="connsiteX20" fmla="*/ 88393 w 474957"/>
              <a:gd name="connsiteY20" fmla="*/ 26960 h 90815"/>
              <a:gd name="connsiteX21" fmla="*/ 94666 w 474957"/>
              <a:gd name="connsiteY21" fmla="*/ 28833 h 90815"/>
              <a:gd name="connsiteX22" fmla="*/ 97599 w 474957"/>
              <a:gd name="connsiteY22" fmla="*/ 20851 h 90815"/>
              <a:gd name="connsiteX23" fmla="*/ 88800 w 474957"/>
              <a:gd name="connsiteY23" fmla="*/ 18082 h 90815"/>
              <a:gd name="connsiteX24" fmla="*/ 83260 w 474957"/>
              <a:gd name="connsiteY24" fmla="*/ 19792 h 90815"/>
              <a:gd name="connsiteX25" fmla="*/ 77802 w 474957"/>
              <a:gd name="connsiteY25" fmla="*/ 26878 h 90815"/>
              <a:gd name="connsiteX26" fmla="*/ 77802 w 474957"/>
              <a:gd name="connsiteY26" fmla="*/ 19222 h 90815"/>
              <a:gd name="connsiteX27" fmla="*/ 70062 w 474957"/>
              <a:gd name="connsiteY27" fmla="*/ 19222 h 90815"/>
              <a:gd name="connsiteX28" fmla="*/ 70062 w 474957"/>
              <a:gd name="connsiteY28" fmla="*/ 69883 h 90815"/>
              <a:gd name="connsiteX29" fmla="*/ 78616 w 474957"/>
              <a:gd name="connsiteY29" fmla="*/ 69883 h 90815"/>
              <a:gd name="connsiteX30" fmla="*/ 109737 w 474957"/>
              <a:gd name="connsiteY30" fmla="*/ 69965 h 90815"/>
              <a:gd name="connsiteX31" fmla="*/ 109737 w 474957"/>
              <a:gd name="connsiteY31" fmla="*/ 49847 h 90815"/>
              <a:gd name="connsiteX32" fmla="*/ 115766 w 474957"/>
              <a:gd name="connsiteY32" fmla="*/ 44064 h 90815"/>
              <a:gd name="connsiteX33" fmla="*/ 132548 w 474957"/>
              <a:gd name="connsiteY33" fmla="*/ 69965 h 90815"/>
              <a:gd name="connsiteX34" fmla="*/ 143139 w 474957"/>
              <a:gd name="connsiteY34" fmla="*/ 69965 h 90815"/>
              <a:gd name="connsiteX35" fmla="*/ 121794 w 474957"/>
              <a:gd name="connsiteY35" fmla="*/ 38118 h 90815"/>
              <a:gd name="connsiteX36" fmla="*/ 141184 w 474957"/>
              <a:gd name="connsiteY36" fmla="*/ 19304 h 90815"/>
              <a:gd name="connsiteX37" fmla="*/ 130023 w 474957"/>
              <a:gd name="connsiteY37" fmla="*/ 19304 h 90815"/>
              <a:gd name="connsiteX38" fmla="*/ 109656 w 474957"/>
              <a:gd name="connsiteY38" fmla="*/ 39910 h 90815"/>
              <a:gd name="connsiteX39" fmla="*/ 109656 w 474957"/>
              <a:gd name="connsiteY39" fmla="*/ 0 h 90815"/>
              <a:gd name="connsiteX40" fmla="*/ 101102 w 474957"/>
              <a:gd name="connsiteY40" fmla="*/ 0 h 90815"/>
              <a:gd name="connsiteX41" fmla="*/ 101102 w 474957"/>
              <a:gd name="connsiteY41" fmla="*/ 69965 h 90815"/>
              <a:gd name="connsiteX42" fmla="*/ 109656 w 474957"/>
              <a:gd name="connsiteY42" fmla="*/ 69965 h 90815"/>
              <a:gd name="connsiteX43" fmla="*/ 153485 w 474957"/>
              <a:gd name="connsiteY43" fmla="*/ 90571 h 90815"/>
              <a:gd name="connsiteX44" fmla="*/ 160573 w 474957"/>
              <a:gd name="connsiteY44" fmla="*/ 88616 h 90815"/>
              <a:gd name="connsiteX45" fmla="*/ 165787 w 474957"/>
              <a:gd name="connsiteY45" fmla="*/ 82427 h 90815"/>
              <a:gd name="connsiteX46" fmla="*/ 170594 w 474957"/>
              <a:gd name="connsiteY46" fmla="*/ 70942 h 90815"/>
              <a:gd name="connsiteX47" fmla="*/ 189901 w 474957"/>
              <a:gd name="connsiteY47" fmla="*/ 19385 h 90815"/>
              <a:gd name="connsiteX48" fmla="*/ 181347 w 474957"/>
              <a:gd name="connsiteY48" fmla="*/ 19385 h 90815"/>
              <a:gd name="connsiteX49" fmla="*/ 170512 w 474957"/>
              <a:gd name="connsiteY49" fmla="*/ 48951 h 90815"/>
              <a:gd name="connsiteX50" fmla="*/ 167009 w 474957"/>
              <a:gd name="connsiteY50" fmla="*/ 60517 h 90815"/>
              <a:gd name="connsiteX51" fmla="*/ 163343 w 474957"/>
              <a:gd name="connsiteY51" fmla="*/ 48788 h 90815"/>
              <a:gd name="connsiteX52" fmla="*/ 152834 w 474957"/>
              <a:gd name="connsiteY52" fmla="*/ 19466 h 90815"/>
              <a:gd name="connsiteX53" fmla="*/ 143546 w 474957"/>
              <a:gd name="connsiteY53" fmla="*/ 19466 h 90815"/>
              <a:gd name="connsiteX54" fmla="*/ 162773 w 474957"/>
              <a:gd name="connsiteY54" fmla="*/ 70209 h 90815"/>
              <a:gd name="connsiteX55" fmla="*/ 162040 w 474957"/>
              <a:gd name="connsiteY55" fmla="*/ 72327 h 90815"/>
              <a:gd name="connsiteX56" fmla="*/ 159433 w 474957"/>
              <a:gd name="connsiteY56" fmla="*/ 78761 h 90815"/>
              <a:gd name="connsiteX57" fmla="*/ 156581 w 474957"/>
              <a:gd name="connsiteY57" fmla="*/ 81449 h 90815"/>
              <a:gd name="connsiteX58" fmla="*/ 152019 w 474957"/>
              <a:gd name="connsiteY58" fmla="*/ 82427 h 90815"/>
              <a:gd name="connsiteX59" fmla="*/ 147131 w 474957"/>
              <a:gd name="connsiteY59" fmla="*/ 81693 h 90815"/>
              <a:gd name="connsiteX60" fmla="*/ 148108 w 474957"/>
              <a:gd name="connsiteY60" fmla="*/ 89757 h 90815"/>
              <a:gd name="connsiteX61" fmla="*/ 153648 w 474957"/>
              <a:gd name="connsiteY61" fmla="*/ 90816 h 90815"/>
              <a:gd name="connsiteX62" fmla="*/ 153648 w 474957"/>
              <a:gd name="connsiteY62" fmla="*/ 90816 h 90815"/>
              <a:gd name="connsiteX63" fmla="*/ 204158 w 474957"/>
              <a:gd name="connsiteY63" fmla="*/ 89431 h 90815"/>
              <a:gd name="connsiteX64" fmla="*/ 204158 w 474957"/>
              <a:gd name="connsiteY64" fmla="*/ 64752 h 90815"/>
              <a:gd name="connsiteX65" fmla="*/ 209780 w 474957"/>
              <a:gd name="connsiteY65" fmla="*/ 69313 h 90815"/>
              <a:gd name="connsiteX66" fmla="*/ 217519 w 474957"/>
              <a:gd name="connsiteY66" fmla="*/ 71105 h 90815"/>
              <a:gd name="connsiteX67" fmla="*/ 228680 w 474957"/>
              <a:gd name="connsiteY67" fmla="*/ 67766 h 90815"/>
              <a:gd name="connsiteX68" fmla="*/ 236827 w 474957"/>
              <a:gd name="connsiteY68" fmla="*/ 58236 h 90815"/>
              <a:gd name="connsiteX69" fmla="*/ 239597 w 474957"/>
              <a:gd name="connsiteY69" fmla="*/ 44227 h 90815"/>
              <a:gd name="connsiteX70" fmla="*/ 237071 w 474957"/>
              <a:gd name="connsiteY70" fmla="*/ 30869 h 90815"/>
              <a:gd name="connsiteX71" fmla="*/ 229576 w 474957"/>
              <a:gd name="connsiteY71" fmla="*/ 21421 h 90815"/>
              <a:gd name="connsiteX72" fmla="*/ 218089 w 474957"/>
              <a:gd name="connsiteY72" fmla="*/ 18082 h 90815"/>
              <a:gd name="connsiteX73" fmla="*/ 209617 w 474957"/>
              <a:gd name="connsiteY73" fmla="*/ 20037 h 90815"/>
              <a:gd name="connsiteX74" fmla="*/ 203344 w 474957"/>
              <a:gd name="connsiteY74" fmla="*/ 25819 h 90815"/>
              <a:gd name="connsiteX75" fmla="*/ 203344 w 474957"/>
              <a:gd name="connsiteY75" fmla="*/ 19222 h 90815"/>
              <a:gd name="connsiteX76" fmla="*/ 195523 w 474957"/>
              <a:gd name="connsiteY76" fmla="*/ 19222 h 90815"/>
              <a:gd name="connsiteX77" fmla="*/ 195523 w 474957"/>
              <a:gd name="connsiteY77" fmla="*/ 89349 h 90815"/>
              <a:gd name="connsiteX78" fmla="*/ 204077 w 474957"/>
              <a:gd name="connsiteY78" fmla="*/ 89349 h 90815"/>
              <a:gd name="connsiteX79" fmla="*/ 207499 w 474957"/>
              <a:gd name="connsiteY79" fmla="*/ 30055 h 90815"/>
              <a:gd name="connsiteX80" fmla="*/ 217193 w 474957"/>
              <a:gd name="connsiteY80" fmla="*/ 24923 h 90815"/>
              <a:gd name="connsiteX81" fmla="*/ 226725 w 474957"/>
              <a:gd name="connsiteY81" fmla="*/ 29729 h 90815"/>
              <a:gd name="connsiteX82" fmla="*/ 230717 w 474957"/>
              <a:gd name="connsiteY82" fmla="*/ 44227 h 90815"/>
              <a:gd name="connsiteX83" fmla="*/ 226643 w 474957"/>
              <a:gd name="connsiteY83" fmla="*/ 59214 h 90815"/>
              <a:gd name="connsiteX84" fmla="*/ 216867 w 474957"/>
              <a:gd name="connsiteY84" fmla="*/ 64019 h 90815"/>
              <a:gd name="connsiteX85" fmla="*/ 207254 w 474957"/>
              <a:gd name="connsiteY85" fmla="*/ 59376 h 90815"/>
              <a:gd name="connsiteX86" fmla="*/ 203262 w 474957"/>
              <a:gd name="connsiteY86" fmla="*/ 44878 h 90815"/>
              <a:gd name="connsiteX87" fmla="*/ 207499 w 474957"/>
              <a:gd name="connsiteY87" fmla="*/ 29973 h 90815"/>
              <a:gd name="connsiteX88" fmla="*/ 207499 w 474957"/>
              <a:gd name="connsiteY88" fmla="*/ 29973 h 90815"/>
              <a:gd name="connsiteX89" fmla="*/ 283019 w 474957"/>
              <a:gd name="connsiteY89" fmla="*/ 69965 h 90815"/>
              <a:gd name="connsiteX90" fmla="*/ 291981 w 474957"/>
              <a:gd name="connsiteY90" fmla="*/ 69965 h 90815"/>
              <a:gd name="connsiteX91" fmla="*/ 289781 w 474957"/>
              <a:gd name="connsiteY91" fmla="*/ 63856 h 90815"/>
              <a:gd name="connsiteX92" fmla="*/ 289211 w 474957"/>
              <a:gd name="connsiteY92" fmla="*/ 48707 h 90815"/>
              <a:gd name="connsiteX93" fmla="*/ 289211 w 474957"/>
              <a:gd name="connsiteY93" fmla="*/ 37222 h 90815"/>
              <a:gd name="connsiteX94" fmla="*/ 288803 w 474957"/>
              <a:gd name="connsiteY94" fmla="*/ 29322 h 90815"/>
              <a:gd name="connsiteX95" fmla="*/ 286115 w 474957"/>
              <a:gd name="connsiteY95" fmla="*/ 23457 h 90815"/>
              <a:gd name="connsiteX96" fmla="*/ 280168 w 474957"/>
              <a:gd name="connsiteY96" fmla="*/ 19629 h 90815"/>
              <a:gd name="connsiteX97" fmla="*/ 269658 w 474957"/>
              <a:gd name="connsiteY97" fmla="*/ 18082 h 90815"/>
              <a:gd name="connsiteX98" fmla="*/ 258171 w 474957"/>
              <a:gd name="connsiteY98" fmla="*/ 19874 h 90815"/>
              <a:gd name="connsiteX99" fmla="*/ 250595 w 474957"/>
              <a:gd name="connsiteY99" fmla="*/ 25005 h 90815"/>
              <a:gd name="connsiteX100" fmla="*/ 246847 w 474957"/>
              <a:gd name="connsiteY100" fmla="*/ 33720 h 90815"/>
              <a:gd name="connsiteX101" fmla="*/ 255239 w 474957"/>
              <a:gd name="connsiteY101" fmla="*/ 34860 h 90815"/>
              <a:gd name="connsiteX102" fmla="*/ 259475 w 474957"/>
              <a:gd name="connsiteY102" fmla="*/ 27367 h 90815"/>
              <a:gd name="connsiteX103" fmla="*/ 268437 w 474957"/>
              <a:gd name="connsiteY103" fmla="*/ 25249 h 90815"/>
              <a:gd name="connsiteX104" fmla="*/ 278212 w 474957"/>
              <a:gd name="connsiteY104" fmla="*/ 28182 h 90815"/>
              <a:gd name="connsiteX105" fmla="*/ 280657 w 474957"/>
              <a:gd name="connsiteY105" fmla="*/ 35593 h 90815"/>
              <a:gd name="connsiteX106" fmla="*/ 280657 w 474957"/>
              <a:gd name="connsiteY106" fmla="*/ 37874 h 90815"/>
              <a:gd name="connsiteX107" fmla="*/ 265341 w 474957"/>
              <a:gd name="connsiteY107" fmla="*/ 40806 h 90815"/>
              <a:gd name="connsiteX108" fmla="*/ 257683 w 474957"/>
              <a:gd name="connsiteY108" fmla="*/ 42109 h 90815"/>
              <a:gd name="connsiteX109" fmla="*/ 251491 w 474957"/>
              <a:gd name="connsiteY109" fmla="*/ 44960 h 90815"/>
              <a:gd name="connsiteX110" fmla="*/ 247092 w 474957"/>
              <a:gd name="connsiteY110" fmla="*/ 49928 h 90815"/>
              <a:gd name="connsiteX111" fmla="*/ 245381 w 474957"/>
              <a:gd name="connsiteY111" fmla="*/ 56689 h 90815"/>
              <a:gd name="connsiteX112" fmla="*/ 249862 w 474957"/>
              <a:gd name="connsiteY112" fmla="*/ 67114 h 90815"/>
              <a:gd name="connsiteX113" fmla="*/ 262734 w 474957"/>
              <a:gd name="connsiteY113" fmla="*/ 71187 h 90815"/>
              <a:gd name="connsiteX114" fmla="*/ 272184 w 474957"/>
              <a:gd name="connsiteY114" fmla="*/ 69476 h 90815"/>
              <a:gd name="connsiteX115" fmla="*/ 281390 w 474957"/>
              <a:gd name="connsiteY115" fmla="*/ 63775 h 90815"/>
              <a:gd name="connsiteX116" fmla="*/ 283101 w 474957"/>
              <a:gd name="connsiteY116" fmla="*/ 70046 h 90815"/>
              <a:gd name="connsiteX117" fmla="*/ 283101 w 474957"/>
              <a:gd name="connsiteY117" fmla="*/ 70046 h 90815"/>
              <a:gd name="connsiteX118" fmla="*/ 280575 w 474957"/>
              <a:gd name="connsiteY118" fmla="*/ 47729 h 90815"/>
              <a:gd name="connsiteX119" fmla="*/ 279190 w 474957"/>
              <a:gd name="connsiteY119" fmla="*/ 56281 h 90815"/>
              <a:gd name="connsiteX120" fmla="*/ 273487 w 474957"/>
              <a:gd name="connsiteY120" fmla="*/ 62227 h 90815"/>
              <a:gd name="connsiteX121" fmla="*/ 264689 w 474957"/>
              <a:gd name="connsiteY121" fmla="*/ 64426 h 90815"/>
              <a:gd name="connsiteX122" fmla="*/ 257112 w 474957"/>
              <a:gd name="connsiteY122" fmla="*/ 62146 h 90815"/>
              <a:gd name="connsiteX123" fmla="*/ 254505 w 474957"/>
              <a:gd name="connsiteY123" fmla="*/ 56444 h 90815"/>
              <a:gd name="connsiteX124" fmla="*/ 255728 w 474957"/>
              <a:gd name="connsiteY124" fmla="*/ 52372 h 90815"/>
              <a:gd name="connsiteX125" fmla="*/ 259149 w 474957"/>
              <a:gd name="connsiteY125" fmla="*/ 49602 h 90815"/>
              <a:gd name="connsiteX126" fmla="*/ 266644 w 474957"/>
              <a:gd name="connsiteY126" fmla="*/ 47892 h 90815"/>
              <a:gd name="connsiteX127" fmla="*/ 280657 w 474957"/>
              <a:gd name="connsiteY127" fmla="*/ 44634 h 90815"/>
              <a:gd name="connsiteX128" fmla="*/ 280657 w 474957"/>
              <a:gd name="connsiteY128" fmla="*/ 47811 h 90815"/>
              <a:gd name="connsiteX129" fmla="*/ 280657 w 474957"/>
              <a:gd name="connsiteY129" fmla="*/ 47811 h 90815"/>
              <a:gd name="connsiteX130" fmla="*/ 309333 w 474957"/>
              <a:gd name="connsiteY130" fmla="*/ 69965 h 90815"/>
              <a:gd name="connsiteX131" fmla="*/ 309333 w 474957"/>
              <a:gd name="connsiteY131" fmla="*/ 0 h 90815"/>
              <a:gd name="connsiteX132" fmla="*/ 300779 w 474957"/>
              <a:gd name="connsiteY132" fmla="*/ 0 h 90815"/>
              <a:gd name="connsiteX133" fmla="*/ 300779 w 474957"/>
              <a:gd name="connsiteY133" fmla="*/ 69965 h 90815"/>
              <a:gd name="connsiteX134" fmla="*/ 309333 w 474957"/>
              <a:gd name="connsiteY134" fmla="*/ 69965 h 90815"/>
              <a:gd name="connsiteX135" fmla="*/ 329374 w 474957"/>
              <a:gd name="connsiteY135" fmla="*/ 69965 h 90815"/>
              <a:gd name="connsiteX136" fmla="*/ 329374 w 474957"/>
              <a:gd name="connsiteY136" fmla="*/ 0 h 90815"/>
              <a:gd name="connsiteX137" fmla="*/ 320820 w 474957"/>
              <a:gd name="connsiteY137" fmla="*/ 0 h 90815"/>
              <a:gd name="connsiteX138" fmla="*/ 320820 w 474957"/>
              <a:gd name="connsiteY138" fmla="*/ 69965 h 90815"/>
              <a:gd name="connsiteX139" fmla="*/ 329374 w 474957"/>
              <a:gd name="connsiteY139" fmla="*/ 69965 h 90815"/>
              <a:gd name="connsiteX140" fmla="*/ 349741 w 474957"/>
              <a:gd name="connsiteY140" fmla="*/ 9937 h 90815"/>
              <a:gd name="connsiteX141" fmla="*/ 349741 w 474957"/>
              <a:gd name="connsiteY141" fmla="*/ 82 h 90815"/>
              <a:gd name="connsiteX142" fmla="*/ 341187 w 474957"/>
              <a:gd name="connsiteY142" fmla="*/ 82 h 90815"/>
              <a:gd name="connsiteX143" fmla="*/ 341187 w 474957"/>
              <a:gd name="connsiteY143" fmla="*/ 9937 h 90815"/>
              <a:gd name="connsiteX144" fmla="*/ 349741 w 474957"/>
              <a:gd name="connsiteY144" fmla="*/ 9937 h 90815"/>
              <a:gd name="connsiteX145" fmla="*/ 349741 w 474957"/>
              <a:gd name="connsiteY145" fmla="*/ 69965 h 90815"/>
              <a:gd name="connsiteX146" fmla="*/ 349741 w 474957"/>
              <a:gd name="connsiteY146" fmla="*/ 19304 h 90815"/>
              <a:gd name="connsiteX147" fmla="*/ 341187 w 474957"/>
              <a:gd name="connsiteY147" fmla="*/ 19304 h 90815"/>
              <a:gd name="connsiteX148" fmla="*/ 341187 w 474957"/>
              <a:gd name="connsiteY148" fmla="*/ 69965 h 90815"/>
              <a:gd name="connsiteX149" fmla="*/ 349741 w 474957"/>
              <a:gd name="connsiteY149" fmla="*/ 69965 h 90815"/>
              <a:gd name="connsiteX150" fmla="*/ 401962 w 474957"/>
              <a:gd name="connsiteY150" fmla="*/ 69965 h 90815"/>
              <a:gd name="connsiteX151" fmla="*/ 401962 w 474957"/>
              <a:gd name="connsiteY151" fmla="*/ 0 h 90815"/>
              <a:gd name="connsiteX152" fmla="*/ 393408 w 474957"/>
              <a:gd name="connsiteY152" fmla="*/ 0 h 90815"/>
              <a:gd name="connsiteX153" fmla="*/ 393408 w 474957"/>
              <a:gd name="connsiteY153" fmla="*/ 25086 h 90815"/>
              <a:gd name="connsiteX154" fmla="*/ 387624 w 474957"/>
              <a:gd name="connsiteY154" fmla="*/ 20037 h 90815"/>
              <a:gd name="connsiteX155" fmla="*/ 379477 w 474957"/>
              <a:gd name="connsiteY155" fmla="*/ 18082 h 90815"/>
              <a:gd name="connsiteX156" fmla="*/ 368153 w 474957"/>
              <a:gd name="connsiteY156" fmla="*/ 21340 h 90815"/>
              <a:gd name="connsiteX157" fmla="*/ 360577 w 474957"/>
              <a:gd name="connsiteY157" fmla="*/ 30788 h 90815"/>
              <a:gd name="connsiteX158" fmla="*/ 358051 w 474957"/>
              <a:gd name="connsiteY158" fmla="*/ 44553 h 90815"/>
              <a:gd name="connsiteX159" fmla="*/ 360821 w 474957"/>
              <a:gd name="connsiteY159" fmla="*/ 58317 h 90815"/>
              <a:gd name="connsiteX160" fmla="*/ 368723 w 474957"/>
              <a:gd name="connsiteY160" fmla="*/ 67684 h 90815"/>
              <a:gd name="connsiteX161" fmla="*/ 379884 w 474957"/>
              <a:gd name="connsiteY161" fmla="*/ 71023 h 90815"/>
              <a:gd name="connsiteX162" fmla="*/ 394060 w 474957"/>
              <a:gd name="connsiteY162" fmla="*/ 63449 h 90815"/>
              <a:gd name="connsiteX163" fmla="*/ 394060 w 474957"/>
              <a:gd name="connsiteY163" fmla="*/ 69883 h 90815"/>
              <a:gd name="connsiteX164" fmla="*/ 402044 w 474957"/>
              <a:gd name="connsiteY164" fmla="*/ 69883 h 90815"/>
              <a:gd name="connsiteX165" fmla="*/ 370678 w 474957"/>
              <a:gd name="connsiteY165" fmla="*/ 29973 h 90815"/>
              <a:gd name="connsiteX166" fmla="*/ 380210 w 474957"/>
              <a:gd name="connsiteY166" fmla="*/ 25331 h 90815"/>
              <a:gd name="connsiteX167" fmla="*/ 390068 w 474957"/>
              <a:gd name="connsiteY167" fmla="*/ 30218 h 90815"/>
              <a:gd name="connsiteX168" fmla="*/ 394060 w 474957"/>
              <a:gd name="connsiteY168" fmla="*/ 45530 h 90815"/>
              <a:gd name="connsiteX169" fmla="*/ 390149 w 474957"/>
              <a:gd name="connsiteY169" fmla="*/ 59621 h 90815"/>
              <a:gd name="connsiteX170" fmla="*/ 380618 w 474957"/>
              <a:gd name="connsiteY170" fmla="*/ 64263 h 90815"/>
              <a:gd name="connsiteX171" fmla="*/ 370923 w 474957"/>
              <a:gd name="connsiteY171" fmla="*/ 59458 h 90815"/>
              <a:gd name="connsiteX172" fmla="*/ 366850 w 474957"/>
              <a:gd name="connsiteY172" fmla="*/ 44878 h 90815"/>
              <a:gd name="connsiteX173" fmla="*/ 370678 w 474957"/>
              <a:gd name="connsiteY173" fmla="*/ 30136 h 90815"/>
              <a:gd name="connsiteX174" fmla="*/ 370678 w 474957"/>
              <a:gd name="connsiteY174" fmla="*/ 30136 h 90815"/>
              <a:gd name="connsiteX175" fmla="*/ 448643 w 474957"/>
              <a:gd name="connsiteY175" fmla="*/ 69965 h 90815"/>
              <a:gd name="connsiteX176" fmla="*/ 457605 w 474957"/>
              <a:gd name="connsiteY176" fmla="*/ 69965 h 90815"/>
              <a:gd name="connsiteX177" fmla="*/ 455405 w 474957"/>
              <a:gd name="connsiteY177" fmla="*/ 63856 h 90815"/>
              <a:gd name="connsiteX178" fmla="*/ 454835 w 474957"/>
              <a:gd name="connsiteY178" fmla="*/ 48707 h 90815"/>
              <a:gd name="connsiteX179" fmla="*/ 454835 w 474957"/>
              <a:gd name="connsiteY179" fmla="*/ 37222 h 90815"/>
              <a:gd name="connsiteX180" fmla="*/ 454427 w 474957"/>
              <a:gd name="connsiteY180" fmla="*/ 29322 h 90815"/>
              <a:gd name="connsiteX181" fmla="*/ 451739 w 474957"/>
              <a:gd name="connsiteY181" fmla="*/ 23457 h 90815"/>
              <a:gd name="connsiteX182" fmla="*/ 445792 w 474957"/>
              <a:gd name="connsiteY182" fmla="*/ 19629 h 90815"/>
              <a:gd name="connsiteX183" fmla="*/ 435282 w 474957"/>
              <a:gd name="connsiteY183" fmla="*/ 18082 h 90815"/>
              <a:gd name="connsiteX184" fmla="*/ 423795 w 474957"/>
              <a:gd name="connsiteY184" fmla="*/ 19874 h 90815"/>
              <a:gd name="connsiteX185" fmla="*/ 416219 w 474957"/>
              <a:gd name="connsiteY185" fmla="*/ 25005 h 90815"/>
              <a:gd name="connsiteX186" fmla="*/ 412472 w 474957"/>
              <a:gd name="connsiteY186" fmla="*/ 33720 h 90815"/>
              <a:gd name="connsiteX187" fmla="*/ 420863 w 474957"/>
              <a:gd name="connsiteY187" fmla="*/ 34860 h 90815"/>
              <a:gd name="connsiteX188" fmla="*/ 425099 w 474957"/>
              <a:gd name="connsiteY188" fmla="*/ 27367 h 90815"/>
              <a:gd name="connsiteX189" fmla="*/ 434060 w 474957"/>
              <a:gd name="connsiteY189" fmla="*/ 25249 h 90815"/>
              <a:gd name="connsiteX190" fmla="*/ 443837 w 474957"/>
              <a:gd name="connsiteY190" fmla="*/ 28182 h 90815"/>
              <a:gd name="connsiteX191" fmla="*/ 446281 w 474957"/>
              <a:gd name="connsiteY191" fmla="*/ 35593 h 90815"/>
              <a:gd name="connsiteX192" fmla="*/ 446281 w 474957"/>
              <a:gd name="connsiteY192" fmla="*/ 37874 h 90815"/>
              <a:gd name="connsiteX193" fmla="*/ 430965 w 474957"/>
              <a:gd name="connsiteY193" fmla="*/ 40806 h 90815"/>
              <a:gd name="connsiteX194" fmla="*/ 423307 w 474957"/>
              <a:gd name="connsiteY194" fmla="*/ 42109 h 90815"/>
              <a:gd name="connsiteX195" fmla="*/ 417115 w 474957"/>
              <a:gd name="connsiteY195" fmla="*/ 44960 h 90815"/>
              <a:gd name="connsiteX196" fmla="*/ 412716 w 474957"/>
              <a:gd name="connsiteY196" fmla="*/ 49928 h 90815"/>
              <a:gd name="connsiteX197" fmla="*/ 411005 w 474957"/>
              <a:gd name="connsiteY197" fmla="*/ 56689 h 90815"/>
              <a:gd name="connsiteX198" fmla="*/ 415486 w 474957"/>
              <a:gd name="connsiteY198" fmla="*/ 67114 h 90815"/>
              <a:gd name="connsiteX199" fmla="*/ 428358 w 474957"/>
              <a:gd name="connsiteY199" fmla="*/ 71187 h 90815"/>
              <a:gd name="connsiteX200" fmla="*/ 437808 w 474957"/>
              <a:gd name="connsiteY200" fmla="*/ 69476 h 90815"/>
              <a:gd name="connsiteX201" fmla="*/ 447014 w 474957"/>
              <a:gd name="connsiteY201" fmla="*/ 63775 h 90815"/>
              <a:gd name="connsiteX202" fmla="*/ 448725 w 474957"/>
              <a:gd name="connsiteY202" fmla="*/ 70046 h 90815"/>
              <a:gd name="connsiteX203" fmla="*/ 448725 w 474957"/>
              <a:gd name="connsiteY203" fmla="*/ 70046 h 90815"/>
              <a:gd name="connsiteX204" fmla="*/ 446199 w 474957"/>
              <a:gd name="connsiteY204" fmla="*/ 47729 h 90815"/>
              <a:gd name="connsiteX205" fmla="*/ 444814 w 474957"/>
              <a:gd name="connsiteY205" fmla="*/ 56281 h 90815"/>
              <a:gd name="connsiteX206" fmla="*/ 439111 w 474957"/>
              <a:gd name="connsiteY206" fmla="*/ 62227 h 90815"/>
              <a:gd name="connsiteX207" fmla="*/ 430313 w 474957"/>
              <a:gd name="connsiteY207" fmla="*/ 64426 h 90815"/>
              <a:gd name="connsiteX208" fmla="*/ 422737 w 474957"/>
              <a:gd name="connsiteY208" fmla="*/ 62146 h 90815"/>
              <a:gd name="connsiteX209" fmla="*/ 420130 w 474957"/>
              <a:gd name="connsiteY209" fmla="*/ 56444 h 90815"/>
              <a:gd name="connsiteX210" fmla="*/ 421351 w 474957"/>
              <a:gd name="connsiteY210" fmla="*/ 52372 h 90815"/>
              <a:gd name="connsiteX211" fmla="*/ 424773 w 474957"/>
              <a:gd name="connsiteY211" fmla="*/ 49602 h 90815"/>
              <a:gd name="connsiteX212" fmla="*/ 432268 w 474957"/>
              <a:gd name="connsiteY212" fmla="*/ 47892 h 90815"/>
              <a:gd name="connsiteX213" fmla="*/ 446281 w 474957"/>
              <a:gd name="connsiteY213" fmla="*/ 44634 h 90815"/>
              <a:gd name="connsiteX214" fmla="*/ 446281 w 474957"/>
              <a:gd name="connsiteY214" fmla="*/ 47811 h 90815"/>
              <a:gd name="connsiteX215" fmla="*/ 446281 w 474957"/>
              <a:gd name="connsiteY215" fmla="*/ 47811 h 90815"/>
              <a:gd name="connsiteX216" fmla="*/ 474957 w 474957"/>
              <a:gd name="connsiteY216" fmla="*/ 69965 h 90815"/>
              <a:gd name="connsiteX217" fmla="*/ 474957 w 474957"/>
              <a:gd name="connsiteY217" fmla="*/ 0 h 90815"/>
              <a:gd name="connsiteX218" fmla="*/ 466403 w 474957"/>
              <a:gd name="connsiteY218" fmla="*/ 0 h 90815"/>
              <a:gd name="connsiteX219" fmla="*/ 466403 w 474957"/>
              <a:gd name="connsiteY219" fmla="*/ 69965 h 90815"/>
              <a:gd name="connsiteX220" fmla="*/ 474957 w 474957"/>
              <a:gd name="connsiteY220" fmla="*/ 69965 h 90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</a:cxnLst>
            <a:rect l="l" t="t" r="r" b="b"/>
            <a:pathLst>
              <a:path w="474957" h="90815">
                <a:moveTo>
                  <a:pt x="9939" y="69965"/>
                </a:moveTo>
                <a:lnTo>
                  <a:pt x="17597" y="48788"/>
                </a:lnTo>
                <a:lnTo>
                  <a:pt x="46844" y="48788"/>
                </a:lnTo>
                <a:lnTo>
                  <a:pt x="54991" y="69965"/>
                </a:lnTo>
                <a:lnTo>
                  <a:pt x="65500" y="69965"/>
                </a:lnTo>
                <a:lnTo>
                  <a:pt x="36823" y="0"/>
                </a:lnTo>
                <a:lnTo>
                  <a:pt x="26884" y="0"/>
                </a:lnTo>
                <a:lnTo>
                  <a:pt x="0" y="69965"/>
                </a:lnTo>
                <a:lnTo>
                  <a:pt x="9858" y="69965"/>
                </a:lnTo>
                <a:close/>
                <a:moveTo>
                  <a:pt x="27943" y="20770"/>
                </a:moveTo>
                <a:cubicBezTo>
                  <a:pt x="29573" y="16371"/>
                  <a:pt x="30795" y="11892"/>
                  <a:pt x="31691" y="7412"/>
                </a:cubicBezTo>
                <a:cubicBezTo>
                  <a:pt x="32750" y="11159"/>
                  <a:pt x="34461" y="16045"/>
                  <a:pt x="36661" y="21910"/>
                </a:cubicBezTo>
                <a:lnTo>
                  <a:pt x="43993" y="41295"/>
                </a:lnTo>
                <a:lnTo>
                  <a:pt x="20285" y="41295"/>
                </a:lnTo>
                <a:lnTo>
                  <a:pt x="27943" y="20770"/>
                </a:lnTo>
                <a:lnTo>
                  <a:pt x="27943" y="20770"/>
                </a:lnTo>
                <a:close/>
                <a:moveTo>
                  <a:pt x="78698" y="69965"/>
                </a:moveTo>
                <a:lnTo>
                  <a:pt x="78698" y="43412"/>
                </a:lnTo>
                <a:cubicBezTo>
                  <a:pt x="78698" y="39747"/>
                  <a:pt x="79187" y="36408"/>
                  <a:pt x="80164" y="33394"/>
                </a:cubicBezTo>
                <a:cubicBezTo>
                  <a:pt x="80816" y="31358"/>
                  <a:pt x="81875" y="29810"/>
                  <a:pt x="83342" y="28670"/>
                </a:cubicBezTo>
                <a:cubicBezTo>
                  <a:pt x="84808" y="27530"/>
                  <a:pt x="86519" y="26960"/>
                  <a:pt x="88393" y="26960"/>
                </a:cubicBezTo>
                <a:cubicBezTo>
                  <a:pt x="90511" y="26960"/>
                  <a:pt x="92629" y="27611"/>
                  <a:pt x="94666" y="28833"/>
                </a:cubicBezTo>
                <a:lnTo>
                  <a:pt x="97599" y="20851"/>
                </a:lnTo>
                <a:cubicBezTo>
                  <a:pt x="94584" y="18978"/>
                  <a:pt x="91651" y="18082"/>
                  <a:pt x="88800" y="18082"/>
                </a:cubicBezTo>
                <a:cubicBezTo>
                  <a:pt x="86763" y="18082"/>
                  <a:pt x="84971" y="18652"/>
                  <a:pt x="83260" y="19792"/>
                </a:cubicBezTo>
                <a:cubicBezTo>
                  <a:pt x="81549" y="20932"/>
                  <a:pt x="79757" y="23295"/>
                  <a:pt x="77802" y="26878"/>
                </a:cubicBezTo>
                <a:lnTo>
                  <a:pt x="77802" y="19222"/>
                </a:lnTo>
                <a:lnTo>
                  <a:pt x="70062" y="19222"/>
                </a:lnTo>
                <a:lnTo>
                  <a:pt x="70062" y="69883"/>
                </a:lnTo>
                <a:lnTo>
                  <a:pt x="78616" y="69883"/>
                </a:lnTo>
                <a:close/>
                <a:moveTo>
                  <a:pt x="109737" y="69965"/>
                </a:moveTo>
                <a:lnTo>
                  <a:pt x="109737" y="49847"/>
                </a:lnTo>
                <a:lnTo>
                  <a:pt x="115766" y="44064"/>
                </a:lnTo>
                <a:lnTo>
                  <a:pt x="132548" y="69965"/>
                </a:lnTo>
                <a:lnTo>
                  <a:pt x="143139" y="69965"/>
                </a:lnTo>
                <a:lnTo>
                  <a:pt x="121794" y="38118"/>
                </a:lnTo>
                <a:lnTo>
                  <a:pt x="141184" y="19304"/>
                </a:lnTo>
                <a:lnTo>
                  <a:pt x="130023" y="19304"/>
                </a:lnTo>
                <a:lnTo>
                  <a:pt x="109656" y="39910"/>
                </a:lnTo>
                <a:lnTo>
                  <a:pt x="109656" y="0"/>
                </a:lnTo>
                <a:lnTo>
                  <a:pt x="101102" y="0"/>
                </a:lnTo>
                <a:lnTo>
                  <a:pt x="101102" y="69965"/>
                </a:lnTo>
                <a:lnTo>
                  <a:pt x="109656" y="69965"/>
                </a:lnTo>
                <a:close/>
                <a:moveTo>
                  <a:pt x="153485" y="90571"/>
                </a:moveTo>
                <a:cubicBezTo>
                  <a:pt x="156255" y="90571"/>
                  <a:pt x="158536" y="89920"/>
                  <a:pt x="160573" y="88616"/>
                </a:cubicBezTo>
                <a:cubicBezTo>
                  <a:pt x="162528" y="87313"/>
                  <a:pt x="164321" y="85196"/>
                  <a:pt x="165787" y="82427"/>
                </a:cubicBezTo>
                <a:cubicBezTo>
                  <a:pt x="166927" y="80309"/>
                  <a:pt x="168557" y="76481"/>
                  <a:pt x="170594" y="70942"/>
                </a:cubicBezTo>
                <a:lnTo>
                  <a:pt x="189901" y="19385"/>
                </a:lnTo>
                <a:lnTo>
                  <a:pt x="181347" y="19385"/>
                </a:lnTo>
                <a:lnTo>
                  <a:pt x="170512" y="48951"/>
                </a:lnTo>
                <a:cubicBezTo>
                  <a:pt x="169127" y="52697"/>
                  <a:pt x="167987" y="56526"/>
                  <a:pt x="167009" y="60517"/>
                </a:cubicBezTo>
                <a:cubicBezTo>
                  <a:pt x="165950" y="56444"/>
                  <a:pt x="164728" y="52535"/>
                  <a:pt x="163343" y="48788"/>
                </a:cubicBezTo>
                <a:lnTo>
                  <a:pt x="152834" y="19466"/>
                </a:lnTo>
                <a:lnTo>
                  <a:pt x="143546" y="19466"/>
                </a:lnTo>
                <a:lnTo>
                  <a:pt x="162773" y="70209"/>
                </a:lnTo>
                <a:cubicBezTo>
                  <a:pt x="162447" y="71105"/>
                  <a:pt x="162202" y="71838"/>
                  <a:pt x="162040" y="72327"/>
                </a:cubicBezTo>
                <a:cubicBezTo>
                  <a:pt x="160817" y="75748"/>
                  <a:pt x="159921" y="77865"/>
                  <a:pt x="159433" y="78761"/>
                </a:cubicBezTo>
                <a:cubicBezTo>
                  <a:pt x="158699" y="79901"/>
                  <a:pt x="157722" y="80797"/>
                  <a:pt x="156581" y="81449"/>
                </a:cubicBezTo>
                <a:cubicBezTo>
                  <a:pt x="155440" y="82101"/>
                  <a:pt x="153893" y="82427"/>
                  <a:pt x="152019" y="82427"/>
                </a:cubicBezTo>
                <a:cubicBezTo>
                  <a:pt x="150634" y="82427"/>
                  <a:pt x="149005" y="82182"/>
                  <a:pt x="147131" y="81693"/>
                </a:cubicBezTo>
                <a:lnTo>
                  <a:pt x="148108" y="89757"/>
                </a:lnTo>
                <a:cubicBezTo>
                  <a:pt x="150145" y="90490"/>
                  <a:pt x="152019" y="90816"/>
                  <a:pt x="153648" y="90816"/>
                </a:cubicBezTo>
                <a:lnTo>
                  <a:pt x="153648" y="90816"/>
                </a:lnTo>
                <a:close/>
                <a:moveTo>
                  <a:pt x="204158" y="89431"/>
                </a:moveTo>
                <a:lnTo>
                  <a:pt x="204158" y="64752"/>
                </a:lnTo>
                <a:cubicBezTo>
                  <a:pt x="205625" y="66625"/>
                  <a:pt x="207499" y="68091"/>
                  <a:pt x="209780" y="69313"/>
                </a:cubicBezTo>
                <a:cubicBezTo>
                  <a:pt x="212061" y="70535"/>
                  <a:pt x="214586" y="71105"/>
                  <a:pt x="217519" y="71105"/>
                </a:cubicBezTo>
                <a:cubicBezTo>
                  <a:pt x="221429" y="71105"/>
                  <a:pt x="225177" y="69965"/>
                  <a:pt x="228680" y="67766"/>
                </a:cubicBezTo>
                <a:cubicBezTo>
                  <a:pt x="232265" y="65567"/>
                  <a:pt x="234953" y="62390"/>
                  <a:pt x="236827" y="58236"/>
                </a:cubicBezTo>
                <a:cubicBezTo>
                  <a:pt x="238701" y="54082"/>
                  <a:pt x="239597" y="49440"/>
                  <a:pt x="239597" y="44227"/>
                </a:cubicBezTo>
                <a:cubicBezTo>
                  <a:pt x="239597" y="39421"/>
                  <a:pt x="238782" y="34942"/>
                  <a:pt x="237071" y="30869"/>
                </a:cubicBezTo>
                <a:cubicBezTo>
                  <a:pt x="235361" y="26797"/>
                  <a:pt x="232916" y="23702"/>
                  <a:pt x="229576" y="21421"/>
                </a:cubicBezTo>
                <a:cubicBezTo>
                  <a:pt x="226236" y="19222"/>
                  <a:pt x="222407" y="18082"/>
                  <a:pt x="218089" y="18082"/>
                </a:cubicBezTo>
                <a:cubicBezTo>
                  <a:pt x="214749" y="18082"/>
                  <a:pt x="211979" y="18733"/>
                  <a:pt x="209617" y="20037"/>
                </a:cubicBezTo>
                <a:cubicBezTo>
                  <a:pt x="207254" y="21340"/>
                  <a:pt x="205217" y="23295"/>
                  <a:pt x="203344" y="25819"/>
                </a:cubicBezTo>
                <a:lnTo>
                  <a:pt x="203344" y="19222"/>
                </a:lnTo>
                <a:lnTo>
                  <a:pt x="195523" y="19222"/>
                </a:lnTo>
                <a:lnTo>
                  <a:pt x="195523" y="89349"/>
                </a:lnTo>
                <a:lnTo>
                  <a:pt x="204077" y="89349"/>
                </a:lnTo>
                <a:close/>
                <a:moveTo>
                  <a:pt x="207499" y="30055"/>
                </a:moveTo>
                <a:cubicBezTo>
                  <a:pt x="210350" y="26634"/>
                  <a:pt x="213527" y="24923"/>
                  <a:pt x="217193" y="24923"/>
                </a:cubicBezTo>
                <a:cubicBezTo>
                  <a:pt x="220859" y="24923"/>
                  <a:pt x="224036" y="26552"/>
                  <a:pt x="226725" y="29729"/>
                </a:cubicBezTo>
                <a:cubicBezTo>
                  <a:pt x="229413" y="32905"/>
                  <a:pt x="230717" y="37792"/>
                  <a:pt x="230717" y="44227"/>
                </a:cubicBezTo>
                <a:cubicBezTo>
                  <a:pt x="230717" y="50987"/>
                  <a:pt x="229332" y="56037"/>
                  <a:pt x="226643" y="59214"/>
                </a:cubicBezTo>
                <a:cubicBezTo>
                  <a:pt x="223955" y="62471"/>
                  <a:pt x="220615" y="64019"/>
                  <a:pt x="216867" y="64019"/>
                </a:cubicBezTo>
                <a:cubicBezTo>
                  <a:pt x="213120" y="64019"/>
                  <a:pt x="209942" y="62471"/>
                  <a:pt x="207254" y="59376"/>
                </a:cubicBezTo>
                <a:cubicBezTo>
                  <a:pt x="204647" y="56281"/>
                  <a:pt x="203262" y="51476"/>
                  <a:pt x="203262" y="44878"/>
                </a:cubicBezTo>
                <a:cubicBezTo>
                  <a:pt x="203262" y="38281"/>
                  <a:pt x="204647" y="33394"/>
                  <a:pt x="207499" y="29973"/>
                </a:cubicBezTo>
                <a:lnTo>
                  <a:pt x="207499" y="29973"/>
                </a:lnTo>
                <a:close/>
                <a:moveTo>
                  <a:pt x="283019" y="69965"/>
                </a:moveTo>
                <a:lnTo>
                  <a:pt x="291981" y="69965"/>
                </a:lnTo>
                <a:cubicBezTo>
                  <a:pt x="290921" y="68010"/>
                  <a:pt x="290188" y="65974"/>
                  <a:pt x="289781" y="63856"/>
                </a:cubicBezTo>
                <a:cubicBezTo>
                  <a:pt x="289455" y="61738"/>
                  <a:pt x="289211" y="56689"/>
                  <a:pt x="289211" y="48707"/>
                </a:cubicBezTo>
                <a:lnTo>
                  <a:pt x="289211" y="37222"/>
                </a:lnTo>
                <a:cubicBezTo>
                  <a:pt x="289211" y="33394"/>
                  <a:pt x="289048" y="30788"/>
                  <a:pt x="288803" y="29322"/>
                </a:cubicBezTo>
                <a:cubicBezTo>
                  <a:pt x="288315" y="26960"/>
                  <a:pt x="287418" y="25005"/>
                  <a:pt x="286115" y="23457"/>
                </a:cubicBezTo>
                <a:cubicBezTo>
                  <a:pt x="284811" y="21910"/>
                  <a:pt x="282856" y="20607"/>
                  <a:pt x="280168" y="19629"/>
                </a:cubicBezTo>
                <a:cubicBezTo>
                  <a:pt x="277479" y="18652"/>
                  <a:pt x="273976" y="18082"/>
                  <a:pt x="269658" y="18082"/>
                </a:cubicBezTo>
                <a:cubicBezTo>
                  <a:pt x="265341" y="18082"/>
                  <a:pt x="261430" y="18652"/>
                  <a:pt x="258171" y="19874"/>
                </a:cubicBezTo>
                <a:cubicBezTo>
                  <a:pt x="254831" y="21095"/>
                  <a:pt x="252306" y="22806"/>
                  <a:pt x="250595" y="25005"/>
                </a:cubicBezTo>
                <a:cubicBezTo>
                  <a:pt x="248884" y="27204"/>
                  <a:pt x="247581" y="30136"/>
                  <a:pt x="246847" y="33720"/>
                </a:cubicBezTo>
                <a:lnTo>
                  <a:pt x="255239" y="34860"/>
                </a:lnTo>
                <a:cubicBezTo>
                  <a:pt x="256135" y="31276"/>
                  <a:pt x="257601" y="28751"/>
                  <a:pt x="259475" y="27367"/>
                </a:cubicBezTo>
                <a:cubicBezTo>
                  <a:pt x="261430" y="25982"/>
                  <a:pt x="264363" y="25249"/>
                  <a:pt x="268437" y="25249"/>
                </a:cubicBezTo>
                <a:cubicBezTo>
                  <a:pt x="272754" y="25249"/>
                  <a:pt x="276013" y="26227"/>
                  <a:pt x="278212" y="28182"/>
                </a:cubicBezTo>
                <a:cubicBezTo>
                  <a:pt x="279842" y="29648"/>
                  <a:pt x="280657" y="32091"/>
                  <a:pt x="280657" y="35593"/>
                </a:cubicBezTo>
                <a:cubicBezTo>
                  <a:pt x="280657" y="35919"/>
                  <a:pt x="280657" y="36652"/>
                  <a:pt x="280657" y="37874"/>
                </a:cubicBezTo>
                <a:cubicBezTo>
                  <a:pt x="277398" y="39014"/>
                  <a:pt x="272266" y="39991"/>
                  <a:pt x="265341" y="40806"/>
                </a:cubicBezTo>
                <a:cubicBezTo>
                  <a:pt x="261919" y="41213"/>
                  <a:pt x="259393" y="41621"/>
                  <a:pt x="257683" y="42109"/>
                </a:cubicBezTo>
                <a:cubicBezTo>
                  <a:pt x="255402" y="42761"/>
                  <a:pt x="253365" y="43657"/>
                  <a:pt x="251491" y="44960"/>
                </a:cubicBezTo>
                <a:cubicBezTo>
                  <a:pt x="249699" y="46182"/>
                  <a:pt x="248151" y="47811"/>
                  <a:pt x="247092" y="49928"/>
                </a:cubicBezTo>
                <a:cubicBezTo>
                  <a:pt x="245951" y="51964"/>
                  <a:pt x="245381" y="54245"/>
                  <a:pt x="245381" y="56689"/>
                </a:cubicBezTo>
                <a:cubicBezTo>
                  <a:pt x="245381" y="60924"/>
                  <a:pt x="246847" y="64426"/>
                  <a:pt x="249862" y="67114"/>
                </a:cubicBezTo>
                <a:cubicBezTo>
                  <a:pt x="252876" y="69802"/>
                  <a:pt x="257112" y="71187"/>
                  <a:pt x="262734" y="71187"/>
                </a:cubicBezTo>
                <a:cubicBezTo>
                  <a:pt x="266074" y="71187"/>
                  <a:pt x="269251" y="70616"/>
                  <a:pt x="272184" y="69476"/>
                </a:cubicBezTo>
                <a:cubicBezTo>
                  <a:pt x="275117" y="68336"/>
                  <a:pt x="278212" y="66462"/>
                  <a:pt x="281390" y="63775"/>
                </a:cubicBezTo>
                <a:cubicBezTo>
                  <a:pt x="281634" y="66137"/>
                  <a:pt x="282205" y="68254"/>
                  <a:pt x="283101" y="70046"/>
                </a:cubicBezTo>
                <a:lnTo>
                  <a:pt x="283101" y="70046"/>
                </a:lnTo>
                <a:close/>
                <a:moveTo>
                  <a:pt x="280575" y="47729"/>
                </a:moveTo>
                <a:cubicBezTo>
                  <a:pt x="280575" y="51476"/>
                  <a:pt x="280086" y="54408"/>
                  <a:pt x="279190" y="56281"/>
                </a:cubicBezTo>
                <a:cubicBezTo>
                  <a:pt x="277968" y="58806"/>
                  <a:pt x="276095" y="60761"/>
                  <a:pt x="273487" y="62227"/>
                </a:cubicBezTo>
                <a:cubicBezTo>
                  <a:pt x="270880" y="63693"/>
                  <a:pt x="267948" y="64426"/>
                  <a:pt x="264689" y="64426"/>
                </a:cubicBezTo>
                <a:cubicBezTo>
                  <a:pt x="261430" y="64426"/>
                  <a:pt x="258823" y="63693"/>
                  <a:pt x="257112" y="62146"/>
                </a:cubicBezTo>
                <a:cubicBezTo>
                  <a:pt x="255402" y="60598"/>
                  <a:pt x="254505" y="58725"/>
                  <a:pt x="254505" y="56444"/>
                </a:cubicBezTo>
                <a:cubicBezTo>
                  <a:pt x="254505" y="54978"/>
                  <a:pt x="254913" y="53594"/>
                  <a:pt x="255728" y="52372"/>
                </a:cubicBezTo>
                <a:cubicBezTo>
                  <a:pt x="256542" y="51150"/>
                  <a:pt x="257683" y="50254"/>
                  <a:pt x="259149" y="49602"/>
                </a:cubicBezTo>
                <a:cubicBezTo>
                  <a:pt x="260615" y="48951"/>
                  <a:pt x="263141" y="48381"/>
                  <a:pt x="266644" y="47892"/>
                </a:cubicBezTo>
                <a:cubicBezTo>
                  <a:pt x="272917" y="46996"/>
                  <a:pt x="277561" y="45937"/>
                  <a:pt x="280657" y="44634"/>
                </a:cubicBezTo>
                <a:lnTo>
                  <a:pt x="280657" y="47811"/>
                </a:lnTo>
                <a:lnTo>
                  <a:pt x="280657" y="47811"/>
                </a:lnTo>
                <a:close/>
                <a:moveTo>
                  <a:pt x="309333" y="69965"/>
                </a:moveTo>
                <a:lnTo>
                  <a:pt x="309333" y="0"/>
                </a:lnTo>
                <a:lnTo>
                  <a:pt x="300779" y="0"/>
                </a:lnTo>
                <a:lnTo>
                  <a:pt x="300779" y="69965"/>
                </a:lnTo>
                <a:lnTo>
                  <a:pt x="309333" y="69965"/>
                </a:lnTo>
                <a:close/>
                <a:moveTo>
                  <a:pt x="329374" y="69965"/>
                </a:moveTo>
                <a:lnTo>
                  <a:pt x="329374" y="0"/>
                </a:lnTo>
                <a:lnTo>
                  <a:pt x="320820" y="0"/>
                </a:lnTo>
                <a:lnTo>
                  <a:pt x="320820" y="69965"/>
                </a:lnTo>
                <a:lnTo>
                  <a:pt x="329374" y="69965"/>
                </a:lnTo>
                <a:close/>
                <a:moveTo>
                  <a:pt x="349741" y="9937"/>
                </a:moveTo>
                <a:lnTo>
                  <a:pt x="349741" y="82"/>
                </a:lnTo>
                <a:lnTo>
                  <a:pt x="341187" y="82"/>
                </a:lnTo>
                <a:lnTo>
                  <a:pt x="341187" y="9937"/>
                </a:lnTo>
                <a:lnTo>
                  <a:pt x="349741" y="9937"/>
                </a:lnTo>
                <a:close/>
                <a:moveTo>
                  <a:pt x="349741" y="69965"/>
                </a:moveTo>
                <a:lnTo>
                  <a:pt x="349741" y="19304"/>
                </a:lnTo>
                <a:lnTo>
                  <a:pt x="341187" y="19304"/>
                </a:lnTo>
                <a:lnTo>
                  <a:pt x="341187" y="69965"/>
                </a:lnTo>
                <a:lnTo>
                  <a:pt x="349741" y="69965"/>
                </a:lnTo>
                <a:close/>
                <a:moveTo>
                  <a:pt x="401962" y="69965"/>
                </a:moveTo>
                <a:lnTo>
                  <a:pt x="401962" y="0"/>
                </a:lnTo>
                <a:lnTo>
                  <a:pt x="393408" y="0"/>
                </a:lnTo>
                <a:lnTo>
                  <a:pt x="393408" y="25086"/>
                </a:lnTo>
                <a:cubicBezTo>
                  <a:pt x="391942" y="23050"/>
                  <a:pt x="389986" y="21340"/>
                  <a:pt x="387624" y="20037"/>
                </a:cubicBezTo>
                <a:cubicBezTo>
                  <a:pt x="385261" y="18733"/>
                  <a:pt x="382491" y="18082"/>
                  <a:pt x="379477" y="18082"/>
                </a:cubicBezTo>
                <a:cubicBezTo>
                  <a:pt x="375322" y="18082"/>
                  <a:pt x="371575" y="19141"/>
                  <a:pt x="368153" y="21340"/>
                </a:cubicBezTo>
                <a:cubicBezTo>
                  <a:pt x="364813" y="23539"/>
                  <a:pt x="362287" y="26715"/>
                  <a:pt x="360577" y="30788"/>
                </a:cubicBezTo>
                <a:cubicBezTo>
                  <a:pt x="358866" y="34942"/>
                  <a:pt x="358051" y="39503"/>
                  <a:pt x="358051" y="44553"/>
                </a:cubicBezTo>
                <a:cubicBezTo>
                  <a:pt x="358051" y="49602"/>
                  <a:pt x="358947" y="54327"/>
                  <a:pt x="360821" y="58317"/>
                </a:cubicBezTo>
                <a:cubicBezTo>
                  <a:pt x="362695" y="62309"/>
                  <a:pt x="365302" y="65403"/>
                  <a:pt x="368723" y="67684"/>
                </a:cubicBezTo>
                <a:cubicBezTo>
                  <a:pt x="372145" y="69965"/>
                  <a:pt x="375811" y="71023"/>
                  <a:pt x="379884" y="71023"/>
                </a:cubicBezTo>
                <a:cubicBezTo>
                  <a:pt x="386157" y="71023"/>
                  <a:pt x="390883" y="68499"/>
                  <a:pt x="394060" y="63449"/>
                </a:cubicBezTo>
                <a:lnTo>
                  <a:pt x="394060" y="69883"/>
                </a:lnTo>
                <a:lnTo>
                  <a:pt x="402044" y="69883"/>
                </a:lnTo>
                <a:close/>
                <a:moveTo>
                  <a:pt x="370678" y="29973"/>
                </a:moveTo>
                <a:cubicBezTo>
                  <a:pt x="373204" y="26878"/>
                  <a:pt x="376463" y="25331"/>
                  <a:pt x="380210" y="25331"/>
                </a:cubicBezTo>
                <a:cubicBezTo>
                  <a:pt x="383958" y="25331"/>
                  <a:pt x="387379" y="26960"/>
                  <a:pt x="390068" y="30218"/>
                </a:cubicBezTo>
                <a:cubicBezTo>
                  <a:pt x="392756" y="33476"/>
                  <a:pt x="394060" y="38525"/>
                  <a:pt x="394060" y="45530"/>
                </a:cubicBezTo>
                <a:cubicBezTo>
                  <a:pt x="394060" y="51802"/>
                  <a:pt x="392756" y="56526"/>
                  <a:pt x="390149" y="59621"/>
                </a:cubicBezTo>
                <a:cubicBezTo>
                  <a:pt x="387542" y="62716"/>
                  <a:pt x="384365" y="64263"/>
                  <a:pt x="380618" y="64263"/>
                </a:cubicBezTo>
                <a:cubicBezTo>
                  <a:pt x="376870" y="64263"/>
                  <a:pt x="373693" y="62634"/>
                  <a:pt x="370923" y="59458"/>
                </a:cubicBezTo>
                <a:cubicBezTo>
                  <a:pt x="368153" y="56281"/>
                  <a:pt x="366850" y="51394"/>
                  <a:pt x="366850" y="44878"/>
                </a:cubicBezTo>
                <a:cubicBezTo>
                  <a:pt x="366850" y="38363"/>
                  <a:pt x="368153" y="33231"/>
                  <a:pt x="370678" y="30136"/>
                </a:cubicBezTo>
                <a:lnTo>
                  <a:pt x="370678" y="30136"/>
                </a:lnTo>
                <a:close/>
                <a:moveTo>
                  <a:pt x="448643" y="69965"/>
                </a:moveTo>
                <a:lnTo>
                  <a:pt x="457605" y="69965"/>
                </a:lnTo>
                <a:cubicBezTo>
                  <a:pt x="456546" y="68010"/>
                  <a:pt x="455812" y="65974"/>
                  <a:pt x="455405" y="63856"/>
                </a:cubicBezTo>
                <a:cubicBezTo>
                  <a:pt x="455079" y="61738"/>
                  <a:pt x="454835" y="56689"/>
                  <a:pt x="454835" y="48707"/>
                </a:cubicBezTo>
                <a:lnTo>
                  <a:pt x="454835" y="37222"/>
                </a:lnTo>
                <a:cubicBezTo>
                  <a:pt x="454835" y="33394"/>
                  <a:pt x="454672" y="30788"/>
                  <a:pt x="454427" y="29322"/>
                </a:cubicBezTo>
                <a:cubicBezTo>
                  <a:pt x="453939" y="26960"/>
                  <a:pt x="453043" y="25005"/>
                  <a:pt x="451739" y="23457"/>
                </a:cubicBezTo>
                <a:cubicBezTo>
                  <a:pt x="450436" y="21910"/>
                  <a:pt x="448480" y="20607"/>
                  <a:pt x="445792" y="19629"/>
                </a:cubicBezTo>
                <a:cubicBezTo>
                  <a:pt x="443103" y="18652"/>
                  <a:pt x="439600" y="18082"/>
                  <a:pt x="435282" y="18082"/>
                </a:cubicBezTo>
                <a:cubicBezTo>
                  <a:pt x="430965" y="18082"/>
                  <a:pt x="427054" y="18652"/>
                  <a:pt x="423795" y="19874"/>
                </a:cubicBezTo>
                <a:cubicBezTo>
                  <a:pt x="420455" y="21095"/>
                  <a:pt x="417930" y="22806"/>
                  <a:pt x="416219" y="25005"/>
                </a:cubicBezTo>
                <a:cubicBezTo>
                  <a:pt x="414508" y="27204"/>
                  <a:pt x="413205" y="30136"/>
                  <a:pt x="412472" y="33720"/>
                </a:cubicBezTo>
                <a:lnTo>
                  <a:pt x="420863" y="34860"/>
                </a:lnTo>
                <a:cubicBezTo>
                  <a:pt x="421759" y="31276"/>
                  <a:pt x="423225" y="28751"/>
                  <a:pt x="425099" y="27367"/>
                </a:cubicBezTo>
                <a:cubicBezTo>
                  <a:pt x="427054" y="25982"/>
                  <a:pt x="429987" y="25249"/>
                  <a:pt x="434060" y="25249"/>
                </a:cubicBezTo>
                <a:cubicBezTo>
                  <a:pt x="438378" y="25249"/>
                  <a:pt x="441637" y="26227"/>
                  <a:pt x="443837" y="28182"/>
                </a:cubicBezTo>
                <a:cubicBezTo>
                  <a:pt x="445466" y="29648"/>
                  <a:pt x="446281" y="32091"/>
                  <a:pt x="446281" y="35593"/>
                </a:cubicBezTo>
                <a:cubicBezTo>
                  <a:pt x="446281" y="35919"/>
                  <a:pt x="446281" y="36652"/>
                  <a:pt x="446281" y="37874"/>
                </a:cubicBezTo>
                <a:cubicBezTo>
                  <a:pt x="443022" y="39014"/>
                  <a:pt x="437889" y="39991"/>
                  <a:pt x="430965" y="40806"/>
                </a:cubicBezTo>
                <a:cubicBezTo>
                  <a:pt x="427543" y="41213"/>
                  <a:pt x="425018" y="41621"/>
                  <a:pt x="423307" y="42109"/>
                </a:cubicBezTo>
                <a:cubicBezTo>
                  <a:pt x="421026" y="42761"/>
                  <a:pt x="418989" y="43657"/>
                  <a:pt x="417115" y="44960"/>
                </a:cubicBezTo>
                <a:cubicBezTo>
                  <a:pt x="415323" y="46182"/>
                  <a:pt x="413775" y="47811"/>
                  <a:pt x="412716" y="49928"/>
                </a:cubicBezTo>
                <a:cubicBezTo>
                  <a:pt x="411575" y="51964"/>
                  <a:pt x="411005" y="54245"/>
                  <a:pt x="411005" y="56689"/>
                </a:cubicBezTo>
                <a:cubicBezTo>
                  <a:pt x="411005" y="60924"/>
                  <a:pt x="412472" y="64426"/>
                  <a:pt x="415486" y="67114"/>
                </a:cubicBezTo>
                <a:cubicBezTo>
                  <a:pt x="418500" y="69802"/>
                  <a:pt x="422737" y="71187"/>
                  <a:pt x="428358" y="71187"/>
                </a:cubicBezTo>
                <a:cubicBezTo>
                  <a:pt x="431698" y="71187"/>
                  <a:pt x="434875" y="70616"/>
                  <a:pt x="437808" y="69476"/>
                </a:cubicBezTo>
                <a:cubicBezTo>
                  <a:pt x="440741" y="68336"/>
                  <a:pt x="443837" y="66462"/>
                  <a:pt x="447014" y="63775"/>
                </a:cubicBezTo>
                <a:cubicBezTo>
                  <a:pt x="447258" y="66137"/>
                  <a:pt x="447829" y="68254"/>
                  <a:pt x="448725" y="70046"/>
                </a:cubicBezTo>
                <a:lnTo>
                  <a:pt x="448725" y="70046"/>
                </a:lnTo>
                <a:close/>
                <a:moveTo>
                  <a:pt x="446199" y="47729"/>
                </a:moveTo>
                <a:cubicBezTo>
                  <a:pt x="446199" y="51476"/>
                  <a:pt x="445710" y="54408"/>
                  <a:pt x="444814" y="56281"/>
                </a:cubicBezTo>
                <a:cubicBezTo>
                  <a:pt x="443592" y="58806"/>
                  <a:pt x="441718" y="60761"/>
                  <a:pt x="439111" y="62227"/>
                </a:cubicBezTo>
                <a:cubicBezTo>
                  <a:pt x="436504" y="63693"/>
                  <a:pt x="433572" y="64426"/>
                  <a:pt x="430313" y="64426"/>
                </a:cubicBezTo>
                <a:cubicBezTo>
                  <a:pt x="427054" y="64426"/>
                  <a:pt x="424447" y="63693"/>
                  <a:pt x="422737" y="62146"/>
                </a:cubicBezTo>
                <a:cubicBezTo>
                  <a:pt x="421026" y="60598"/>
                  <a:pt x="420130" y="58725"/>
                  <a:pt x="420130" y="56444"/>
                </a:cubicBezTo>
                <a:cubicBezTo>
                  <a:pt x="420130" y="54978"/>
                  <a:pt x="420537" y="53594"/>
                  <a:pt x="421351" y="52372"/>
                </a:cubicBezTo>
                <a:cubicBezTo>
                  <a:pt x="422166" y="51150"/>
                  <a:pt x="423307" y="50254"/>
                  <a:pt x="424773" y="49602"/>
                </a:cubicBezTo>
                <a:cubicBezTo>
                  <a:pt x="426240" y="48951"/>
                  <a:pt x="428765" y="48381"/>
                  <a:pt x="432268" y="47892"/>
                </a:cubicBezTo>
                <a:cubicBezTo>
                  <a:pt x="438541" y="46996"/>
                  <a:pt x="443185" y="45937"/>
                  <a:pt x="446281" y="44634"/>
                </a:cubicBezTo>
                <a:lnTo>
                  <a:pt x="446281" y="47811"/>
                </a:lnTo>
                <a:lnTo>
                  <a:pt x="446281" y="47811"/>
                </a:lnTo>
                <a:close/>
                <a:moveTo>
                  <a:pt x="474957" y="69965"/>
                </a:moveTo>
                <a:lnTo>
                  <a:pt x="474957" y="0"/>
                </a:lnTo>
                <a:lnTo>
                  <a:pt x="466403" y="0"/>
                </a:lnTo>
                <a:lnTo>
                  <a:pt x="466403" y="69965"/>
                </a:lnTo>
                <a:lnTo>
                  <a:pt x="474957" y="69965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자유형 50">
            <a:extLst>
              <a:ext uri="{FF2B5EF4-FFF2-40B4-BE49-F238E27FC236}">
                <a16:creationId xmlns:a16="http://schemas.microsoft.com/office/drawing/2014/main" id="{1024360C-D85F-6536-B809-1F1FA58A1CC9}"/>
              </a:ext>
            </a:extLst>
          </p:cNvPr>
          <p:cNvSpPr/>
          <p:nvPr/>
        </p:nvSpPr>
        <p:spPr>
          <a:xfrm>
            <a:off x="2966373" y="1612824"/>
            <a:ext cx="125134" cy="8144"/>
          </a:xfrm>
          <a:custGeom>
            <a:avLst/>
            <a:gdLst>
              <a:gd name="connsiteX0" fmla="*/ 0 w 125134"/>
              <a:gd name="connsiteY0" fmla="*/ 0 h 8144"/>
              <a:gd name="connsiteX1" fmla="*/ 125135 w 125134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134" h="8144">
                <a:moveTo>
                  <a:pt x="0" y="0"/>
                </a:moveTo>
                <a:lnTo>
                  <a:pt x="125135" y="0"/>
                </a:lnTo>
              </a:path>
            </a:pathLst>
          </a:custGeom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2" name="자유형 51">
            <a:extLst>
              <a:ext uri="{FF2B5EF4-FFF2-40B4-BE49-F238E27FC236}">
                <a16:creationId xmlns:a16="http://schemas.microsoft.com/office/drawing/2014/main" id="{9D2D269C-6C72-ECE1-5F69-3E84C65109BE}"/>
              </a:ext>
            </a:extLst>
          </p:cNvPr>
          <p:cNvSpPr/>
          <p:nvPr/>
        </p:nvSpPr>
        <p:spPr>
          <a:xfrm>
            <a:off x="3166376" y="1738500"/>
            <a:ext cx="161795" cy="72326"/>
          </a:xfrm>
          <a:custGeom>
            <a:avLst/>
            <a:gdLst>
              <a:gd name="connsiteX0" fmla="*/ 3748 w 161795"/>
              <a:gd name="connsiteY0" fmla="*/ 61250 h 72326"/>
              <a:gd name="connsiteX1" fmla="*/ 13850 w 161795"/>
              <a:gd name="connsiteY1" fmla="*/ 69557 h 72326"/>
              <a:gd name="connsiteX2" fmla="*/ 29736 w 161795"/>
              <a:gd name="connsiteY2" fmla="*/ 72327 h 72326"/>
              <a:gd name="connsiteX3" fmla="*/ 43260 w 161795"/>
              <a:gd name="connsiteY3" fmla="*/ 69557 h 72326"/>
              <a:gd name="connsiteX4" fmla="*/ 52465 w 161795"/>
              <a:gd name="connsiteY4" fmla="*/ 61901 h 72326"/>
              <a:gd name="connsiteX5" fmla="*/ 55643 w 161795"/>
              <a:gd name="connsiteY5" fmla="*/ 51394 h 72326"/>
              <a:gd name="connsiteX6" fmla="*/ 52710 w 161795"/>
              <a:gd name="connsiteY6" fmla="*/ 41457 h 72326"/>
              <a:gd name="connsiteX7" fmla="*/ 43667 w 161795"/>
              <a:gd name="connsiteY7" fmla="*/ 34290 h 72326"/>
              <a:gd name="connsiteX8" fmla="*/ 28188 w 161795"/>
              <a:gd name="connsiteY8" fmla="*/ 29810 h 72326"/>
              <a:gd name="connsiteX9" fmla="*/ 14257 w 161795"/>
              <a:gd name="connsiteY9" fmla="*/ 24842 h 72326"/>
              <a:gd name="connsiteX10" fmla="*/ 11569 w 161795"/>
              <a:gd name="connsiteY10" fmla="*/ 18652 h 72326"/>
              <a:gd name="connsiteX11" fmla="*/ 15398 w 161795"/>
              <a:gd name="connsiteY11" fmla="*/ 11240 h 72326"/>
              <a:gd name="connsiteX12" fmla="*/ 27618 w 161795"/>
              <a:gd name="connsiteY12" fmla="*/ 8145 h 72326"/>
              <a:gd name="connsiteX13" fmla="*/ 39838 w 161795"/>
              <a:gd name="connsiteY13" fmla="*/ 11566 h 72326"/>
              <a:gd name="connsiteX14" fmla="*/ 44644 w 161795"/>
              <a:gd name="connsiteY14" fmla="*/ 21584 h 72326"/>
              <a:gd name="connsiteX15" fmla="*/ 53524 w 161795"/>
              <a:gd name="connsiteY15" fmla="*/ 20932 h 72326"/>
              <a:gd name="connsiteX16" fmla="*/ 50103 w 161795"/>
              <a:gd name="connsiteY16" fmla="*/ 9937 h 72326"/>
              <a:gd name="connsiteX17" fmla="*/ 40979 w 161795"/>
              <a:gd name="connsiteY17" fmla="*/ 2525 h 72326"/>
              <a:gd name="connsiteX18" fmla="*/ 27292 w 161795"/>
              <a:gd name="connsiteY18" fmla="*/ 0 h 72326"/>
              <a:gd name="connsiteX19" fmla="*/ 14420 w 161795"/>
              <a:gd name="connsiteY19" fmla="*/ 2362 h 72326"/>
              <a:gd name="connsiteX20" fmla="*/ 5621 w 161795"/>
              <a:gd name="connsiteY20" fmla="*/ 9367 h 72326"/>
              <a:gd name="connsiteX21" fmla="*/ 2607 w 161795"/>
              <a:gd name="connsiteY21" fmla="*/ 19303 h 72326"/>
              <a:gd name="connsiteX22" fmla="*/ 5051 w 161795"/>
              <a:gd name="connsiteY22" fmla="*/ 28018 h 72326"/>
              <a:gd name="connsiteX23" fmla="*/ 12546 w 161795"/>
              <a:gd name="connsiteY23" fmla="*/ 34534 h 72326"/>
              <a:gd name="connsiteX24" fmla="*/ 26070 w 161795"/>
              <a:gd name="connsiteY24" fmla="*/ 38933 h 72326"/>
              <a:gd name="connsiteX25" fmla="*/ 38534 w 161795"/>
              <a:gd name="connsiteY25" fmla="*/ 42353 h 72326"/>
              <a:gd name="connsiteX26" fmla="*/ 44807 w 161795"/>
              <a:gd name="connsiteY26" fmla="*/ 46507 h 72326"/>
              <a:gd name="connsiteX27" fmla="*/ 46681 w 161795"/>
              <a:gd name="connsiteY27" fmla="*/ 52290 h 72326"/>
              <a:gd name="connsiteX28" fmla="*/ 44726 w 161795"/>
              <a:gd name="connsiteY28" fmla="*/ 58317 h 72326"/>
              <a:gd name="connsiteX29" fmla="*/ 38697 w 161795"/>
              <a:gd name="connsiteY29" fmla="*/ 62634 h 72326"/>
              <a:gd name="connsiteX30" fmla="*/ 29328 w 161795"/>
              <a:gd name="connsiteY30" fmla="*/ 64182 h 72326"/>
              <a:gd name="connsiteX31" fmla="*/ 18575 w 161795"/>
              <a:gd name="connsiteY31" fmla="*/ 62146 h 72326"/>
              <a:gd name="connsiteX32" fmla="*/ 11569 w 161795"/>
              <a:gd name="connsiteY32" fmla="*/ 56688 h 72326"/>
              <a:gd name="connsiteX33" fmla="*/ 8717 w 161795"/>
              <a:gd name="connsiteY33" fmla="*/ 48055 h 72326"/>
              <a:gd name="connsiteX34" fmla="*/ 0 w 161795"/>
              <a:gd name="connsiteY34" fmla="*/ 48788 h 72326"/>
              <a:gd name="connsiteX35" fmla="*/ 3829 w 161795"/>
              <a:gd name="connsiteY35" fmla="*/ 61331 h 72326"/>
              <a:gd name="connsiteX36" fmla="*/ 3829 w 161795"/>
              <a:gd name="connsiteY36" fmla="*/ 61331 h 72326"/>
              <a:gd name="connsiteX37" fmla="*/ 75358 w 161795"/>
              <a:gd name="connsiteY37" fmla="*/ 71105 h 72326"/>
              <a:gd name="connsiteX38" fmla="*/ 75358 w 161795"/>
              <a:gd name="connsiteY38" fmla="*/ 16127 h 72326"/>
              <a:gd name="connsiteX39" fmla="*/ 112100 w 161795"/>
              <a:gd name="connsiteY39" fmla="*/ 71105 h 72326"/>
              <a:gd name="connsiteX40" fmla="*/ 121632 w 161795"/>
              <a:gd name="connsiteY40" fmla="*/ 71105 h 72326"/>
              <a:gd name="connsiteX41" fmla="*/ 121632 w 161795"/>
              <a:gd name="connsiteY41" fmla="*/ 1140 h 72326"/>
              <a:gd name="connsiteX42" fmla="*/ 112752 w 161795"/>
              <a:gd name="connsiteY42" fmla="*/ 1140 h 72326"/>
              <a:gd name="connsiteX43" fmla="*/ 112752 w 161795"/>
              <a:gd name="connsiteY43" fmla="*/ 56037 h 72326"/>
              <a:gd name="connsiteX44" fmla="*/ 76010 w 161795"/>
              <a:gd name="connsiteY44" fmla="*/ 1140 h 72326"/>
              <a:gd name="connsiteX45" fmla="*/ 66478 w 161795"/>
              <a:gd name="connsiteY45" fmla="*/ 1140 h 72326"/>
              <a:gd name="connsiteX46" fmla="*/ 66478 w 161795"/>
              <a:gd name="connsiteY46" fmla="*/ 71105 h 72326"/>
              <a:gd name="connsiteX47" fmla="*/ 75358 w 161795"/>
              <a:gd name="connsiteY47" fmla="*/ 71105 h 72326"/>
              <a:gd name="connsiteX48" fmla="*/ 142895 w 161795"/>
              <a:gd name="connsiteY48" fmla="*/ 71105 h 72326"/>
              <a:gd name="connsiteX49" fmla="*/ 142895 w 161795"/>
              <a:gd name="connsiteY49" fmla="*/ 44553 h 72326"/>
              <a:gd name="connsiteX50" fmla="*/ 144361 w 161795"/>
              <a:gd name="connsiteY50" fmla="*/ 34534 h 72326"/>
              <a:gd name="connsiteX51" fmla="*/ 147538 w 161795"/>
              <a:gd name="connsiteY51" fmla="*/ 29810 h 72326"/>
              <a:gd name="connsiteX52" fmla="*/ 152589 w 161795"/>
              <a:gd name="connsiteY52" fmla="*/ 28100 h 72326"/>
              <a:gd name="connsiteX53" fmla="*/ 158862 w 161795"/>
              <a:gd name="connsiteY53" fmla="*/ 29973 h 72326"/>
              <a:gd name="connsiteX54" fmla="*/ 161795 w 161795"/>
              <a:gd name="connsiteY54" fmla="*/ 21991 h 72326"/>
              <a:gd name="connsiteX55" fmla="*/ 152997 w 161795"/>
              <a:gd name="connsiteY55" fmla="*/ 19222 h 72326"/>
              <a:gd name="connsiteX56" fmla="*/ 147457 w 161795"/>
              <a:gd name="connsiteY56" fmla="*/ 20932 h 72326"/>
              <a:gd name="connsiteX57" fmla="*/ 141999 w 161795"/>
              <a:gd name="connsiteY57" fmla="*/ 28018 h 72326"/>
              <a:gd name="connsiteX58" fmla="*/ 141999 w 161795"/>
              <a:gd name="connsiteY58" fmla="*/ 20362 h 72326"/>
              <a:gd name="connsiteX59" fmla="*/ 134259 w 161795"/>
              <a:gd name="connsiteY59" fmla="*/ 20362 h 72326"/>
              <a:gd name="connsiteX60" fmla="*/ 134259 w 161795"/>
              <a:gd name="connsiteY60" fmla="*/ 71023 h 72326"/>
              <a:gd name="connsiteX61" fmla="*/ 142813 w 161795"/>
              <a:gd name="connsiteY61" fmla="*/ 71023 h 7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61795" h="72326">
                <a:moveTo>
                  <a:pt x="3748" y="61250"/>
                </a:moveTo>
                <a:cubicBezTo>
                  <a:pt x="6192" y="64996"/>
                  <a:pt x="9532" y="67765"/>
                  <a:pt x="13850" y="69557"/>
                </a:cubicBezTo>
                <a:cubicBezTo>
                  <a:pt x="18167" y="71431"/>
                  <a:pt x="23463" y="72327"/>
                  <a:pt x="29736" y="72327"/>
                </a:cubicBezTo>
                <a:cubicBezTo>
                  <a:pt x="34705" y="72327"/>
                  <a:pt x="39268" y="71431"/>
                  <a:pt x="43260" y="69557"/>
                </a:cubicBezTo>
                <a:cubicBezTo>
                  <a:pt x="47251" y="67765"/>
                  <a:pt x="50347" y="65159"/>
                  <a:pt x="52465" y="61901"/>
                </a:cubicBezTo>
                <a:cubicBezTo>
                  <a:pt x="54584" y="58643"/>
                  <a:pt x="55643" y="55141"/>
                  <a:pt x="55643" y="51394"/>
                </a:cubicBezTo>
                <a:cubicBezTo>
                  <a:pt x="55643" y="47648"/>
                  <a:pt x="54665" y="44308"/>
                  <a:pt x="52710" y="41457"/>
                </a:cubicBezTo>
                <a:cubicBezTo>
                  <a:pt x="50755" y="38607"/>
                  <a:pt x="47740" y="36163"/>
                  <a:pt x="43667" y="34290"/>
                </a:cubicBezTo>
                <a:cubicBezTo>
                  <a:pt x="40897" y="32987"/>
                  <a:pt x="35683" y="31521"/>
                  <a:pt x="28188" y="29810"/>
                </a:cubicBezTo>
                <a:cubicBezTo>
                  <a:pt x="20693" y="28100"/>
                  <a:pt x="15968" y="26471"/>
                  <a:pt x="14257" y="24842"/>
                </a:cubicBezTo>
                <a:cubicBezTo>
                  <a:pt x="12465" y="23213"/>
                  <a:pt x="11569" y="21177"/>
                  <a:pt x="11569" y="18652"/>
                </a:cubicBezTo>
                <a:cubicBezTo>
                  <a:pt x="11569" y="15720"/>
                  <a:pt x="12872" y="13276"/>
                  <a:pt x="15398" y="11240"/>
                </a:cubicBezTo>
                <a:cubicBezTo>
                  <a:pt x="17923" y="9204"/>
                  <a:pt x="22078" y="8145"/>
                  <a:pt x="27618" y="8145"/>
                </a:cubicBezTo>
                <a:cubicBezTo>
                  <a:pt x="33157" y="8145"/>
                  <a:pt x="37068" y="9285"/>
                  <a:pt x="39838" y="11566"/>
                </a:cubicBezTo>
                <a:cubicBezTo>
                  <a:pt x="42608" y="13846"/>
                  <a:pt x="44237" y="17186"/>
                  <a:pt x="44644" y="21584"/>
                </a:cubicBezTo>
                <a:lnTo>
                  <a:pt x="53524" y="20932"/>
                </a:lnTo>
                <a:cubicBezTo>
                  <a:pt x="53362" y="16860"/>
                  <a:pt x="52221" y="13113"/>
                  <a:pt x="50103" y="9937"/>
                </a:cubicBezTo>
                <a:cubicBezTo>
                  <a:pt x="47985" y="6679"/>
                  <a:pt x="44889" y="4235"/>
                  <a:pt x="40979" y="2525"/>
                </a:cubicBezTo>
                <a:cubicBezTo>
                  <a:pt x="37068" y="815"/>
                  <a:pt x="32424" y="0"/>
                  <a:pt x="27292" y="0"/>
                </a:cubicBezTo>
                <a:cubicBezTo>
                  <a:pt x="22567" y="0"/>
                  <a:pt x="18330" y="815"/>
                  <a:pt x="14420" y="2362"/>
                </a:cubicBezTo>
                <a:cubicBezTo>
                  <a:pt x="10591" y="3991"/>
                  <a:pt x="7658" y="6271"/>
                  <a:pt x="5621" y="9367"/>
                </a:cubicBezTo>
                <a:cubicBezTo>
                  <a:pt x="3585" y="12462"/>
                  <a:pt x="2607" y="15720"/>
                  <a:pt x="2607" y="19303"/>
                </a:cubicBezTo>
                <a:cubicBezTo>
                  <a:pt x="2607" y="22480"/>
                  <a:pt x="3422" y="25412"/>
                  <a:pt x="5051" y="28018"/>
                </a:cubicBezTo>
                <a:cubicBezTo>
                  <a:pt x="6680" y="30625"/>
                  <a:pt x="9206" y="32824"/>
                  <a:pt x="12546" y="34534"/>
                </a:cubicBezTo>
                <a:cubicBezTo>
                  <a:pt x="15153" y="35919"/>
                  <a:pt x="19634" y="37385"/>
                  <a:pt x="26070" y="38933"/>
                </a:cubicBezTo>
                <a:cubicBezTo>
                  <a:pt x="32506" y="40480"/>
                  <a:pt x="36661" y="41620"/>
                  <a:pt x="38534" y="42353"/>
                </a:cubicBezTo>
                <a:cubicBezTo>
                  <a:pt x="41467" y="43494"/>
                  <a:pt x="43585" y="44878"/>
                  <a:pt x="44807" y="46507"/>
                </a:cubicBezTo>
                <a:cubicBezTo>
                  <a:pt x="46111" y="48136"/>
                  <a:pt x="46681" y="50091"/>
                  <a:pt x="46681" y="52290"/>
                </a:cubicBezTo>
                <a:cubicBezTo>
                  <a:pt x="46681" y="54489"/>
                  <a:pt x="46030" y="56444"/>
                  <a:pt x="44726" y="58317"/>
                </a:cubicBezTo>
                <a:cubicBezTo>
                  <a:pt x="43422" y="60109"/>
                  <a:pt x="41386" y="61575"/>
                  <a:pt x="38697" y="62634"/>
                </a:cubicBezTo>
                <a:cubicBezTo>
                  <a:pt x="36009" y="63693"/>
                  <a:pt x="32913" y="64182"/>
                  <a:pt x="29328" y="64182"/>
                </a:cubicBezTo>
                <a:cubicBezTo>
                  <a:pt x="25337" y="64182"/>
                  <a:pt x="21752" y="63530"/>
                  <a:pt x="18575" y="62146"/>
                </a:cubicBezTo>
                <a:cubicBezTo>
                  <a:pt x="15398" y="60761"/>
                  <a:pt x="13035" y="58969"/>
                  <a:pt x="11569" y="56688"/>
                </a:cubicBezTo>
                <a:cubicBezTo>
                  <a:pt x="10021" y="54408"/>
                  <a:pt x="9125" y="51557"/>
                  <a:pt x="8717" y="48055"/>
                </a:cubicBezTo>
                <a:lnTo>
                  <a:pt x="0" y="48788"/>
                </a:lnTo>
                <a:cubicBezTo>
                  <a:pt x="163" y="53430"/>
                  <a:pt x="1385" y="57666"/>
                  <a:pt x="3829" y="61331"/>
                </a:cubicBezTo>
                <a:lnTo>
                  <a:pt x="3829" y="61331"/>
                </a:lnTo>
                <a:close/>
                <a:moveTo>
                  <a:pt x="75358" y="71105"/>
                </a:moveTo>
                <a:lnTo>
                  <a:pt x="75358" y="16127"/>
                </a:lnTo>
                <a:lnTo>
                  <a:pt x="112100" y="71105"/>
                </a:lnTo>
                <a:lnTo>
                  <a:pt x="121632" y="71105"/>
                </a:lnTo>
                <a:lnTo>
                  <a:pt x="121632" y="1140"/>
                </a:lnTo>
                <a:lnTo>
                  <a:pt x="112752" y="1140"/>
                </a:lnTo>
                <a:lnTo>
                  <a:pt x="112752" y="56037"/>
                </a:lnTo>
                <a:lnTo>
                  <a:pt x="76010" y="1140"/>
                </a:lnTo>
                <a:lnTo>
                  <a:pt x="66478" y="1140"/>
                </a:lnTo>
                <a:lnTo>
                  <a:pt x="66478" y="71105"/>
                </a:lnTo>
                <a:lnTo>
                  <a:pt x="75358" y="71105"/>
                </a:lnTo>
                <a:close/>
                <a:moveTo>
                  <a:pt x="142895" y="71105"/>
                </a:moveTo>
                <a:lnTo>
                  <a:pt x="142895" y="44553"/>
                </a:lnTo>
                <a:cubicBezTo>
                  <a:pt x="142895" y="40887"/>
                  <a:pt x="143383" y="37548"/>
                  <a:pt x="144361" y="34534"/>
                </a:cubicBezTo>
                <a:cubicBezTo>
                  <a:pt x="145013" y="32498"/>
                  <a:pt x="146072" y="30950"/>
                  <a:pt x="147538" y="29810"/>
                </a:cubicBezTo>
                <a:cubicBezTo>
                  <a:pt x="149005" y="28670"/>
                  <a:pt x="150715" y="28100"/>
                  <a:pt x="152589" y="28100"/>
                </a:cubicBezTo>
                <a:cubicBezTo>
                  <a:pt x="154708" y="28100"/>
                  <a:pt x="156826" y="28751"/>
                  <a:pt x="158862" y="29973"/>
                </a:cubicBezTo>
                <a:lnTo>
                  <a:pt x="161795" y="21991"/>
                </a:lnTo>
                <a:cubicBezTo>
                  <a:pt x="158781" y="20118"/>
                  <a:pt x="155848" y="19222"/>
                  <a:pt x="152997" y="19222"/>
                </a:cubicBezTo>
                <a:cubicBezTo>
                  <a:pt x="150960" y="19222"/>
                  <a:pt x="149168" y="19792"/>
                  <a:pt x="147457" y="20932"/>
                </a:cubicBezTo>
                <a:cubicBezTo>
                  <a:pt x="145746" y="22073"/>
                  <a:pt x="143954" y="24435"/>
                  <a:pt x="141999" y="28018"/>
                </a:cubicBezTo>
                <a:lnTo>
                  <a:pt x="141999" y="20362"/>
                </a:lnTo>
                <a:lnTo>
                  <a:pt x="134259" y="20362"/>
                </a:lnTo>
                <a:lnTo>
                  <a:pt x="134259" y="71023"/>
                </a:lnTo>
                <a:lnTo>
                  <a:pt x="142813" y="71023"/>
                </a:lnTo>
                <a:close/>
              </a:path>
            </a:pathLst>
          </a:custGeom>
          <a:solidFill>
            <a:srgbClr val="0D0D0D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3" name="자유형 52">
            <a:extLst>
              <a:ext uri="{FF2B5EF4-FFF2-40B4-BE49-F238E27FC236}">
                <a16:creationId xmlns:a16="http://schemas.microsoft.com/office/drawing/2014/main" id="{D140729D-ADF1-FB13-4D4A-05605CB0CAE3}"/>
              </a:ext>
            </a:extLst>
          </p:cNvPr>
          <p:cNvSpPr/>
          <p:nvPr/>
        </p:nvSpPr>
        <p:spPr>
          <a:xfrm>
            <a:off x="2966373" y="1777026"/>
            <a:ext cx="125134" cy="8144"/>
          </a:xfrm>
          <a:custGeom>
            <a:avLst/>
            <a:gdLst>
              <a:gd name="connsiteX0" fmla="*/ 0 w 125134"/>
              <a:gd name="connsiteY0" fmla="*/ 0 h 8144"/>
              <a:gd name="connsiteX1" fmla="*/ 125135 w 125134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5134" h="8144">
                <a:moveTo>
                  <a:pt x="0" y="0"/>
                </a:moveTo>
                <a:lnTo>
                  <a:pt x="125135" y="0"/>
                </a:lnTo>
              </a:path>
            </a:pathLst>
          </a:custGeom>
          <a:ln w="5855" cap="rnd">
            <a:solidFill>
              <a:srgbClr val="0D0D0D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자유형 1">
            <a:extLst>
              <a:ext uri="{FF2B5EF4-FFF2-40B4-BE49-F238E27FC236}">
                <a16:creationId xmlns:a16="http://schemas.microsoft.com/office/drawing/2014/main" id="{95D976F2-A4B1-FEBB-64CC-FD74CBB8F1FC}"/>
              </a:ext>
            </a:extLst>
          </p:cNvPr>
          <p:cNvSpPr/>
          <p:nvPr/>
        </p:nvSpPr>
        <p:spPr>
          <a:xfrm>
            <a:off x="4563341" y="1835753"/>
            <a:ext cx="1173136" cy="8144"/>
          </a:xfrm>
          <a:custGeom>
            <a:avLst/>
            <a:gdLst>
              <a:gd name="connsiteX0" fmla="*/ 0 w 1173136"/>
              <a:gd name="connsiteY0" fmla="*/ 0 h 8144"/>
              <a:gd name="connsiteX1" fmla="*/ 1173136 w 1173136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3136" h="8144">
                <a:moveTo>
                  <a:pt x="0" y="0"/>
                </a:moveTo>
                <a:lnTo>
                  <a:pt x="1173136" y="0"/>
                </a:lnTo>
              </a:path>
            </a:pathLst>
          </a:custGeom>
          <a:ln w="1171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" name="자유형 2">
            <a:extLst>
              <a:ext uri="{FF2B5EF4-FFF2-40B4-BE49-F238E27FC236}">
                <a16:creationId xmlns:a16="http://schemas.microsoft.com/office/drawing/2014/main" id="{659B16A9-76D5-9508-7DC5-3792DDB43274}"/>
              </a:ext>
            </a:extLst>
          </p:cNvPr>
          <p:cNvSpPr/>
          <p:nvPr/>
        </p:nvSpPr>
        <p:spPr>
          <a:xfrm>
            <a:off x="4668924" y="1835753"/>
            <a:ext cx="956106" cy="43982"/>
          </a:xfrm>
          <a:custGeom>
            <a:avLst/>
            <a:gdLst>
              <a:gd name="connsiteX0" fmla="*/ 0 w 956106"/>
              <a:gd name="connsiteY0" fmla="*/ 0 h 43982"/>
              <a:gd name="connsiteX1" fmla="*/ 0 w 956106"/>
              <a:gd name="connsiteY1" fmla="*/ 43982 h 43982"/>
              <a:gd name="connsiteX2" fmla="*/ 159351 w 956106"/>
              <a:gd name="connsiteY2" fmla="*/ 0 h 43982"/>
              <a:gd name="connsiteX3" fmla="*/ 159351 w 956106"/>
              <a:gd name="connsiteY3" fmla="*/ 43982 h 43982"/>
              <a:gd name="connsiteX4" fmla="*/ 318702 w 956106"/>
              <a:gd name="connsiteY4" fmla="*/ 0 h 43982"/>
              <a:gd name="connsiteX5" fmla="*/ 318702 w 956106"/>
              <a:gd name="connsiteY5" fmla="*/ 43982 h 43982"/>
              <a:gd name="connsiteX6" fmla="*/ 478053 w 956106"/>
              <a:gd name="connsiteY6" fmla="*/ 0 h 43982"/>
              <a:gd name="connsiteX7" fmla="*/ 478053 w 956106"/>
              <a:gd name="connsiteY7" fmla="*/ 43982 h 43982"/>
              <a:gd name="connsiteX8" fmla="*/ 637404 w 956106"/>
              <a:gd name="connsiteY8" fmla="*/ 0 h 43982"/>
              <a:gd name="connsiteX9" fmla="*/ 637404 w 956106"/>
              <a:gd name="connsiteY9" fmla="*/ 43982 h 43982"/>
              <a:gd name="connsiteX10" fmla="*/ 796755 w 956106"/>
              <a:gd name="connsiteY10" fmla="*/ 0 h 43982"/>
              <a:gd name="connsiteX11" fmla="*/ 796755 w 956106"/>
              <a:gd name="connsiteY11" fmla="*/ 43982 h 43982"/>
              <a:gd name="connsiteX12" fmla="*/ 956106 w 956106"/>
              <a:gd name="connsiteY12" fmla="*/ 0 h 43982"/>
              <a:gd name="connsiteX13" fmla="*/ 956106 w 956106"/>
              <a:gd name="connsiteY13" fmla="*/ 43982 h 43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56106" h="43982">
                <a:moveTo>
                  <a:pt x="0" y="0"/>
                </a:moveTo>
                <a:lnTo>
                  <a:pt x="0" y="43982"/>
                </a:lnTo>
                <a:moveTo>
                  <a:pt x="159351" y="0"/>
                </a:moveTo>
                <a:lnTo>
                  <a:pt x="159351" y="43982"/>
                </a:lnTo>
                <a:moveTo>
                  <a:pt x="318702" y="0"/>
                </a:moveTo>
                <a:lnTo>
                  <a:pt x="318702" y="43982"/>
                </a:lnTo>
                <a:moveTo>
                  <a:pt x="478053" y="0"/>
                </a:moveTo>
                <a:lnTo>
                  <a:pt x="478053" y="43982"/>
                </a:lnTo>
                <a:moveTo>
                  <a:pt x="637404" y="0"/>
                </a:moveTo>
                <a:lnTo>
                  <a:pt x="637404" y="43982"/>
                </a:lnTo>
                <a:moveTo>
                  <a:pt x="796755" y="0"/>
                </a:moveTo>
                <a:lnTo>
                  <a:pt x="796755" y="43982"/>
                </a:lnTo>
                <a:moveTo>
                  <a:pt x="956106" y="0"/>
                </a:moveTo>
                <a:lnTo>
                  <a:pt x="956106" y="43982"/>
                </a:lnTo>
              </a:path>
            </a:pathLst>
          </a:custGeom>
          <a:noFill/>
          <a:ln w="1171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" name="자유형 3">
            <a:extLst>
              <a:ext uri="{FF2B5EF4-FFF2-40B4-BE49-F238E27FC236}">
                <a16:creationId xmlns:a16="http://schemas.microsoft.com/office/drawing/2014/main" id="{C0683E8E-17BC-0DC1-F85A-75037796BE52}"/>
              </a:ext>
            </a:extLst>
          </p:cNvPr>
          <p:cNvSpPr/>
          <p:nvPr/>
        </p:nvSpPr>
        <p:spPr>
          <a:xfrm>
            <a:off x="4523422" y="1920541"/>
            <a:ext cx="162528" cy="162327"/>
          </a:xfrm>
          <a:custGeom>
            <a:avLst/>
            <a:gdLst>
              <a:gd name="connsiteX0" fmla="*/ 54583 w 162528"/>
              <a:gd name="connsiteY0" fmla="*/ 153124 h 162327"/>
              <a:gd name="connsiteX1" fmla="*/ 35276 w 162528"/>
              <a:gd name="connsiteY1" fmla="*/ 133821 h 162327"/>
              <a:gd name="connsiteX2" fmla="*/ 54176 w 162528"/>
              <a:gd name="connsiteY2" fmla="*/ 114924 h 162327"/>
              <a:gd name="connsiteX3" fmla="*/ 46518 w 162528"/>
              <a:gd name="connsiteY3" fmla="*/ 107268 h 162327"/>
              <a:gd name="connsiteX4" fmla="*/ 27618 w 162528"/>
              <a:gd name="connsiteY4" fmla="*/ 126164 h 162327"/>
              <a:gd name="connsiteX5" fmla="*/ 16864 w 162528"/>
              <a:gd name="connsiteY5" fmla="*/ 115413 h 162327"/>
              <a:gd name="connsiteX6" fmla="*/ 38779 w 162528"/>
              <a:gd name="connsiteY6" fmla="*/ 93503 h 162327"/>
              <a:gd name="connsiteX7" fmla="*/ 31121 w 162528"/>
              <a:gd name="connsiteY7" fmla="*/ 85847 h 162327"/>
              <a:gd name="connsiteX8" fmla="*/ 0 w 162528"/>
              <a:gd name="connsiteY8" fmla="*/ 116961 h 162327"/>
              <a:gd name="connsiteX9" fmla="*/ 45378 w 162528"/>
              <a:gd name="connsiteY9" fmla="*/ 162328 h 162327"/>
              <a:gd name="connsiteX10" fmla="*/ 54502 w 162528"/>
              <a:gd name="connsiteY10" fmla="*/ 153205 h 162327"/>
              <a:gd name="connsiteX11" fmla="*/ 54502 w 162528"/>
              <a:gd name="connsiteY11" fmla="*/ 153205 h 162327"/>
              <a:gd name="connsiteX12" fmla="*/ 84156 w 162528"/>
              <a:gd name="connsiteY12" fmla="*/ 117286 h 162327"/>
              <a:gd name="connsiteX13" fmla="*/ 101346 w 162528"/>
              <a:gd name="connsiteY13" fmla="*/ 108083 h 162327"/>
              <a:gd name="connsiteX14" fmla="*/ 109574 w 162528"/>
              <a:gd name="connsiteY14" fmla="*/ 96598 h 162327"/>
              <a:gd name="connsiteX15" fmla="*/ 110633 w 162528"/>
              <a:gd name="connsiteY15" fmla="*/ 85440 h 162327"/>
              <a:gd name="connsiteX16" fmla="*/ 105501 w 162528"/>
              <a:gd name="connsiteY16" fmla="*/ 75992 h 162327"/>
              <a:gd name="connsiteX17" fmla="*/ 96458 w 162528"/>
              <a:gd name="connsiteY17" fmla="*/ 70616 h 162327"/>
              <a:gd name="connsiteX18" fmla="*/ 86845 w 162528"/>
              <a:gd name="connsiteY18" fmla="*/ 71023 h 162327"/>
              <a:gd name="connsiteX19" fmla="*/ 73728 w 162528"/>
              <a:gd name="connsiteY19" fmla="*/ 77621 h 162327"/>
              <a:gd name="connsiteX20" fmla="*/ 62241 w 162528"/>
              <a:gd name="connsiteY20" fmla="*/ 82996 h 162327"/>
              <a:gd name="connsiteX21" fmla="*/ 58086 w 162528"/>
              <a:gd name="connsiteY21" fmla="*/ 81612 h 162327"/>
              <a:gd name="connsiteX22" fmla="*/ 56702 w 162528"/>
              <a:gd name="connsiteY22" fmla="*/ 77376 h 162327"/>
              <a:gd name="connsiteX23" fmla="*/ 61345 w 162528"/>
              <a:gd name="connsiteY23" fmla="*/ 69476 h 162327"/>
              <a:gd name="connsiteX24" fmla="*/ 68677 w 162528"/>
              <a:gd name="connsiteY24" fmla="*/ 65240 h 162327"/>
              <a:gd name="connsiteX25" fmla="*/ 76254 w 162528"/>
              <a:gd name="connsiteY25" fmla="*/ 67766 h 162327"/>
              <a:gd name="connsiteX26" fmla="*/ 84971 w 162528"/>
              <a:gd name="connsiteY26" fmla="*/ 58236 h 162327"/>
              <a:gd name="connsiteX27" fmla="*/ 70470 w 162528"/>
              <a:gd name="connsiteY27" fmla="*/ 52779 h 162327"/>
              <a:gd name="connsiteX28" fmla="*/ 53850 w 162528"/>
              <a:gd name="connsiteY28" fmla="*/ 61901 h 162327"/>
              <a:gd name="connsiteX29" fmla="*/ 46518 w 162528"/>
              <a:gd name="connsiteY29" fmla="*/ 72408 h 162327"/>
              <a:gd name="connsiteX30" fmla="*/ 45459 w 162528"/>
              <a:gd name="connsiteY30" fmla="*/ 82671 h 162327"/>
              <a:gd name="connsiteX31" fmla="*/ 49940 w 162528"/>
              <a:gd name="connsiteY31" fmla="*/ 91141 h 162327"/>
              <a:gd name="connsiteX32" fmla="*/ 63219 w 162528"/>
              <a:gd name="connsiteY32" fmla="*/ 96110 h 162327"/>
              <a:gd name="connsiteX33" fmla="*/ 78046 w 162528"/>
              <a:gd name="connsiteY33" fmla="*/ 90245 h 162327"/>
              <a:gd name="connsiteX34" fmla="*/ 87333 w 162528"/>
              <a:gd name="connsiteY34" fmla="*/ 84870 h 162327"/>
              <a:gd name="connsiteX35" fmla="*/ 92629 w 162528"/>
              <a:gd name="connsiteY35" fmla="*/ 83566 h 162327"/>
              <a:gd name="connsiteX36" fmla="*/ 96295 w 162528"/>
              <a:gd name="connsiteY36" fmla="*/ 85358 h 162327"/>
              <a:gd name="connsiteX37" fmla="*/ 98413 w 162528"/>
              <a:gd name="connsiteY37" fmla="*/ 91956 h 162327"/>
              <a:gd name="connsiteX38" fmla="*/ 93606 w 162528"/>
              <a:gd name="connsiteY38" fmla="*/ 100508 h 162327"/>
              <a:gd name="connsiteX39" fmla="*/ 84889 w 162528"/>
              <a:gd name="connsiteY39" fmla="*/ 105069 h 162327"/>
              <a:gd name="connsiteX40" fmla="*/ 75032 w 162528"/>
              <a:gd name="connsiteY40" fmla="*/ 101730 h 162327"/>
              <a:gd name="connsiteX41" fmla="*/ 66967 w 162528"/>
              <a:gd name="connsiteY41" fmla="*/ 111504 h 162327"/>
              <a:gd name="connsiteX42" fmla="*/ 84075 w 162528"/>
              <a:gd name="connsiteY42" fmla="*/ 117612 h 162327"/>
              <a:gd name="connsiteX43" fmla="*/ 84075 w 162528"/>
              <a:gd name="connsiteY43" fmla="*/ 117612 h 162327"/>
              <a:gd name="connsiteX44" fmla="*/ 134992 w 162528"/>
              <a:gd name="connsiteY44" fmla="*/ 72815 h 162327"/>
              <a:gd name="connsiteX45" fmla="*/ 105419 w 162528"/>
              <a:gd name="connsiteY45" fmla="*/ 43249 h 162327"/>
              <a:gd name="connsiteX46" fmla="*/ 153322 w 162528"/>
              <a:gd name="connsiteY46" fmla="*/ 54571 h 162327"/>
              <a:gd name="connsiteX47" fmla="*/ 162528 w 162528"/>
              <a:gd name="connsiteY47" fmla="*/ 45367 h 162327"/>
              <a:gd name="connsiteX48" fmla="*/ 117151 w 162528"/>
              <a:gd name="connsiteY48" fmla="*/ 0 h 162327"/>
              <a:gd name="connsiteX49" fmla="*/ 108678 w 162528"/>
              <a:gd name="connsiteY49" fmla="*/ 8471 h 162327"/>
              <a:gd name="connsiteX50" fmla="*/ 138984 w 162528"/>
              <a:gd name="connsiteY50" fmla="*/ 38770 h 162327"/>
              <a:gd name="connsiteX51" fmla="*/ 90103 w 162528"/>
              <a:gd name="connsiteY51" fmla="*/ 27041 h 162327"/>
              <a:gd name="connsiteX52" fmla="*/ 81223 w 162528"/>
              <a:gd name="connsiteY52" fmla="*/ 35919 h 162327"/>
              <a:gd name="connsiteX53" fmla="*/ 126601 w 162528"/>
              <a:gd name="connsiteY53" fmla="*/ 81286 h 162327"/>
              <a:gd name="connsiteX54" fmla="*/ 135074 w 162528"/>
              <a:gd name="connsiteY54" fmla="*/ 72815 h 162327"/>
              <a:gd name="connsiteX55" fmla="*/ 135074 w 162528"/>
              <a:gd name="connsiteY55" fmla="*/ 72815 h 162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62528" h="162327">
                <a:moveTo>
                  <a:pt x="54583" y="153124"/>
                </a:moveTo>
                <a:lnTo>
                  <a:pt x="35276" y="133821"/>
                </a:lnTo>
                <a:lnTo>
                  <a:pt x="54176" y="114924"/>
                </a:lnTo>
                <a:lnTo>
                  <a:pt x="46518" y="107268"/>
                </a:lnTo>
                <a:lnTo>
                  <a:pt x="27618" y="126164"/>
                </a:lnTo>
                <a:lnTo>
                  <a:pt x="16864" y="115413"/>
                </a:lnTo>
                <a:lnTo>
                  <a:pt x="38779" y="93503"/>
                </a:lnTo>
                <a:lnTo>
                  <a:pt x="31121" y="85847"/>
                </a:lnTo>
                <a:lnTo>
                  <a:pt x="0" y="116961"/>
                </a:lnTo>
                <a:lnTo>
                  <a:pt x="45378" y="162328"/>
                </a:lnTo>
                <a:lnTo>
                  <a:pt x="54502" y="153205"/>
                </a:lnTo>
                <a:lnTo>
                  <a:pt x="54502" y="153205"/>
                </a:lnTo>
                <a:close/>
                <a:moveTo>
                  <a:pt x="84156" y="117286"/>
                </a:moveTo>
                <a:cubicBezTo>
                  <a:pt x="89859" y="116879"/>
                  <a:pt x="95643" y="113784"/>
                  <a:pt x="101346" y="108083"/>
                </a:cubicBezTo>
                <a:cubicBezTo>
                  <a:pt x="105256" y="104173"/>
                  <a:pt x="108026" y="100264"/>
                  <a:pt x="109574" y="96598"/>
                </a:cubicBezTo>
                <a:cubicBezTo>
                  <a:pt x="111122" y="92852"/>
                  <a:pt x="111448" y="89105"/>
                  <a:pt x="110633" y="85440"/>
                </a:cubicBezTo>
                <a:cubicBezTo>
                  <a:pt x="109819" y="81693"/>
                  <a:pt x="108108" y="78598"/>
                  <a:pt x="105501" y="75992"/>
                </a:cubicBezTo>
                <a:cubicBezTo>
                  <a:pt x="102649" y="73141"/>
                  <a:pt x="99635" y="71349"/>
                  <a:pt x="96458" y="70616"/>
                </a:cubicBezTo>
                <a:cubicBezTo>
                  <a:pt x="93281" y="69883"/>
                  <a:pt x="90103" y="70046"/>
                  <a:pt x="86845" y="71023"/>
                </a:cubicBezTo>
                <a:cubicBezTo>
                  <a:pt x="83586" y="72001"/>
                  <a:pt x="79187" y="74200"/>
                  <a:pt x="73728" y="77621"/>
                </a:cubicBezTo>
                <a:cubicBezTo>
                  <a:pt x="68189" y="81042"/>
                  <a:pt x="64441" y="82833"/>
                  <a:pt x="62241" y="82996"/>
                </a:cubicBezTo>
                <a:cubicBezTo>
                  <a:pt x="60531" y="83159"/>
                  <a:pt x="59227" y="82671"/>
                  <a:pt x="58086" y="81612"/>
                </a:cubicBezTo>
                <a:cubicBezTo>
                  <a:pt x="56946" y="80472"/>
                  <a:pt x="56457" y="79005"/>
                  <a:pt x="56702" y="77376"/>
                </a:cubicBezTo>
                <a:cubicBezTo>
                  <a:pt x="57109" y="74770"/>
                  <a:pt x="58657" y="72164"/>
                  <a:pt x="61345" y="69476"/>
                </a:cubicBezTo>
                <a:cubicBezTo>
                  <a:pt x="63952" y="66870"/>
                  <a:pt x="66396" y="65485"/>
                  <a:pt x="68677" y="65240"/>
                </a:cubicBezTo>
                <a:cubicBezTo>
                  <a:pt x="70958" y="64996"/>
                  <a:pt x="73484" y="65811"/>
                  <a:pt x="76254" y="67766"/>
                </a:cubicBezTo>
                <a:lnTo>
                  <a:pt x="84971" y="58236"/>
                </a:lnTo>
                <a:cubicBezTo>
                  <a:pt x="80653" y="54245"/>
                  <a:pt x="75847" y="52372"/>
                  <a:pt x="70470" y="52779"/>
                </a:cubicBezTo>
                <a:cubicBezTo>
                  <a:pt x="65093" y="53186"/>
                  <a:pt x="59553" y="56200"/>
                  <a:pt x="53850" y="61901"/>
                </a:cubicBezTo>
                <a:cubicBezTo>
                  <a:pt x="50347" y="65403"/>
                  <a:pt x="47903" y="68906"/>
                  <a:pt x="46518" y="72408"/>
                </a:cubicBezTo>
                <a:cubicBezTo>
                  <a:pt x="45133" y="75910"/>
                  <a:pt x="44726" y="79331"/>
                  <a:pt x="45459" y="82671"/>
                </a:cubicBezTo>
                <a:cubicBezTo>
                  <a:pt x="46192" y="86010"/>
                  <a:pt x="47659" y="88779"/>
                  <a:pt x="49940" y="91141"/>
                </a:cubicBezTo>
                <a:cubicBezTo>
                  <a:pt x="53524" y="94725"/>
                  <a:pt x="57924" y="96354"/>
                  <a:pt x="63219" y="96110"/>
                </a:cubicBezTo>
                <a:cubicBezTo>
                  <a:pt x="66967" y="95865"/>
                  <a:pt x="71936" y="93992"/>
                  <a:pt x="78046" y="90245"/>
                </a:cubicBezTo>
                <a:cubicBezTo>
                  <a:pt x="82771" y="87395"/>
                  <a:pt x="85949" y="85603"/>
                  <a:pt x="87333" y="84870"/>
                </a:cubicBezTo>
                <a:cubicBezTo>
                  <a:pt x="89452" y="83892"/>
                  <a:pt x="91244" y="83404"/>
                  <a:pt x="92629" y="83566"/>
                </a:cubicBezTo>
                <a:cubicBezTo>
                  <a:pt x="94014" y="83729"/>
                  <a:pt x="95236" y="84300"/>
                  <a:pt x="96295" y="85358"/>
                </a:cubicBezTo>
                <a:cubicBezTo>
                  <a:pt x="98006" y="87069"/>
                  <a:pt x="98658" y="89268"/>
                  <a:pt x="98413" y="91956"/>
                </a:cubicBezTo>
                <a:cubicBezTo>
                  <a:pt x="98169" y="94725"/>
                  <a:pt x="96539" y="97576"/>
                  <a:pt x="93606" y="100508"/>
                </a:cubicBezTo>
                <a:cubicBezTo>
                  <a:pt x="90837" y="103277"/>
                  <a:pt x="87904" y="104825"/>
                  <a:pt x="84889" y="105069"/>
                </a:cubicBezTo>
                <a:cubicBezTo>
                  <a:pt x="81875" y="105313"/>
                  <a:pt x="78535" y="104173"/>
                  <a:pt x="75032" y="101730"/>
                </a:cubicBezTo>
                <a:lnTo>
                  <a:pt x="66967" y="111504"/>
                </a:lnTo>
                <a:cubicBezTo>
                  <a:pt x="72669" y="115983"/>
                  <a:pt x="78372" y="118019"/>
                  <a:pt x="84075" y="117612"/>
                </a:cubicBezTo>
                <a:lnTo>
                  <a:pt x="84075" y="117612"/>
                </a:lnTo>
                <a:close/>
                <a:moveTo>
                  <a:pt x="134992" y="72815"/>
                </a:moveTo>
                <a:lnTo>
                  <a:pt x="105419" y="43249"/>
                </a:lnTo>
                <a:lnTo>
                  <a:pt x="153322" y="54571"/>
                </a:lnTo>
                <a:lnTo>
                  <a:pt x="162528" y="45367"/>
                </a:lnTo>
                <a:lnTo>
                  <a:pt x="117151" y="0"/>
                </a:lnTo>
                <a:lnTo>
                  <a:pt x="108678" y="8471"/>
                </a:lnTo>
                <a:lnTo>
                  <a:pt x="138984" y="38770"/>
                </a:lnTo>
                <a:lnTo>
                  <a:pt x="90103" y="27041"/>
                </a:lnTo>
                <a:lnTo>
                  <a:pt x="81223" y="35919"/>
                </a:lnTo>
                <a:lnTo>
                  <a:pt x="126601" y="81286"/>
                </a:lnTo>
                <a:lnTo>
                  <a:pt x="135074" y="72815"/>
                </a:lnTo>
                <a:lnTo>
                  <a:pt x="135074" y="72815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" name="자유형 4">
            <a:extLst>
              <a:ext uri="{FF2B5EF4-FFF2-40B4-BE49-F238E27FC236}">
                <a16:creationId xmlns:a16="http://schemas.microsoft.com/office/drawing/2014/main" id="{EDC288F3-A596-A43A-0523-C3DC03F8C7B4}"/>
              </a:ext>
            </a:extLst>
          </p:cNvPr>
          <p:cNvSpPr/>
          <p:nvPr/>
        </p:nvSpPr>
        <p:spPr>
          <a:xfrm>
            <a:off x="4587456" y="1925591"/>
            <a:ext cx="252550" cy="252491"/>
          </a:xfrm>
          <a:custGeom>
            <a:avLst/>
            <a:gdLst>
              <a:gd name="connsiteX0" fmla="*/ 54013 w 252550"/>
              <a:gd name="connsiteY0" fmla="*/ 243940 h 252491"/>
              <a:gd name="connsiteX1" fmla="*/ 18330 w 252550"/>
              <a:gd name="connsiteY1" fmla="*/ 208265 h 252491"/>
              <a:gd name="connsiteX2" fmla="*/ 62975 w 252550"/>
              <a:gd name="connsiteY2" fmla="*/ 234980 h 252491"/>
              <a:gd name="connsiteX3" fmla="*/ 71773 w 252550"/>
              <a:gd name="connsiteY3" fmla="*/ 226184 h 252491"/>
              <a:gd name="connsiteX4" fmla="*/ 45052 w 252550"/>
              <a:gd name="connsiteY4" fmla="*/ 181468 h 252491"/>
              <a:gd name="connsiteX5" fmla="*/ 80734 w 252550"/>
              <a:gd name="connsiteY5" fmla="*/ 217143 h 252491"/>
              <a:gd name="connsiteX6" fmla="*/ 89207 w 252550"/>
              <a:gd name="connsiteY6" fmla="*/ 208672 h 252491"/>
              <a:gd name="connsiteX7" fmla="*/ 43830 w 252550"/>
              <a:gd name="connsiteY7" fmla="*/ 163305 h 252491"/>
              <a:gd name="connsiteX8" fmla="*/ 30062 w 252550"/>
              <a:gd name="connsiteY8" fmla="*/ 177070 h 252491"/>
              <a:gd name="connsiteX9" fmla="*/ 52873 w 252550"/>
              <a:gd name="connsiteY9" fmla="*/ 216166 h 252491"/>
              <a:gd name="connsiteX10" fmla="*/ 13687 w 252550"/>
              <a:gd name="connsiteY10" fmla="*/ 193441 h 252491"/>
              <a:gd name="connsiteX11" fmla="*/ 0 w 252550"/>
              <a:gd name="connsiteY11" fmla="*/ 207125 h 252491"/>
              <a:gd name="connsiteX12" fmla="*/ 45378 w 252550"/>
              <a:gd name="connsiteY12" fmla="*/ 252492 h 252491"/>
              <a:gd name="connsiteX13" fmla="*/ 53850 w 252550"/>
              <a:gd name="connsiteY13" fmla="*/ 244021 h 252491"/>
              <a:gd name="connsiteX14" fmla="*/ 53850 w 252550"/>
              <a:gd name="connsiteY14" fmla="*/ 244021 h 252491"/>
              <a:gd name="connsiteX15" fmla="*/ 98413 w 252550"/>
              <a:gd name="connsiteY15" fmla="*/ 193197 h 252491"/>
              <a:gd name="connsiteX16" fmla="*/ 115603 w 252550"/>
              <a:gd name="connsiteY16" fmla="*/ 183993 h 252491"/>
              <a:gd name="connsiteX17" fmla="*/ 123831 w 252550"/>
              <a:gd name="connsiteY17" fmla="*/ 172509 h 252491"/>
              <a:gd name="connsiteX18" fmla="*/ 124890 w 252550"/>
              <a:gd name="connsiteY18" fmla="*/ 161350 h 252491"/>
              <a:gd name="connsiteX19" fmla="*/ 119758 w 252550"/>
              <a:gd name="connsiteY19" fmla="*/ 151902 h 252491"/>
              <a:gd name="connsiteX20" fmla="*/ 110715 w 252550"/>
              <a:gd name="connsiteY20" fmla="*/ 146527 h 252491"/>
              <a:gd name="connsiteX21" fmla="*/ 101101 w 252550"/>
              <a:gd name="connsiteY21" fmla="*/ 146934 h 252491"/>
              <a:gd name="connsiteX22" fmla="*/ 87985 w 252550"/>
              <a:gd name="connsiteY22" fmla="*/ 153531 h 252491"/>
              <a:gd name="connsiteX23" fmla="*/ 76498 w 252550"/>
              <a:gd name="connsiteY23" fmla="*/ 158907 h 252491"/>
              <a:gd name="connsiteX24" fmla="*/ 72343 w 252550"/>
              <a:gd name="connsiteY24" fmla="*/ 157522 h 252491"/>
              <a:gd name="connsiteX25" fmla="*/ 70958 w 252550"/>
              <a:gd name="connsiteY25" fmla="*/ 153287 h 252491"/>
              <a:gd name="connsiteX26" fmla="*/ 75602 w 252550"/>
              <a:gd name="connsiteY26" fmla="*/ 145386 h 252491"/>
              <a:gd name="connsiteX27" fmla="*/ 82934 w 252550"/>
              <a:gd name="connsiteY27" fmla="*/ 141151 h 252491"/>
              <a:gd name="connsiteX28" fmla="*/ 90511 w 252550"/>
              <a:gd name="connsiteY28" fmla="*/ 143676 h 252491"/>
              <a:gd name="connsiteX29" fmla="*/ 99228 w 252550"/>
              <a:gd name="connsiteY29" fmla="*/ 134146 h 252491"/>
              <a:gd name="connsiteX30" fmla="*/ 84726 w 252550"/>
              <a:gd name="connsiteY30" fmla="*/ 128689 h 252491"/>
              <a:gd name="connsiteX31" fmla="*/ 68107 w 252550"/>
              <a:gd name="connsiteY31" fmla="*/ 137811 h 252491"/>
              <a:gd name="connsiteX32" fmla="*/ 60775 w 252550"/>
              <a:gd name="connsiteY32" fmla="*/ 148318 h 252491"/>
              <a:gd name="connsiteX33" fmla="*/ 59716 w 252550"/>
              <a:gd name="connsiteY33" fmla="*/ 158581 h 252491"/>
              <a:gd name="connsiteX34" fmla="*/ 64197 w 252550"/>
              <a:gd name="connsiteY34" fmla="*/ 167052 h 252491"/>
              <a:gd name="connsiteX35" fmla="*/ 77476 w 252550"/>
              <a:gd name="connsiteY35" fmla="*/ 172020 h 252491"/>
              <a:gd name="connsiteX36" fmla="*/ 92303 w 252550"/>
              <a:gd name="connsiteY36" fmla="*/ 166156 h 252491"/>
              <a:gd name="connsiteX37" fmla="*/ 101590 w 252550"/>
              <a:gd name="connsiteY37" fmla="*/ 160780 h 252491"/>
              <a:gd name="connsiteX38" fmla="*/ 106886 w 252550"/>
              <a:gd name="connsiteY38" fmla="*/ 159477 h 252491"/>
              <a:gd name="connsiteX39" fmla="*/ 110552 w 252550"/>
              <a:gd name="connsiteY39" fmla="*/ 161269 h 252491"/>
              <a:gd name="connsiteX40" fmla="*/ 112670 w 252550"/>
              <a:gd name="connsiteY40" fmla="*/ 167866 h 252491"/>
              <a:gd name="connsiteX41" fmla="*/ 107863 w 252550"/>
              <a:gd name="connsiteY41" fmla="*/ 176418 h 252491"/>
              <a:gd name="connsiteX42" fmla="*/ 99146 w 252550"/>
              <a:gd name="connsiteY42" fmla="*/ 180980 h 252491"/>
              <a:gd name="connsiteX43" fmla="*/ 89289 w 252550"/>
              <a:gd name="connsiteY43" fmla="*/ 177640 h 252491"/>
              <a:gd name="connsiteX44" fmla="*/ 81223 w 252550"/>
              <a:gd name="connsiteY44" fmla="*/ 187414 h 252491"/>
              <a:gd name="connsiteX45" fmla="*/ 98332 w 252550"/>
              <a:gd name="connsiteY45" fmla="*/ 193523 h 252491"/>
              <a:gd name="connsiteX46" fmla="*/ 98332 w 252550"/>
              <a:gd name="connsiteY46" fmla="*/ 193523 h 252491"/>
              <a:gd name="connsiteX47" fmla="*/ 149249 w 252550"/>
              <a:gd name="connsiteY47" fmla="*/ 148726 h 252491"/>
              <a:gd name="connsiteX48" fmla="*/ 119676 w 252550"/>
              <a:gd name="connsiteY48" fmla="*/ 119160 h 252491"/>
              <a:gd name="connsiteX49" fmla="*/ 167579 w 252550"/>
              <a:gd name="connsiteY49" fmla="*/ 130481 h 252491"/>
              <a:gd name="connsiteX50" fmla="*/ 176785 w 252550"/>
              <a:gd name="connsiteY50" fmla="*/ 121277 h 252491"/>
              <a:gd name="connsiteX51" fmla="*/ 131407 w 252550"/>
              <a:gd name="connsiteY51" fmla="*/ 75910 h 252491"/>
              <a:gd name="connsiteX52" fmla="*/ 122935 w 252550"/>
              <a:gd name="connsiteY52" fmla="*/ 84381 h 252491"/>
              <a:gd name="connsiteX53" fmla="*/ 153241 w 252550"/>
              <a:gd name="connsiteY53" fmla="*/ 114680 h 252491"/>
              <a:gd name="connsiteX54" fmla="*/ 104360 w 252550"/>
              <a:gd name="connsiteY54" fmla="*/ 102951 h 252491"/>
              <a:gd name="connsiteX55" fmla="*/ 95480 w 252550"/>
              <a:gd name="connsiteY55" fmla="*/ 111829 h 252491"/>
              <a:gd name="connsiteX56" fmla="*/ 140858 w 252550"/>
              <a:gd name="connsiteY56" fmla="*/ 157196 h 252491"/>
              <a:gd name="connsiteX57" fmla="*/ 149330 w 252550"/>
              <a:gd name="connsiteY57" fmla="*/ 148726 h 252491"/>
              <a:gd name="connsiteX58" fmla="*/ 149330 w 252550"/>
              <a:gd name="connsiteY58" fmla="*/ 148726 h 252491"/>
              <a:gd name="connsiteX59" fmla="*/ 186398 w 252550"/>
              <a:gd name="connsiteY59" fmla="*/ 111585 h 252491"/>
              <a:gd name="connsiteX60" fmla="*/ 203670 w 252550"/>
              <a:gd name="connsiteY60" fmla="*/ 94318 h 252491"/>
              <a:gd name="connsiteX61" fmla="*/ 210839 w 252550"/>
              <a:gd name="connsiteY61" fmla="*/ 85277 h 252491"/>
              <a:gd name="connsiteX62" fmla="*/ 213690 w 252550"/>
              <a:gd name="connsiteY62" fmla="*/ 75259 h 252491"/>
              <a:gd name="connsiteX63" fmla="*/ 210513 w 252550"/>
              <a:gd name="connsiteY63" fmla="*/ 62390 h 252491"/>
              <a:gd name="connsiteX64" fmla="*/ 202285 w 252550"/>
              <a:gd name="connsiteY64" fmla="*/ 51313 h 252491"/>
              <a:gd name="connsiteX65" fmla="*/ 190064 w 252550"/>
              <a:gd name="connsiteY65" fmla="*/ 42109 h 252491"/>
              <a:gd name="connsiteX66" fmla="*/ 178414 w 252550"/>
              <a:gd name="connsiteY66" fmla="*/ 39095 h 252491"/>
              <a:gd name="connsiteX67" fmla="*/ 167416 w 252550"/>
              <a:gd name="connsiteY67" fmla="*/ 41783 h 252491"/>
              <a:gd name="connsiteX68" fmla="*/ 157885 w 252550"/>
              <a:gd name="connsiteY68" fmla="*/ 49521 h 252491"/>
              <a:gd name="connsiteX69" fmla="*/ 141184 w 252550"/>
              <a:gd name="connsiteY69" fmla="*/ 66218 h 252491"/>
              <a:gd name="connsiteX70" fmla="*/ 186561 w 252550"/>
              <a:gd name="connsiteY70" fmla="*/ 111585 h 252491"/>
              <a:gd name="connsiteX71" fmla="*/ 186561 w 252550"/>
              <a:gd name="connsiteY71" fmla="*/ 111585 h 252491"/>
              <a:gd name="connsiteX72" fmla="*/ 161958 w 252550"/>
              <a:gd name="connsiteY72" fmla="*/ 60680 h 252491"/>
              <a:gd name="connsiteX73" fmla="*/ 169942 w 252550"/>
              <a:gd name="connsiteY73" fmla="*/ 53593 h 252491"/>
              <a:gd name="connsiteX74" fmla="*/ 176296 w 252550"/>
              <a:gd name="connsiteY74" fmla="*/ 51476 h 252491"/>
              <a:gd name="connsiteX75" fmla="*/ 183303 w 252550"/>
              <a:gd name="connsiteY75" fmla="*/ 53268 h 252491"/>
              <a:gd name="connsiteX76" fmla="*/ 192345 w 252550"/>
              <a:gd name="connsiteY76" fmla="*/ 60435 h 252491"/>
              <a:gd name="connsiteX77" fmla="*/ 199759 w 252550"/>
              <a:gd name="connsiteY77" fmla="*/ 69639 h 252491"/>
              <a:gd name="connsiteX78" fmla="*/ 201714 w 252550"/>
              <a:gd name="connsiteY78" fmla="*/ 76399 h 252491"/>
              <a:gd name="connsiteX79" fmla="*/ 199922 w 252550"/>
              <a:gd name="connsiteY79" fmla="*/ 82019 h 252491"/>
              <a:gd name="connsiteX80" fmla="*/ 194789 w 252550"/>
              <a:gd name="connsiteY80" fmla="*/ 87965 h 252491"/>
              <a:gd name="connsiteX81" fmla="*/ 187946 w 252550"/>
              <a:gd name="connsiteY81" fmla="*/ 94806 h 252491"/>
              <a:gd name="connsiteX82" fmla="*/ 157885 w 252550"/>
              <a:gd name="connsiteY82" fmla="*/ 64752 h 252491"/>
              <a:gd name="connsiteX83" fmla="*/ 162039 w 252550"/>
              <a:gd name="connsiteY83" fmla="*/ 60598 h 252491"/>
              <a:gd name="connsiteX84" fmla="*/ 162039 w 252550"/>
              <a:gd name="connsiteY84" fmla="*/ 60598 h 252491"/>
              <a:gd name="connsiteX85" fmla="*/ 207010 w 252550"/>
              <a:gd name="connsiteY85" fmla="*/ 0 h 252491"/>
              <a:gd name="connsiteX86" fmla="*/ 199922 w 252550"/>
              <a:gd name="connsiteY86" fmla="*/ 7086 h 252491"/>
              <a:gd name="connsiteX87" fmla="*/ 201714 w 252550"/>
              <a:gd name="connsiteY87" fmla="*/ 19792 h 252491"/>
              <a:gd name="connsiteX88" fmla="*/ 198537 w 252550"/>
              <a:gd name="connsiteY88" fmla="*/ 31439 h 252491"/>
              <a:gd name="connsiteX89" fmla="*/ 206439 w 252550"/>
              <a:gd name="connsiteY89" fmla="*/ 39340 h 252491"/>
              <a:gd name="connsiteX90" fmla="*/ 211083 w 252550"/>
              <a:gd name="connsiteY90" fmla="*/ 21502 h 252491"/>
              <a:gd name="connsiteX91" fmla="*/ 243833 w 252550"/>
              <a:gd name="connsiteY91" fmla="*/ 54245 h 252491"/>
              <a:gd name="connsiteX92" fmla="*/ 252550 w 252550"/>
              <a:gd name="connsiteY92" fmla="*/ 45530 h 252491"/>
              <a:gd name="connsiteX93" fmla="*/ 207010 w 252550"/>
              <a:gd name="connsiteY93" fmla="*/ 0 h 252491"/>
              <a:gd name="connsiteX94" fmla="*/ 207010 w 252550"/>
              <a:gd name="connsiteY94" fmla="*/ 0 h 25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252550" h="252491">
                <a:moveTo>
                  <a:pt x="54013" y="243940"/>
                </a:moveTo>
                <a:lnTo>
                  <a:pt x="18330" y="208265"/>
                </a:lnTo>
                <a:lnTo>
                  <a:pt x="62975" y="234980"/>
                </a:lnTo>
                <a:lnTo>
                  <a:pt x="71773" y="226184"/>
                </a:lnTo>
                <a:lnTo>
                  <a:pt x="45052" y="181468"/>
                </a:lnTo>
                <a:lnTo>
                  <a:pt x="80734" y="217143"/>
                </a:lnTo>
                <a:lnTo>
                  <a:pt x="89207" y="208672"/>
                </a:lnTo>
                <a:lnTo>
                  <a:pt x="43830" y="163305"/>
                </a:lnTo>
                <a:lnTo>
                  <a:pt x="30062" y="177070"/>
                </a:lnTo>
                <a:lnTo>
                  <a:pt x="52873" y="216166"/>
                </a:lnTo>
                <a:lnTo>
                  <a:pt x="13687" y="193441"/>
                </a:lnTo>
                <a:lnTo>
                  <a:pt x="0" y="207125"/>
                </a:lnTo>
                <a:lnTo>
                  <a:pt x="45378" y="252492"/>
                </a:lnTo>
                <a:lnTo>
                  <a:pt x="53850" y="244021"/>
                </a:lnTo>
                <a:lnTo>
                  <a:pt x="53850" y="244021"/>
                </a:lnTo>
                <a:close/>
                <a:moveTo>
                  <a:pt x="98413" y="193197"/>
                </a:moveTo>
                <a:cubicBezTo>
                  <a:pt x="104116" y="192789"/>
                  <a:pt x="109900" y="189695"/>
                  <a:pt x="115603" y="183993"/>
                </a:cubicBezTo>
                <a:cubicBezTo>
                  <a:pt x="119513" y="180083"/>
                  <a:pt x="122283" y="176174"/>
                  <a:pt x="123831" y="172509"/>
                </a:cubicBezTo>
                <a:cubicBezTo>
                  <a:pt x="125379" y="168762"/>
                  <a:pt x="125705" y="165016"/>
                  <a:pt x="124890" y="161350"/>
                </a:cubicBezTo>
                <a:cubicBezTo>
                  <a:pt x="124075" y="157604"/>
                  <a:pt x="122365" y="154509"/>
                  <a:pt x="119758" y="151902"/>
                </a:cubicBezTo>
                <a:cubicBezTo>
                  <a:pt x="116906" y="149051"/>
                  <a:pt x="113892" y="147260"/>
                  <a:pt x="110715" y="146527"/>
                </a:cubicBezTo>
                <a:cubicBezTo>
                  <a:pt x="107537" y="145794"/>
                  <a:pt x="104360" y="145956"/>
                  <a:pt x="101101" y="146934"/>
                </a:cubicBezTo>
                <a:cubicBezTo>
                  <a:pt x="97843" y="147911"/>
                  <a:pt x="93444" y="150110"/>
                  <a:pt x="87985" y="153531"/>
                </a:cubicBezTo>
                <a:cubicBezTo>
                  <a:pt x="82445" y="156952"/>
                  <a:pt x="78698" y="158744"/>
                  <a:pt x="76498" y="158907"/>
                </a:cubicBezTo>
                <a:cubicBezTo>
                  <a:pt x="74787" y="159070"/>
                  <a:pt x="73484" y="158581"/>
                  <a:pt x="72343" y="157522"/>
                </a:cubicBezTo>
                <a:cubicBezTo>
                  <a:pt x="71203" y="156382"/>
                  <a:pt x="70714" y="154916"/>
                  <a:pt x="70958" y="153287"/>
                </a:cubicBezTo>
                <a:cubicBezTo>
                  <a:pt x="71366" y="150681"/>
                  <a:pt x="72914" y="148074"/>
                  <a:pt x="75602" y="145386"/>
                </a:cubicBezTo>
                <a:cubicBezTo>
                  <a:pt x="78209" y="142780"/>
                  <a:pt x="80653" y="141395"/>
                  <a:pt x="82934" y="141151"/>
                </a:cubicBezTo>
                <a:cubicBezTo>
                  <a:pt x="85215" y="140907"/>
                  <a:pt x="87741" y="141721"/>
                  <a:pt x="90511" y="143676"/>
                </a:cubicBezTo>
                <a:lnTo>
                  <a:pt x="99228" y="134146"/>
                </a:lnTo>
                <a:cubicBezTo>
                  <a:pt x="94910" y="130155"/>
                  <a:pt x="90103" y="128282"/>
                  <a:pt x="84726" y="128689"/>
                </a:cubicBezTo>
                <a:cubicBezTo>
                  <a:pt x="79350" y="129097"/>
                  <a:pt x="73810" y="132110"/>
                  <a:pt x="68107" y="137811"/>
                </a:cubicBezTo>
                <a:cubicBezTo>
                  <a:pt x="64604" y="141314"/>
                  <a:pt x="62160" y="144816"/>
                  <a:pt x="60775" y="148318"/>
                </a:cubicBezTo>
                <a:cubicBezTo>
                  <a:pt x="59390" y="151821"/>
                  <a:pt x="58983" y="155242"/>
                  <a:pt x="59716" y="158581"/>
                </a:cubicBezTo>
                <a:cubicBezTo>
                  <a:pt x="60449" y="161921"/>
                  <a:pt x="61915" y="164690"/>
                  <a:pt x="64197" y="167052"/>
                </a:cubicBezTo>
                <a:cubicBezTo>
                  <a:pt x="67781" y="170636"/>
                  <a:pt x="72180" y="172264"/>
                  <a:pt x="77476" y="172020"/>
                </a:cubicBezTo>
                <a:cubicBezTo>
                  <a:pt x="81223" y="171776"/>
                  <a:pt x="86193" y="169902"/>
                  <a:pt x="92303" y="166156"/>
                </a:cubicBezTo>
                <a:cubicBezTo>
                  <a:pt x="97028" y="163305"/>
                  <a:pt x="100205" y="161513"/>
                  <a:pt x="101590" y="160780"/>
                </a:cubicBezTo>
                <a:cubicBezTo>
                  <a:pt x="103708" y="159803"/>
                  <a:pt x="105501" y="159314"/>
                  <a:pt x="106886" y="159477"/>
                </a:cubicBezTo>
                <a:cubicBezTo>
                  <a:pt x="108271" y="159640"/>
                  <a:pt x="109493" y="160210"/>
                  <a:pt x="110552" y="161269"/>
                </a:cubicBezTo>
                <a:cubicBezTo>
                  <a:pt x="112263" y="162979"/>
                  <a:pt x="112914" y="165178"/>
                  <a:pt x="112670" y="167866"/>
                </a:cubicBezTo>
                <a:cubicBezTo>
                  <a:pt x="112426" y="170636"/>
                  <a:pt x="110796" y="173486"/>
                  <a:pt x="107863" y="176418"/>
                </a:cubicBezTo>
                <a:cubicBezTo>
                  <a:pt x="105093" y="179188"/>
                  <a:pt x="102161" y="180735"/>
                  <a:pt x="99146" y="180980"/>
                </a:cubicBezTo>
                <a:cubicBezTo>
                  <a:pt x="96132" y="181224"/>
                  <a:pt x="92792" y="180083"/>
                  <a:pt x="89289" y="177640"/>
                </a:cubicBezTo>
                <a:lnTo>
                  <a:pt x="81223" y="187414"/>
                </a:lnTo>
                <a:cubicBezTo>
                  <a:pt x="86926" y="191894"/>
                  <a:pt x="92629" y="193930"/>
                  <a:pt x="98332" y="193523"/>
                </a:cubicBezTo>
                <a:lnTo>
                  <a:pt x="98332" y="193523"/>
                </a:lnTo>
                <a:close/>
                <a:moveTo>
                  <a:pt x="149249" y="148726"/>
                </a:moveTo>
                <a:lnTo>
                  <a:pt x="119676" y="119160"/>
                </a:lnTo>
                <a:lnTo>
                  <a:pt x="167579" y="130481"/>
                </a:lnTo>
                <a:lnTo>
                  <a:pt x="176785" y="121277"/>
                </a:lnTo>
                <a:lnTo>
                  <a:pt x="131407" y="75910"/>
                </a:lnTo>
                <a:lnTo>
                  <a:pt x="122935" y="84381"/>
                </a:lnTo>
                <a:lnTo>
                  <a:pt x="153241" y="114680"/>
                </a:lnTo>
                <a:lnTo>
                  <a:pt x="104360" y="102951"/>
                </a:lnTo>
                <a:lnTo>
                  <a:pt x="95480" y="111829"/>
                </a:lnTo>
                <a:lnTo>
                  <a:pt x="140858" y="157196"/>
                </a:lnTo>
                <a:lnTo>
                  <a:pt x="149330" y="148726"/>
                </a:lnTo>
                <a:lnTo>
                  <a:pt x="149330" y="148726"/>
                </a:lnTo>
                <a:close/>
                <a:moveTo>
                  <a:pt x="186398" y="111585"/>
                </a:moveTo>
                <a:lnTo>
                  <a:pt x="203670" y="94318"/>
                </a:lnTo>
                <a:cubicBezTo>
                  <a:pt x="207091" y="90897"/>
                  <a:pt x="209454" y="87883"/>
                  <a:pt x="210839" y="85277"/>
                </a:cubicBezTo>
                <a:cubicBezTo>
                  <a:pt x="212712" y="81693"/>
                  <a:pt x="213609" y="78354"/>
                  <a:pt x="213690" y="75259"/>
                </a:cubicBezTo>
                <a:cubicBezTo>
                  <a:pt x="213690" y="71105"/>
                  <a:pt x="212712" y="66788"/>
                  <a:pt x="210513" y="62390"/>
                </a:cubicBezTo>
                <a:cubicBezTo>
                  <a:pt x="208720" y="58725"/>
                  <a:pt x="205951" y="55060"/>
                  <a:pt x="202285" y="51313"/>
                </a:cubicBezTo>
                <a:cubicBezTo>
                  <a:pt x="198048" y="47077"/>
                  <a:pt x="193975" y="43982"/>
                  <a:pt x="190064" y="42109"/>
                </a:cubicBezTo>
                <a:cubicBezTo>
                  <a:pt x="186154" y="40236"/>
                  <a:pt x="182243" y="39177"/>
                  <a:pt x="178414" y="39095"/>
                </a:cubicBezTo>
                <a:cubicBezTo>
                  <a:pt x="174504" y="39014"/>
                  <a:pt x="170838" y="39910"/>
                  <a:pt x="167416" y="41783"/>
                </a:cubicBezTo>
                <a:cubicBezTo>
                  <a:pt x="164891" y="43168"/>
                  <a:pt x="161714" y="45774"/>
                  <a:pt x="157885" y="49521"/>
                </a:cubicBezTo>
                <a:lnTo>
                  <a:pt x="141184" y="66218"/>
                </a:lnTo>
                <a:lnTo>
                  <a:pt x="186561" y="111585"/>
                </a:lnTo>
                <a:lnTo>
                  <a:pt x="186561" y="111585"/>
                </a:lnTo>
                <a:close/>
                <a:moveTo>
                  <a:pt x="161958" y="60680"/>
                </a:moveTo>
                <a:cubicBezTo>
                  <a:pt x="165705" y="56933"/>
                  <a:pt x="168312" y="54571"/>
                  <a:pt x="169942" y="53593"/>
                </a:cubicBezTo>
                <a:cubicBezTo>
                  <a:pt x="172060" y="52290"/>
                  <a:pt x="174178" y="51557"/>
                  <a:pt x="176296" y="51476"/>
                </a:cubicBezTo>
                <a:cubicBezTo>
                  <a:pt x="178496" y="51476"/>
                  <a:pt x="180777" y="52046"/>
                  <a:pt x="183303" y="53268"/>
                </a:cubicBezTo>
                <a:cubicBezTo>
                  <a:pt x="185828" y="54489"/>
                  <a:pt x="188761" y="56933"/>
                  <a:pt x="192345" y="60435"/>
                </a:cubicBezTo>
                <a:cubicBezTo>
                  <a:pt x="195849" y="63937"/>
                  <a:pt x="198293" y="67033"/>
                  <a:pt x="199759" y="69639"/>
                </a:cubicBezTo>
                <a:cubicBezTo>
                  <a:pt x="201144" y="72327"/>
                  <a:pt x="201796" y="74526"/>
                  <a:pt x="201714" y="76399"/>
                </a:cubicBezTo>
                <a:cubicBezTo>
                  <a:pt x="201633" y="78272"/>
                  <a:pt x="200981" y="80146"/>
                  <a:pt x="199922" y="82019"/>
                </a:cubicBezTo>
                <a:cubicBezTo>
                  <a:pt x="199107" y="83404"/>
                  <a:pt x="197396" y="85440"/>
                  <a:pt x="194789" y="87965"/>
                </a:cubicBezTo>
                <a:lnTo>
                  <a:pt x="187946" y="94806"/>
                </a:lnTo>
                <a:lnTo>
                  <a:pt x="157885" y="64752"/>
                </a:lnTo>
                <a:lnTo>
                  <a:pt x="162039" y="60598"/>
                </a:lnTo>
                <a:lnTo>
                  <a:pt x="162039" y="60598"/>
                </a:lnTo>
                <a:close/>
                <a:moveTo>
                  <a:pt x="207010" y="0"/>
                </a:moveTo>
                <a:lnTo>
                  <a:pt x="199922" y="7086"/>
                </a:lnTo>
                <a:cubicBezTo>
                  <a:pt x="201714" y="10833"/>
                  <a:pt x="202285" y="15068"/>
                  <a:pt x="201714" y="19792"/>
                </a:cubicBezTo>
                <a:cubicBezTo>
                  <a:pt x="201144" y="24516"/>
                  <a:pt x="200085" y="28426"/>
                  <a:pt x="198537" y="31439"/>
                </a:cubicBezTo>
                <a:lnTo>
                  <a:pt x="206439" y="39340"/>
                </a:lnTo>
                <a:cubicBezTo>
                  <a:pt x="209291" y="33638"/>
                  <a:pt x="210839" y="27693"/>
                  <a:pt x="211083" y="21502"/>
                </a:cubicBezTo>
                <a:lnTo>
                  <a:pt x="243833" y="54245"/>
                </a:lnTo>
                <a:lnTo>
                  <a:pt x="252550" y="45530"/>
                </a:lnTo>
                <a:lnTo>
                  <a:pt x="207010" y="0"/>
                </a:lnTo>
                <a:lnTo>
                  <a:pt x="207010" y="0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" name="자유형 5">
            <a:extLst>
              <a:ext uri="{FF2B5EF4-FFF2-40B4-BE49-F238E27FC236}">
                <a16:creationId xmlns:a16="http://schemas.microsoft.com/office/drawing/2014/main" id="{CBE3895B-9BD0-D6E8-C67D-F5E8BBD1966F}"/>
              </a:ext>
            </a:extLst>
          </p:cNvPr>
          <p:cNvSpPr/>
          <p:nvPr/>
        </p:nvSpPr>
        <p:spPr>
          <a:xfrm>
            <a:off x="4746807" y="1925906"/>
            <a:ext cx="259556" cy="252176"/>
          </a:xfrm>
          <a:custGeom>
            <a:avLst/>
            <a:gdLst>
              <a:gd name="connsiteX0" fmla="*/ 54013 w 259556"/>
              <a:gd name="connsiteY0" fmla="*/ 243624 h 252176"/>
              <a:gd name="connsiteX1" fmla="*/ 18330 w 259556"/>
              <a:gd name="connsiteY1" fmla="*/ 207950 h 252176"/>
              <a:gd name="connsiteX2" fmla="*/ 62975 w 259556"/>
              <a:gd name="connsiteY2" fmla="*/ 234665 h 252176"/>
              <a:gd name="connsiteX3" fmla="*/ 71773 w 259556"/>
              <a:gd name="connsiteY3" fmla="*/ 225868 h 252176"/>
              <a:gd name="connsiteX4" fmla="*/ 45052 w 259556"/>
              <a:gd name="connsiteY4" fmla="*/ 181153 h 252176"/>
              <a:gd name="connsiteX5" fmla="*/ 80734 w 259556"/>
              <a:gd name="connsiteY5" fmla="*/ 216828 h 252176"/>
              <a:gd name="connsiteX6" fmla="*/ 89207 w 259556"/>
              <a:gd name="connsiteY6" fmla="*/ 208357 h 252176"/>
              <a:gd name="connsiteX7" fmla="*/ 43830 w 259556"/>
              <a:gd name="connsiteY7" fmla="*/ 162990 h 252176"/>
              <a:gd name="connsiteX8" fmla="*/ 30062 w 259556"/>
              <a:gd name="connsiteY8" fmla="*/ 176755 h 252176"/>
              <a:gd name="connsiteX9" fmla="*/ 52873 w 259556"/>
              <a:gd name="connsiteY9" fmla="*/ 215850 h 252176"/>
              <a:gd name="connsiteX10" fmla="*/ 13687 w 259556"/>
              <a:gd name="connsiteY10" fmla="*/ 193126 h 252176"/>
              <a:gd name="connsiteX11" fmla="*/ 0 w 259556"/>
              <a:gd name="connsiteY11" fmla="*/ 206809 h 252176"/>
              <a:gd name="connsiteX12" fmla="*/ 45378 w 259556"/>
              <a:gd name="connsiteY12" fmla="*/ 252176 h 252176"/>
              <a:gd name="connsiteX13" fmla="*/ 53850 w 259556"/>
              <a:gd name="connsiteY13" fmla="*/ 243706 h 252176"/>
              <a:gd name="connsiteX14" fmla="*/ 53850 w 259556"/>
              <a:gd name="connsiteY14" fmla="*/ 243706 h 252176"/>
              <a:gd name="connsiteX15" fmla="*/ 98413 w 259556"/>
              <a:gd name="connsiteY15" fmla="*/ 192882 h 252176"/>
              <a:gd name="connsiteX16" fmla="*/ 115603 w 259556"/>
              <a:gd name="connsiteY16" fmla="*/ 183678 h 252176"/>
              <a:gd name="connsiteX17" fmla="*/ 123831 w 259556"/>
              <a:gd name="connsiteY17" fmla="*/ 172194 h 252176"/>
              <a:gd name="connsiteX18" fmla="*/ 124890 w 259556"/>
              <a:gd name="connsiteY18" fmla="*/ 161035 h 252176"/>
              <a:gd name="connsiteX19" fmla="*/ 119758 w 259556"/>
              <a:gd name="connsiteY19" fmla="*/ 151587 h 252176"/>
              <a:gd name="connsiteX20" fmla="*/ 110715 w 259556"/>
              <a:gd name="connsiteY20" fmla="*/ 146211 h 252176"/>
              <a:gd name="connsiteX21" fmla="*/ 101101 w 259556"/>
              <a:gd name="connsiteY21" fmla="*/ 146619 h 252176"/>
              <a:gd name="connsiteX22" fmla="*/ 87985 w 259556"/>
              <a:gd name="connsiteY22" fmla="*/ 153216 h 252176"/>
              <a:gd name="connsiteX23" fmla="*/ 76498 w 259556"/>
              <a:gd name="connsiteY23" fmla="*/ 158592 h 252176"/>
              <a:gd name="connsiteX24" fmla="*/ 72343 w 259556"/>
              <a:gd name="connsiteY24" fmla="*/ 157207 h 252176"/>
              <a:gd name="connsiteX25" fmla="*/ 70959 w 259556"/>
              <a:gd name="connsiteY25" fmla="*/ 152972 h 252176"/>
              <a:gd name="connsiteX26" fmla="*/ 75602 w 259556"/>
              <a:gd name="connsiteY26" fmla="*/ 145071 h 252176"/>
              <a:gd name="connsiteX27" fmla="*/ 82934 w 259556"/>
              <a:gd name="connsiteY27" fmla="*/ 140836 h 252176"/>
              <a:gd name="connsiteX28" fmla="*/ 90511 w 259556"/>
              <a:gd name="connsiteY28" fmla="*/ 143361 h 252176"/>
              <a:gd name="connsiteX29" fmla="*/ 99228 w 259556"/>
              <a:gd name="connsiteY29" fmla="*/ 133831 h 252176"/>
              <a:gd name="connsiteX30" fmla="*/ 84727 w 259556"/>
              <a:gd name="connsiteY30" fmla="*/ 128374 h 252176"/>
              <a:gd name="connsiteX31" fmla="*/ 68107 w 259556"/>
              <a:gd name="connsiteY31" fmla="*/ 137496 h 252176"/>
              <a:gd name="connsiteX32" fmla="*/ 60775 w 259556"/>
              <a:gd name="connsiteY32" fmla="*/ 148003 h 252176"/>
              <a:gd name="connsiteX33" fmla="*/ 59716 w 259556"/>
              <a:gd name="connsiteY33" fmla="*/ 158266 h 252176"/>
              <a:gd name="connsiteX34" fmla="*/ 64197 w 259556"/>
              <a:gd name="connsiteY34" fmla="*/ 166737 h 252176"/>
              <a:gd name="connsiteX35" fmla="*/ 77476 w 259556"/>
              <a:gd name="connsiteY35" fmla="*/ 171705 h 252176"/>
              <a:gd name="connsiteX36" fmla="*/ 92303 w 259556"/>
              <a:gd name="connsiteY36" fmla="*/ 165841 h 252176"/>
              <a:gd name="connsiteX37" fmla="*/ 101590 w 259556"/>
              <a:gd name="connsiteY37" fmla="*/ 160465 h 252176"/>
              <a:gd name="connsiteX38" fmla="*/ 106886 w 259556"/>
              <a:gd name="connsiteY38" fmla="*/ 159162 h 252176"/>
              <a:gd name="connsiteX39" fmla="*/ 110552 w 259556"/>
              <a:gd name="connsiteY39" fmla="*/ 160954 h 252176"/>
              <a:gd name="connsiteX40" fmla="*/ 112670 w 259556"/>
              <a:gd name="connsiteY40" fmla="*/ 167551 h 252176"/>
              <a:gd name="connsiteX41" fmla="*/ 107863 w 259556"/>
              <a:gd name="connsiteY41" fmla="*/ 176103 h 252176"/>
              <a:gd name="connsiteX42" fmla="*/ 99146 w 259556"/>
              <a:gd name="connsiteY42" fmla="*/ 180664 h 252176"/>
              <a:gd name="connsiteX43" fmla="*/ 89289 w 259556"/>
              <a:gd name="connsiteY43" fmla="*/ 177325 h 252176"/>
              <a:gd name="connsiteX44" fmla="*/ 81223 w 259556"/>
              <a:gd name="connsiteY44" fmla="*/ 187099 h 252176"/>
              <a:gd name="connsiteX45" fmla="*/ 98332 w 259556"/>
              <a:gd name="connsiteY45" fmla="*/ 193208 h 252176"/>
              <a:gd name="connsiteX46" fmla="*/ 98332 w 259556"/>
              <a:gd name="connsiteY46" fmla="*/ 193208 h 252176"/>
              <a:gd name="connsiteX47" fmla="*/ 149249 w 259556"/>
              <a:gd name="connsiteY47" fmla="*/ 148411 h 252176"/>
              <a:gd name="connsiteX48" fmla="*/ 119676 w 259556"/>
              <a:gd name="connsiteY48" fmla="*/ 118845 h 252176"/>
              <a:gd name="connsiteX49" fmla="*/ 167579 w 259556"/>
              <a:gd name="connsiteY49" fmla="*/ 130166 h 252176"/>
              <a:gd name="connsiteX50" fmla="*/ 176785 w 259556"/>
              <a:gd name="connsiteY50" fmla="*/ 120962 h 252176"/>
              <a:gd name="connsiteX51" fmla="*/ 131407 w 259556"/>
              <a:gd name="connsiteY51" fmla="*/ 75595 h 252176"/>
              <a:gd name="connsiteX52" fmla="*/ 122935 w 259556"/>
              <a:gd name="connsiteY52" fmla="*/ 84066 h 252176"/>
              <a:gd name="connsiteX53" fmla="*/ 153241 w 259556"/>
              <a:gd name="connsiteY53" fmla="*/ 114365 h 252176"/>
              <a:gd name="connsiteX54" fmla="*/ 104360 w 259556"/>
              <a:gd name="connsiteY54" fmla="*/ 102636 h 252176"/>
              <a:gd name="connsiteX55" fmla="*/ 95480 w 259556"/>
              <a:gd name="connsiteY55" fmla="*/ 111514 h 252176"/>
              <a:gd name="connsiteX56" fmla="*/ 140858 w 259556"/>
              <a:gd name="connsiteY56" fmla="*/ 156881 h 252176"/>
              <a:gd name="connsiteX57" fmla="*/ 149330 w 259556"/>
              <a:gd name="connsiteY57" fmla="*/ 148411 h 252176"/>
              <a:gd name="connsiteX58" fmla="*/ 149330 w 259556"/>
              <a:gd name="connsiteY58" fmla="*/ 148411 h 252176"/>
              <a:gd name="connsiteX59" fmla="*/ 186398 w 259556"/>
              <a:gd name="connsiteY59" fmla="*/ 111270 h 252176"/>
              <a:gd name="connsiteX60" fmla="*/ 203669 w 259556"/>
              <a:gd name="connsiteY60" fmla="*/ 94003 h 252176"/>
              <a:gd name="connsiteX61" fmla="*/ 210839 w 259556"/>
              <a:gd name="connsiteY61" fmla="*/ 84962 h 252176"/>
              <a:gd name="connsiteX62" fmla="*/ 213690 w 259556"/>
              <a:gd name="connsiteY62" fmla="*/ 74944 h 252176"/>
              <a:gd name="connsiteX63" fmla="*/ 210513 w 259556"/>
              <a:gd name="connsiteY63" fmla="*/ 62075 h 252176"/>
              <a:gd name="connsiteX64" fmla="*/ 202285 w 259556"/>
              <a:gd name="connsiteY64" fmla="*/ 50998 h 252176"/>
              <a:gd name="connsiteX65" fmla="*/ 190064 w 259556"/>
              <a:gd name="connsiteY65" fmla="*/ 41794 h 252176"/>
              <a:gd name="connsiteX66" fmla="*/ 178415 w 259556"/>
              <a:gd name="connsiteY66" fmla="*/ 38780 h 252176"/>
              <a:gd name="connsiteX67" fmla="*/ 167416 w 259556"/>
              <a:gd name="connsiteY67" fmla="*/ 41468 h 252176"/>
              <a:gd name="connsiteX68" fmla="*/ 157885 w 259556"/>
              <a:gd name="connsiteY68" fmla="*/ 49206 h 252176"/>
              <a:gd name="connsiteX69" fmla="*/ 141184 w 259556"/>
              <a:gd name="connsiteY69" fmla="*/ 65903 h 252176"/>
              <a:gd name="connsiteX70" fmla="*/ 186561 w 259556"/>
              <a:gd name="connsiteY70" fmla="*/ 111270 h 252176"/>
              <a:gd name="connsiteX71" fmla="*/ 186561 w 259556"/>
              <a:gd name="connsiteY71" fmla="*/ 111270 h 252176"/>
              <a:gd name="connsiteX72" fmla="*/ 161958 w 259556"/>
              <a:gd name="connsiteY72" fmla="*/ 60364 h 252176"/>
              <a:gd name="connsiteX73" fmla="*/ 169942 w 259556"/>
              <a:gd name="connsiteY73" fmla="*/ 53278 h 252176"/>
              <a:gd name="connsiteX74" fmla="*/ 176296 w 259556"/>
              <a:gd name="connsiteY74" fmla="*/ 51161 h 252176"/>
              <a:gd name="connsiteX75" fmla="*/ 183302 w 259556"/>
              <a:gd name="connsiteY75" fmla="*/ 52952 h 252176"/>
              <a:gd name="connsiteX76" fmla="*/ 192345 w 259556"/>
              <a:gd name="connsiteY76" fmla="*/ 60120 h 252176"/>
              <a:gd name="connsiteX77" fmla="*/ 199759 w 259556"/>
              <a:gd name="connsiteY77" fmla="*/ 69324 h 252176"/>
              <a:gd name="connsiteX78" fmla="*/ 201714 w 259556"/>
              <a:gd name="connsiteY78" fmla="*/ 76084 h 252176"/>
              <a:gd name="connsiteX79" fmla="*/ 199922 w 259556"/>
              <a:gd name="connsiteY79" fmla="*/ 81704 h 252176"/>
              <a:gd name="connsiteX80" fmla="*/ 194789 w 259556"/>
              <a:gd name="connsiteY80" fmla="*/ 87650 h 252176"/>
              <a:gd name="connsiteX81" fmla="*/ 187946 w 259556"/>
              <a:gd name="connsiteY81" fmla="*/ 94491 h 252176"/>
              <a:gd name="connsiteX82" fmla="*/ 157885 w 259556"/>
              <a:gd name="connsiteY82" fmla="*/ 64437 h 252176"/>
              <a:gd name="connsiteX83" fmla="*/ 162039 w 259556"/>
              <a:gd name="connsiteY83" fmla="*/ 60283 h 252176"/>
              <a:gd name="connsiteX84" fmla="*/ 162039 w 259556"/>
              <a:gd name="connsiteY84" fmla="*/ 60283 h 252176"/>
              <a:gd name="connsiteX85" fmla="*/ 234301 w 259556"/>
              <a:gd name="connsiteY85" fmla="*/ 47251 h 252176"/>
              <a:gd name="connsiteX86" fmla="*/ 233650 w 259556"/>
              <a:gd name="connsiteY86" fmla="*/ 43097 h 252176"/>
              <a:gd name="connsiteX87" fmla="*/ 233813 w 259556"/>
              <a:gd name="connsiteY87" fmla="*/ 32835 h 252176"/>
              <a:gd name="connsiteX88" fmla="*/ 233731 w 259556"/>
              <a:gd name="connsiteY88" fmla="*/ 21350 h 252176"/>
              <a:gd name="connsiteX89" fmla="*/ 231450 w 259556"/>
              <a:gd name="connsiteY89" fmla="*/ 12065 h 252176"/>
              <a:gd name="connsiteX90" fmla="*/ 226725 w 259556"/>
              <a:gd name="connsiteY90" fmla="*/ 5142 h 252176"/>
              <a:gd name="connsiteX91" fmla="*/ 213853 w 259556"/>
              <a:gd name="connsiteY91" fmla="*/ 11 h 252176"/>
              <a:gd name="connsiteX92" fmla="*/ 199678 w 259556"/>
              <a:gd name="connsiteY92" fmla="*/ 6934 h 252176"/>
              <a:gd name="connsiteX93" fmla="*/ 192590 w 259556"/>
              <a:gd name="connsiteY93" fmla="*/ 20291 h 252176"/>
              <a:gd name="connsiteX94" fmla="*/ 198048 w 259556"/>
              <a:gd name="connsiteY94" fmla="*/ 35441 h 252176"/>
              <a:gd name="connsiteX95" fmla="*/ 207580 w 259556"/>
              <a:gd name="connsiteY95" fmla="*/ 27622 h 252176"/>
              <a:gd name="connsiteX96" fmla="*/ 203995 w 259556"/>
              <a:gd name="connsiteY96" fmla="*/ 20291 h 252176"/>
              <a:gd name="connsiteX97" fmla="*/ 206684 w 259556"/>
              <a:gd name="connsiteY97" fmla="*/ 14345 h 252176"/>
              <a:gd name="connsiteX98" fmla="*/ 212550 w 259556"/>
              <a:gd name="connsiteY98" fmla="*/ 11576 h 252176"/>
              <a:gd name="connsiteX99" fmla="*/ 218578 w 259556"/>
              <a:gd name="connsiteY99" fmla="*/ 14509 h 252176"/>
              <a:gd name="connsiteX100" fmla="*/ 222081 w 259556"/>
              <a:gd name="connsiteY100" fmla="*/ 21595 h 252176"/>
              <a:gd name="connsiteX101" fmla="*/ 222326 w 259556"/>
              <a:gd name="connsiteY101" fmla="*/ 36255 h 252176"/>
              <a:gd name="connsiteX102" fmla="*/ 223385 w 259556"/>
              <a:gd name="connsiteY102" fmla="*/ 56943 h 252176"/>
              <a:gd name="connsiteX103" fmla="*/ 229088 w 259556"/>
              <a:gd name="connsiteY103" fmla="*/ 68591 h 252176"/>
              <a:gd name="connsiteX104" fmla="*/ 259556 w 259556"/>
              <a:gd name="connsiteY104" fmla="*/ 38129 h 252176"/>
              <a:gd name="connsiteX105" fmla="*/ 251491 w 259556"/>
              <a:gd name="connsiteY105" fmla="*/ 30065 h 252176"/>
              <a:gd name="connsiteX106" fmla="*/ 234220 w 259556"/>
              <a:gd name="connsiteY106" fmla="*/ 47332 h 252176"/>
              <a:gd name="connsiteX107" fmla="*/ 234220 w 259556"/>
              <a:gd name="connsiteY107" fmla="*/ 47332 h 252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259556" h="252176">
                <a:moveTo>
                  <a:pt x="54013" y="243624"/>
                </a:moveTo>
                <a:lnTo>
                  <a:pt x="18330" y="207950"/>
                </a:lnTo>
                <a:lnTo>
                  <a:pt x="62975" y="234665"/>
                </a:lnTo>
                <a:lnTo>
                  <a:pt x="71773" y="225868"/>
                </a:lnTo>
                <a:lnTo>
                  <a:pt x="45052" y="181153"/>
                </a:lnTo>
                <a:lnTo>
                  <a:pt x="80734" y="216828"/>
                </a:lnTo>
                <a:lnTo>
                  <a:pt x="89207" y="208357"/>
                </a:lnTo>
                <a:lnTo>
                  <a:pt x="43830" y="162990"/>
                </a:lnTo>
                <a:lnTo>
                  <a:pt x="30062" y="176755"/>
                </a:lnTo>
                <a:lnTo>
                  <a:pt x="52873" y="215850"/>
                </a:lnTo>
                <a:lnTo>
                  <a:pt x="13687" y="193126"/>
                </a:lnTo>
                <a:lnTo>
                  <a:pt x="0" y="206809"/>
                </a:lnTo>
                <a:lnTo>
                  <a:pt x="45378" y="252176"/>
                </a:lnTo>
                <a:lnTo>
                  <a:pt x="53850" y="243706"/>
                </a:lnTo>
                <a:lnTo>
                  <a:pt x="53850" y="243706"/>
                </a:lnTo>
                <a:close/>
                <a:moveTo>
                  <a:pt x="98413" y="192882"/>
                </a:moveTo>
                <a:cubicBezTo>
                  <a:pt x="104116" y="192474"/>
                  <a:pt x="109900" y="189379"/>
                  <a:pt x="115603" y="183678"/>
                </a:cubicBezTo>
                <a:cubicBezTo>
                  <a:pt x="119513" y="179768"/>
                  <a:pt x="122283" y="175859"/>
                  <a:pt x="123831" y="172194"/>
                </a:cubicBezTo>
                <a:cubicBezTo>
                  <a:pt x="125379" y="168447"/>
                  <a:pt x="125705" y="164700"/>
                  <a:pt x="124890" y="161035"/>
                </a:cubicBezTo>
                <a:cubicBezTo>
                  <a:pt x="124075" y="157289"/>
                  <a:pt x="122365" y="154193"/>
                  <a:pt x="119758" y="151587"/>
                </a:cubicBezTo>
                <a:cubicBezTo>
                  <a:pt x="116906" y="148736"/>
                  <a:pt x="113892" y="146944"/>
                  <a:pt x="110715" y="146211"/>
                </a:cubicBezTo>
                <a:cubicBezTo>
                  <a:pt x="107537" y="145478"/>
                  <a:pt x="104360" y="145641"/>
                  <a:pt x="101101" y="146619"/>
                </a:cubicBezTo>
                <a:cubicBezTo>
                  <a:pt x="97843" y="147596"/>
                  <a:pt x="93443" y="149795"/>
                  <a:pt x="87985" y="153216"/>
                </a:cubicBezTo>
                <a:cubicBezTo>
                  <a:pt x="82446" y="156637"/>
                  <a:pt x="78698" y="158429"/>
                  <a:pt x="76498" y="158592"/>
                </a:cubicBezTo>
                <a:cubicBezTo>
                  <a:pt x="74788" y="158755"/>
                  <a:pt x="73484" y="158266"/>
                  <a:pt x="72343" y="157207"/>
                </a:cubicBezTo>
                <a:cubicBezTo>
                  <a:pt x="71203" y="156067"/>
                  <a:pt x="70714" y="154601"/>
                  <a:pt x="70959" y="152972"/>
                </a:cubicBezTo>
                <a:cubicBezTo>
                  <a:pt x="71366" y="150365"/>
                  <a:pt x="72914" y="147759"/>
                  <a:pt x="75602" y="145071"/>
                </a:cubicBezTo>
                <a:cubicBezTo>
                  <a:pt x="78209" y="142465"/>
                  <a:pt x="80653" y="141080"/>
                  <a:pt x="82934" y="140836"/>
                </a:cubicBezTo>
                <a:cubicBezTo>
                  <a:pt x="85215" y="140591"/>
                  <a:pt x="87741" y="141406"/>
                  <a:pt x="90511" y="143361"/>
                </a:cubicBezTo>
                <a:lnTo>
                  <a:pt x="99228" y="133831"/>
                </a:lnTo>
                <a:cubicBezTo>
                  <a:pt x="94910" y="129840"/>
                  <a:pt x="90103" y="127967"/>
                  <a:pt x="84727" y="128374"/>
                </a:cubicBezTo>
                <a:cubicBezTo>
                  <a:pt x="79350" y="128781"/>
                  <a:pt x="73810" y="131795"/>
                  <a:pt x="68107" y="137496"/>
                </a:cubicBezTo>
                <a:cubicBezTo>
                  <a:pt x="64604" y="140999"/>
                  <a:pt x="62160" y="144501"/>
                  <a:pt x="60775" y="148003"/>
                </a:cubicBezTo>
                <a:cubicBezTo>
                  <a:pt x="59390" y="151505"/>
                  <a:pt x="58983" y="154926"/>
                  <a:pt x="59716" y="158266"/>
                </a:cubicBezTo>
                <a:cubicBezTo>
                  <a:pt x="60449" y="161605"/>
                  <a:pt x="61915" y="164375"/>
                  <a:pt x="64197" y="166737"/>
                </a:cubicBezTo>
                <a:cubicBezTo>
                  <a:pt x="67781" y="170320"/>
                  <a:pt x="72180" y="171949"/>
                  <a:pt x="77476" y="171705"/>
                </a:cubicBezTo>
                <a:cubicBezTo>
                  <a:pt x="81223" y="171461"/>
                  <a:pt x="86193" y="169587"/>
                  <a:pt x="92303" y="165841"/>
                </a:cubicBezTo>
                <a:cubicBezTo>
                  <a:pt x="97028" y="162990"/>
                  <a:pt x="100205" y="161198"/>
                  <a:pt x="101590" y="160465"/>
                </a:cubicBezTo>
                <a:cubicBezTo>
                  <a:pt x="103708" y="159488"/>
                  <a:pt x="105501" y="158999"/>
                  <a:pt x="106886" y="159162"/>
                </a:cubicBezTo>
                <a:cubicBezTo>
                  <a:pt x="108271" y="159325"/>
                  <a:pt x="109493" y="159895"/>
                  <a:pt x="110552" y="160954"/>
                </a:cubicBezTo>
                <a:cubicBezTo>
                  <a:pt x="112262" y="162664"/>
                  <a:pt x="112914" y="164863"/>
                  <a:pt x="112670" y="167551"/>
                </a:cubicBezTo>
                <a:cubicBezTo>
                  <a:pt x="112426" y="170320"/>
                  <a:pt x="110796" y="173171"/>
                  <a:pt x="107863" y="176103"/>
                </a:cubicBezTo>
                <a:cubicBezTo>
                  <a:pt x="105094" y="178872"/>
                  <a:pt x="102161" y="180420"/>
                  <a:pt x="99146" y="180664"/>
                </a:cubicBezTo>
                <a:cubicBezTo>
                  <a:pt x="96132" y="180909"/>
                  <a:pt x="92792" y="179768"/>
                  <a:pt x="89289" y="177325"/>
                </a:cubicBezTo>
                <a:lnTo>
                  <a:pt x="81223" y="187099"/>
                </a:lnTo>
                <a:cubicBezTo>
                  <a:pt x="86926" y="191578"/>
                  <a:pt x="92629" y="193615"/>
                  <a:pt x="98332" y="193208"/>
                </a:cubicBezTo>
                <a:lnTo>
                  <a:pt x="98332" y="193208"/>
                </a:lnTo>
                <a:close/>
                <a:moveTo>
                  <a:pt x="149249" y="148411"/>
                </a:moveTo>
                <a:lnTo>
                  <a:pt x="119676" y="118845"/>
                </a:lnTo>
                <a:lnTo>
                  <a:pt x="167579" y="130166"/>
                </a:lnTo>
                <a:lnTo>
                  <a:pt x="176785" y="120962"/>
                </a:lnTo>
                <a:lnTo>
                  <a:pt x="131407" y="75595"/>
                </a:lnTo>
                <a:lnTo>
                  <a:pt x="122935" y="84066"/>
                </a:lnTo>
                <a:lnTo>
                  <a:pt x="153241" y="114365"/>
                </a:lnTo>
                <a:lnTo>
                  <a:pt x="104360" y="102636"/>
                </a:lnTo>
                <a:lnTo>
                  <a:pt x="95480" y="111514"/>
                </a:lnTo>
                <a:lnTo>
                  <a:pt x="140858" y="156881"/>
                </a:lnTo>
                <a:lnTo>
                  <a:pt x="149330" y="148411"/>
                </a:lnTo>
                <a:lnTo>
                  <a:pt x="149330" y="148411"/>
                </a:lnTo>
                <a:close/>
                <a:moveTo>
                  <a:pt x="186398" y="111270"/>
                </a:moveTo>
                <a:lnTo>
                  <a:pt x="203669" y="94003"/>
                </a:lnTo>
                <a:cubicBezTo>
                  <a:pt x="207091" y="90582"/>
                  <a:pt x="209454" y="87568"/>
                  <a:pt x="210839" y="84962"/>
                </a:cubicBezTo>
                <a:cubicBezTo>
                  <a:pt x="212712" y="81378"/>
                  <a:pt x="213608" y="78039"/>
                  <a:pt x="213690" y="74944"/>
                </a:cubicBezTo>
                <a:cubicBezTo>
                  <a:pt x="213690" y="70790"/>
                  <a:pt x="212712" y="66473"/>
                  <a:pt x="210513" y="62075"/>
                </a:cubicBezTo>
                <a:cubicBezTo>
                  <a:pt x="208721" y="58409"/>
                  <a:pt x="205950" y="54744"/>
                  <a:pt x="202285" y="50998"/>
                </a:cubicBezTo>
                <a:cubicBezTo>
                  <a:pt x="198048" y="46762"/>
                  <a:pt x="193975" y="43667"/>
                  <a:pt x="190064" y="41794"/>
                </a:cubicBezTo>
                <a:cubicBezTo>
                  <a:pt x="186154" y="39921"/>
                  <a:pt x="182244" y="38862"/>
                  <a:pt x="178415" y="38780"/>
                </a:cubicBezTo>
                <a:cubicBezTo>
                  <a:pt x="174504" y="38699"/>
                  <a:pt x="170838" y="39595"/>
                  <a:pt x="167416" y="41468"/>
                </a:cubicBezTo>
                <a:cubicBezTo>
                  <a:pt x="164891" y="42853"/>
                  <a:pt x="161714" y="45459"/>
                  <a:pt x="157885" y="49206"/>
                </a:cubicBezTo>
                <a:lnTo>
                  <a:pt x="141184" y="65903"/>
                </a:lnTo>
                <a:lnTo>
                  <a:pt x="186561" y="111270"/>
                </a:lnTo>
                <a:lnTo>
                  <a:pt x="186561" y="111270"/>
                </a:lnTo>
                <a:close/>
                <a:moveTo>
                  <a:pt x="161958" y="60364"/>
                </a:moveTo>
                <a:cubicBezTo>
                  <a:pt x="165706" y="56618"/>
                  <a:pt x="168312" y="54256"/>
                  <a:pt x="169942" y="53278"/>
                </a:cubicBezTo>
                <a:cubicBezTo>
                  <a:pt x="172060" y="51975"/>
                  <a:pt x="174178" y="51242"/>
                  <a:pt x="176296" y="51161"/>
                </a:cubicBezTo>
                <a:cubicBezTo>
                  <a:pt x="178496" y="51161"/>
                  <a:pt x="180777" y="51731"/>
                  <a:pt x="183302" y="52952"/>
                </a:cubicBezTo>
                <a:cubicBezTo>
                  <a:pt x="185828" y="54174"/>
                  <a:pt x="188761" y="56618"/>
                  <a:pt x="192345" y="60120"/>
                </a:cubicBezTo>
                <a:cubicBezTo>
                  <a:pt x="195849" y="63622"/>
                  <a:pt x="198293" y="66717"/>
                  <a:pt x="199759" y="69324"/>
                </a:cubicBezTo>
                <a:cubicBezTo>
                  <a:pt x="201144" y="72011"/>
                  <a:pt x="201796" y="74211"/>
                  <a:pt x="201714" y="76084"/>
                </a:cubicBezTo>
                <a:cubicBezTo>
                  <a:pt x="201633" y="77957"/>
                  <a:pt x="200981" y="79830"/>
                  <a:pt x="199922" y="81704"/>
                </a:cubicBezTo>
                <a:cubicBezTo>
                  <a:pt x="199107" y="83088"/>
                  <a:pt x="197396" y="85125"/>
                  <a:pt x="194789" y="87650"/>
                </a:cubicBezTo>
                <a:lnTo>
                  <a:pt x="187946" y="94491"/>
                </a:lnTo>
                <a:lnTo>
                  <a:pt x="157885" y="64437"/>
                </a:lnTo>
                <a:lnTo>
                  <a:pt x="162039" y="60283"/>
                </a:lnTo>
                <a:lnTo>
                  <a:pt x="162039" y="60283"/>
                </a:lnTo>
                <a:close/>
                <a:moveTo>
                  <a:pt x="234301" y="47251"/>
                </a:moveTo>
                <a:cubicBezTo>
                  <a:pt x="233975" y="46029"/>
                  <a:pt x="233731" y="44644"/>
                  <a:pt x="233650" y="43097"/>
                </a:cubicBezTo>
                <a:cubicBezTo>
                  <a:pt x="233568" y="41549"/>
                  <a:pt x="233650" y="38129"/>
                  <a:pt x="233813" y="32835"/>
                </a:cubicBezTo>
                <a:cubicBezTo>
                  <a:pt x="234057" y="27540"/>
                  <a:pt x="233975" y="23712"/>
                  <a:pt x="233731" y="21350"/>
                </a:cubicBezTo>
                <a:cubicBezTo>
                  <a:pt x="233324" y="17766"/>
                  <a:pt x="232509" y="14671"/>
                  <a:pt x="231450" y="12065"/>
                </a:cubicBezTo>
                <a:cubicBezTo>
                  <a:pt x="230310" y="9459"/>
                  <a:pt x="228762" y="7178"/>
                  <a:pt x="226725" y="5142"/>
                </a:cubicBezTo>
                <a:cubicBezTo>
                  <a:pt x="223140" y="1558"/>
                  <a:pt x="218823" y="-152"/>
                  <a:pt x="213853" y="11"/>
                </a:cubicBezTo>
                <a:cubicBezTo>
                  <a:pt x="208883" y="173"/>
                  <a:pt x="204158" y="2454"/>
                  <a:pt x="199678" y="6934"/>
                </a:cubicBezTo>
                <a:cubicBezTo>
                  <a:pt x="195604" y="11006"/>
                  <a:pt x="193242" y="15486"/>
                  <a:pt x="192590" y="20291"/>
                </a:cubicBezTo>
                <a:cubicBezTo>
                  <a:pt x="191938" y="25097"/>
                  <a:pt x="193730" y="30147"/>
                  <a:pt x="198048" y="35441"/>
                </a:cubicBezTo>
                <a:lnTo>
                  <a:pt x="207580" y="27622"/>
                </a:lnTo>
                <a:cubicBezTo>
                  <a:pt x="205217" y="24934"/>
                  <a:pt x="203995" y="22490"/>
                  <a:pt x="203995" y="20291"/>
                </a:cubicBezTo>
                <a:cubicBezTo>
                  <a:pt x="203995" y="18092"/>
                  <a:pt x="204892" y="16137"/>
                  <a:pt x="206684" y="14345"/>
                </a:cubicBezTo>
                <a:cubicBezTo>
                  <a:pt x="208557" y="12472"/>
                  <a:pt x="210513" y="11576"/>
                  <a:pt x="212550" y="11576"/>
                </a:cubicBezTo>
                <a:cubicBezTo>
                  <a:pt x="214668" y="11576"/>
                  <a:pt x="216623" y="12554"/>
                  <a:pt x="218578" y="14509"/>
                </a:cubicBezTo>
                <a:cubicBezTo>
                  <a:pt x="220370" y="16300"/>
                  <a:pt x="221511" y="18662"/>
                  <a:pt x="222081" y="21595"/>
                </a:cubicBezTo>
                <a:cubicBezTo>
                  <a:pt x="222489" y="23794"/>
                  <a:pt x="222570" y="28681"/>
                  <a:pt x="222326" y="36255"/>
                </a:cubicBezTo>
                <a:cubicBezTo>
                  <a:pt x="222000" y="45622"/>
                  <a:pt x="222326" y="52545"/>
                  <a:pt x="223385" y="56943"/>
                </a:cubicBezTo>
                <a:cubicBezTo>
                  <a:pt x="224444" y="61342"/>
                  <a:pt x="226399" y="65170"/>
                  <a:pt x="229088" y="68591"/>
                </a:cubicBezTo>
                <a:lnTo>
                  <a:pt x="259556" y="38129"/>
                </a:lnTo>
                <a:lnTo>
                  <a:pt x="251491" y="30065"/>
                </a:lnTo>
                <a:lnTo>
                  <a:pt x="234220" y="47332"/>
                </a:lnTo>
                <a:lnTo>
                  <a:pt x="234220" y="47332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" name="자유형 6">
            <a:extLst>
              <a:ext uri="{FF2B5EF4-FFF2-40B4-BE49-F238E27FC236}">
                <a16:creationId xmlns:a16="http://schemas.microsoft.com/office/drawing/2014/main" id="{7F071239-B245-E275-7183-A45957E93BA8}"/>
              </a:ext>
            </a:extLst>
          </p:cNvPr>
          <p:cNvSpPr/>
          <p:nvPr/>
        </p:nvSpPr>
        <p:spPr>
          <a:xfrm>
            <a:off x="5007797" y="1920541"/>
            <a:ext cx="156207" cy="156351"/>
          </a:xfrm>
          <a:custGeom>
            <a:avLst/>
            <a:gdLst>
              <a:gd name="connsiteX0" fmla="*/ 39056 w 156207"/>
              <a:gd name="connsiteY0" fmla="*/ 155975 h 156351"/>
              <a:gd name="connsiteX1" fmla="*/ 56246 w 156207"/>
              <a:gd name="connsiteY1" fmla="*/ 146771 h 156351"/>
              <a:gd name="connsiteX2" fmla="*/ 64474 w 156207"/>
              <a:gd name="connsiteY2" fmla="*/ 135287 h 156351"/>
              <a:gd name="connsiteX3" fmla="*/ 65533 w 156207"/>
              <a:gd name="connsiteY3" fmla="*/ 124128 h 156351"/>
              <a:gd name="connsiteX4" fmla="*/ 60401 w 156207"/>
              <a:gd name="connsiteY4" fmla="*/ 114680 h 156351"/>
              <a:gd name="connsiteX5" fmla="*/ 51358 w 156207"/>
              <a:gd name="connsiteY5" fmla="*/ 109304 h 156351"/>
              <a:gd name="connsiteX6" fmla="*/ 41745 w 156207"/>
              <a:gd name="connsiteY6" fmla="*/ 109712 h 156351"/>
              <a:gd name="connsiteX7" fmla="*/ 28628 w 156207"/>
              <a:gd name="connsiteY7" fmla="*/ 116309 h 156351"/>
              <a:gd name="connsiteX8" fmla="*/ 17141 w 156207"/>
              <a:gd name="connsiteY8" fmla="*/ 121685 h 156351"/>
              <a:gd name="connsiteX9" fmla="*/ 12987 w 156207"/>
              <a:gd name="connsiteY9" fmla="*/ 120300 h 156351"/>
              <a:gd name="connsiteX10" fmla="*/ 11602 w 156207"/>
              <a:gd name="connsiteY10" fmla="*/ 116065 h 156351"/>
              <a:gd name="connsiteX11" fmla="*/ 16245 w 156207"/>
              <a:gd name="connsiteY11" fmla="*/ 108164 h 156351"/>
              <a:gd name="connsiteX12" fmla="*/ 23577 w 156207"/>
              <a:gd name="connsiteY12" fmla="*/ 103929 h 156351"/>
              <a:gd name="connsiteX13" fmla="*/ 31154 w 156207"/>
              <a:gd name="connsiteY13" fmla="*/ 106454 h 156351"/>
              <a:gd name="connsiteX14" fmla="*/ 39871 w 156207"/>
              <a:gd name="connsiteY14" fmla="*/ 96924 h 156351"/>
              <a:gd name="connsiteX15" fmla="*/ 25370 w 156207"/>
              <a:gd name="connsiteY15" fmla="*/ 91467 h 156351"/>
              <a:gd name="connsiteX16" fmla="*/ 8750 w 156207"/>
              <a:gd name="connsiteY16" fmla="*/ 100589 h 156351"/>
              <a:gd name="connsiteX17" fmla="*/ 1418 w 156207"/>
              <a:gd name="connsiteY17" fmla="*/ 111096 h 156351"/>
              <a:gd name="connsiteX18" fmla="*/ 359 w 156207"/>
              <a:gd name="connsiteY18" fmla="*/ 121359 h 156351"/>
              <a:gd name="connsiteX19" fmla="*/ 4840 w 156207"/>
              <a:gd name="connsiteY19" fmla="*/ 129830 h 156351"/>
              <a:gd name="connsiteX20" fmla="*/ 18119 w 156207"/>
              <a:gd name="connsiteY20" fmla="*/ 134798 h 156351"/>
              <a:gd name="connsiteX21" fmla="*/ 32946 w 156207"/>
              <a:gd name="connsiteY21" fmla="*/ 128934 h 156351"/>
              <a:gd name="connsiteX22" fmla="*/ 42233 w 156207"/>
              <a:gd name="connsiteY22" fmla="*/ 123558 h 156351"/>
              <a:gd name="connsiteX23" fmla="*/ 47529 w 156207"/>
              <a:gd name="connsiteY23" fmla="*/ 122255 h 156351"/>
              <a:gd name="connsiteX24" fmla="*/ 51195 w 156207"/>
              <a:gd name="connsiteY24" fmla="*/ 124047 h 156351"/>
              <a:gd name="connsiteX25" fmla="*/ 53313 w 156207"/>
              <a:gd name="connsiteY25" fmla="*/ 130644 h 156351"/>
              <a:gd name="connsiteX26" fmla="*/ 48507 w 156207"/>
              <a:gd name="connsiteY26" fmla="*/ 139196 h 156351"/>
              <a:gd name="connsiteX27" fmla="*/ 39790 w 156207"/>
              <a:gd name="connsiteY27" fmla="*/ 143757 h 156351"/>
              <a:gd name="connsiteX28" fmla="*/ 29932 w 156207"/>
              <a:gd name="connsiteY28" fmla="*/ 140418 h 156351"/>
              <a:gd name="connsiteX29" fmla="*/ 21866 w 156207"/>
              <a:gd name="connsiteY29" fmla="*/ 150192 h 156351"/>
              <a:gd name="connsiteX30" fmla="*/ 38975 w 156207"/>
              <a:gd name="connsiteY30" fmla="*/ 156301 h 156351"/>
              <a:gd name="connsiteX31" fmla="*/ 38975 w 156207"/>
              <a:gd name="connsiteY31" fmla="*/ 156301 h 156351"/>
              <a:gd name="connsiteX32" fmla="*/ 100728 w 156207"/>
              <a:gd name="connsiteY32" fmla="*/ 100752 h 156351"/>
              <a:gd name="connsiteX33" fmla="*/ 63008 w 156207"/>
              <a:gd name="connsiteY33" fmla="*/ 63041 h 156351"/>
              <a:gd name="connsiteX34" fmla="*/ 76450 w 156207"/>
              <a:gd name="connsiteY34" fmla="*/ 49602 h 156351"/>
              <a:gd name="connsiteX35" fmla="*/ 68792 w 156207"/>
              <a:gd name="connsiteY35" fmla="*/ 41946 h 156351"/>
              <a:gd name="connsiteX36" fmla="*/ 32783 w 156207"/>
              <a:gd name="connsiteY36" fmla="*/ 77947 h 156351"/>
              <a:gd name="connsiteX37" fmla="*/ 40441 w 156207"/>
              <a:gd name="connsiteY37" fmla="*/ 85603 h 156351"/>
              <a:gd name="connsiteX38" fmla="*/ 53884 w 156207"/>
              <a:gd name="connsiteY38" fmla="*/ 72164 h 156351"/>
              <a:gd name="connsiteX39" fmla="*/ 91603 w 156207"/>
              <a:gd name="connsiteY39" fmla="*/ 109875 h 156351"/>
              <a:gd name="connsiteX40" fmla="*/ 100728 w 156207"/>
              <a:gd name="connsiteY40" fmla="*/ 100752 h 156351"/>
              <a:gd name="connsiteX41" fmla="*/ 100728 w 156207"/>
              <a:gd name="connsiteY41" fmla="*/ 100752 h 156351"/>
              <a:gd name="connsiteX42" fmla="*/ 128671 w 156207"/>
              <a:gd name="connsiteY42" fmla="*/ 72815 h 156351"/>
              <a:gd name="connsiteX43" fmla="*/ 99098 w 156207"/>
              <a:gd name="connsiteY43" fmla="*/ 43249 h 156351"/>
              <a:gd name="connsiteX44" fmla="*/ 147001 w 156207"/>
              <a:gd name="connsiteY44" fmla="*/ 54571 h 156351"/>
              <a:gd name="connsiteX45" fmla="*/ 156207 w 156207"/>
              <a:gd name="connsiteY45" fmla="*/ 45367 h 156351"/>
              <a:gd name="connsiteX46" fmla="*/ 110829 w 156207"/>
              <a:gd name="connsiteY46" fmla="*/ 0 h 156351"/>
              <a:gd name="connsiteX47" fmla="*/ 102357 w 156207"/>
              <a:gd name="connsiteY47" fmla="*/ 8471 h 156351"/>
              <a:gd name="connsiteX48" fmla="*/ 132663 w 156207"/>
              <a:gd name="connsiteY48" fmla="*/ 38770 h 156351"/>
              <a:gd name="connsiteX49" fmla="*/ 83782 w 156207"/>
              <a:gd name="connsiteY49" fmla="*/ 27041 h 156351"/>
              <a:gd name="connsiteX50" fmla="*/ 74902 w 156207"/>
              <a:gd name="connsiteY50" fmla="*/ 35919 h 156351"/>
              <a:gd name="connsiteX51" fmla="*/ 120280 w 156207"/>
              <a:gd name="connsiteY51" fmla="*/ 81286 h 156351"/>
              <a:gd name="connsiteX52" fmla="*/ 128752 w 156207"/>
              <a:gd name="connsiteY52" fmla="*/ 72815 h 156351"/>
              <a:gd name="connsiteX53" fmla="*/ 128752 w 156207"/>
              <a:gd name="connsiteY53" fmla="*/ 72815 h 15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6207" h="156351">
                <a:moveTo>
                  <a:pt x="39056" y="155975"/>
                </a:moveTo>
                <a:cubicBezTo>
                  <a:pt x="44759" y="155568"/>
                  <a:pt x="50543" y="152472"/>
                  <a:pt x="56246" y="146771"/>
                </a:cubicBezTo>
                <a:cubicBezTo>
                  <a:pt x="60156" y="142861"/>
                  <a:pt x="62926" y="138952"/>
                  <a:pt x="64474" y="135287"/>
                </a:cubicBezTo>
                <a:cubicBezTo>
                  <a:pt x="66022" y="131540"/>
                  <a:pt x="66348" y="127793"/>
                  <a:pt x="65533" y="124128"/>
                </a:cubicBezTo>
                <a:cubicBezTo>
                  <a:pt x="64719" y="120382"/>
                  <a:pt x="63008" y="117286"/>
                  <a:pt x="60401" y="114680"/>
                </a:cubicBezTo>
                <a:cubicBezTo>
                  <a:pt x="57549" y="111829"/>
                  <a:pt x="54535" y="110037"/>
                  <a:pt x="51358" y="109304"/>
                </a:cubicBezTo>
                <a:cubicBezTo>
                  <a:pt x="48181" y="108571"/>
                  <a:pt x="45004" y="108734"/>
                  <a:pt x="41745" y="109712"/>
                </a:cubicBezTo>
                <a:cubicBezTo>
                  <a:pt x="38486" y="110689"/>
                  <a:pt x="34087" y="112888"/>
                  <a:pt x="28628" y="116309"/>
                </a:cubicBezTo>
                <a:cubicBezTo>
                  <a:pt x="23089" y="119730"/>
                  <a:pt x="19341" y="121522"/>
                  <a:pt x="17141" y="121685"/>
                </a:cubicBezTo>
                <a:cubicBezTo>
                  <a:pt x="15431" y="121848"/>
                  <a:pt x="14127" y="121359"/>
                  <a:pt x="12987" y="120300"/>
                </a:cubicBezTo>
                <a:cubicBezTo>
                  <a:pt x="11846" y="119160"/>
                  <a:pt x="11357" y="117694"/>
                  <a:pt x="11602" y="116065"/>
                </a:cubicBezTo>
                <a:cubicBezTo>
                  <a:pt x="12009" y="113458"/>
                  <a:pt x="13557" y="110852"/>
                  <a:pt x="16245" y="108164"/>
                </a:cubicBezTo>
                <a:cubicBezTo>
                  <a:pt x="18852" y="105558"/>
                  <a:pt x="21296" y="104173"/>
                  <a:pt x="23577" y="103929"/>
                </a:cubicBezTo>
                <a:cubicBezTo>
                  <a:pt x="25859" y="103684"/>
                  <a:pt x="28384" y="104499"/>
                  <a:pt x="31154" y="106454"/>
                </a:cubicBezTo>
                <a:lnTo>
                  <a:pt x="39871" y="96924"/>
                </a:lnTo>
                <a:cubicBezTo>
                  <a:pt x="35553" y="92933"/>
                  <a:pt x="30747" y="91060"/>
                  <a:pt x="25370" y="91467"/>
                </a:cubicBezTo>
                <a:cubicBezTo>
                  <a:pt x="19993" y="91874"/>
                  <a:pt x="14453" y="94888"/>
                  <a:pt x="8750" y="100589"/>
                </a:cubicBezTo>
                <a:cubicBezTo>
                  <a:pt x="5247" y="104092"/>
                  <a:pt x="2803" y="107594"/>
                  <a:pt x="1418" y="111096"/>
                </a:cubicBezTo>
                <a:cubicBezTo>
                  <a:pt x="33" y="114599"/>
                  <a:pt x="-374" y="118019"/>
                  <a:pt x="359" y="121359"/>
                </a:cubicBezTo>
                <a:cubicBezTo>
                  <a:pt x="1092" y="124698"/>
                  <a:pt x="2559" y="127468"/>
                  <a:pt x="4840" y="129830"/>
                </a:cubicBezTo>
                <a:cubicBezTo>
                  <a:pt x="8424" y="133413"/>
                  <a:pt x="12824" y="135042"/>
                  <a:pt x="18119" y="134798"/>
                </a:cubicBezTo>
                <a:cubicBezTo>
                  <a:pt x="21866" y="134554"/>
                  <a:pt x="26836" y="132680"/>
                  <a:pt x="32946" y="128934"/>
                </a:cubicBezTo>
                <a:cubicBezTo>
                  <a:pt x="37671" y="126083"/>
                  <a:pt x="40849" y="124291"/>
                  <a:pt x="42233" y="123558"/>
                </a:cubicBezTo>
                <a:cubicBezTo>
                  <a:pt x="44352" y="122581"/>
                  <a:pt x="46144" y="122092"/>
                  <a:pt x="47529" y="122255"/>
                </a:cubicBezTo>
                <a:cubicBezTo>
                  <a:pt x="48914" y="122418"/>
                  <a:pt x="50136" y="122988"/>
                  <a:pt x="51195" y="124047"/>
                </a:cubicBezTo>
                <a:cubicBezTo>
                  <a:pt x="52906" y="125757"/>
                  <a:pt x="53558" y="127956"/>
                  <a:pt x="53313" y="130644"/>
                </a:cubicBezTo>
                <a:cubicBezTo>
                  <a:pt x="53069" y="133413"/>
                  <a:pt x="51439" y="136264"/>
                  <a:pt x="48507" y="139196"/>
                </a:cubicBezTo>
                <a:cubicBezTo>
                  <a:pt x="45737" y="141965"/>
                  <a:pt x="42804" y="143513"/>
                  <a:pt x="39790" y="143757"/>
                </a:cubicBezTo>
                <a:cubicBezTo>
                  <a:pt x="36775" y="144002"/>
                  <a:pt x="33435" y="142861"/>
                  <a:pt x="29932" y="140418"/>
                </a:cubicBezTo>
                <a:lnTo>
                  <a:pt x="21866" y="150192"/>
                </a:lnTo>
                <a:cubicBezTo>
                  <a:pt x="27569" y="154671"/>
                  <a:pt x="33272" y="156708"/>
                  <a:pt x="38975" y="156301"/>
                </a:cubicBezTo>
                <a:lnTo>
                  <a:pt x="38975" y="156301"/>
                </a:lnTo>
                <a:close/>
                <a:moveTo>
                  <a:pt x="100728" y="100752"/>
                </a:moveTo>
                <a:lnTo>
                  <a:pt x="63008" y="63041"/>
                </a:lnTo>
                <a:lnTo>
                  <a:pt x="76450" y="49602"/>
                </a:lnTo>
                <a:lnTo>
                  <a:pt x="68792" y="41946"/>
                </a:lnTo>
                <a:lnTo>
                  <a:pt x="32783" y="77947"/>
                </a:lnTo>
                <a:lnTo>
                  <a:pt x="40441" y="85603"/>
                </a:lnTo>
                <a:lnTo>
                  <a:pt x="53884" y="72164"/>
                </a:lnTo>
                <a:lnTo>
                  <a:pt x="91603" y="109875"/>
                </a:lnTo>
                <a:lnTo>
                  <a:pt x="100728" y="100752"/>
                </a:lnTo>
                <a:lnTo>
                  <a:pt x="100728" y="100752"/>
                </a:lnTo>
                <a:close/>
                <a:moveTo>
                  <a:pt x="128671" y="72815"/>
                </a:moveTo>
                <a:lnTo>
                  <a:pt x="99098" y="43249"/>
                </a:lnTo>
                <a:lnTo>
                  <a:pt x="147001" y="54571"/>
                </a:lnTo>
                <a:lnTo>
                  <a:pt x="156207" y="45367"/>
                </a:lnTo>
                <a:lnTo>
                  <a:pt x="110829" y="0"/>
                </a:lnTo>
                <a:lnTo>
                  <a:pt x="102357" y="8471"/>
                </a:lnTo>
                <a:lnTo>
                  <a:pt x="132663" y="38770"/>
                </a:lnTo>
                <a:lnTo>
                  <a:pt x="83782" y="27041"/>
                </a:lnTo>
                <a:lnTo>
                  <a:pt x="74902" y="35919"/>
                </a:lnTo>
                <a:lnTo>
                  <a:pt x="120280" y="81286"/>
                </a:lnTo>
                <a:lnTo>
                  <a:pt x="128752" y="72815"/>
                </a:lnTo>
                <a:lnTo>
                  <a:pt x="128752" y="72815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자유형 7">
            <a:extLst>
              <a:ext uri="{FF2B5EF4-FFF2-40B4-BE49-F238E27FC236}">
                <a16:creationId xmlns:a16="http://schemas.microsoft.com/office/drawing/2014/main" id="{6136A4F2-B9D3-9455-5BCB-A5E3A98D1EB0}"/>
              </a:ext>
            </a:extLst>
          </p:cNvPr>
          <p:cNvSpPr/>
          <p:nvPr/>
        </p:nvSpPr>
        <p:spPr>
          <a:xfrm>
            <a:off x="4974183" y="1936626"/>
            <a:ext cx="345283" cy="332761"/>
          </a:xfrm>
          <a:custGeom>
            <a:avLst/>
            <a:gdLst>
              <a:gd name="connsiteX0" fmla="*/ 54584 w 345283"/>
              <a:gd name="connsiteY0" fmla="*/ 323639 h 332761"/>
              <a:gd name="connsiteX1" fmla="*/ 37475 w 345283"/>
              <a:gd name="connsiteY1" fmla="*/ 306534 h 332761"/>
              <a:gd name="connsiteX2" fmla="*/ 43422 w 345283"/>
              <a:gd name="connsiteY2" fmla="*/ 300589 h 332761"/>
              <a:gd name="connsiteX3" fmla="*/ 52302 w 345283"/>
              <a:gd name="connsiteY3" fmla="*/ 290408 h 332761"/>
              <a:gd name="connsiteX4" fmla="*/ 54909 w 345283"/>
              <a:gd name="connsiteY4" fmla="*/ 283484 h 332761"/>
              <a:gd name="connsiteX5" fmla="*/ 54258 w 345283"/>
              <a:gd name="connsiteY5" fmla="*/ 275177 h 332761"/>
              <a:gd name="connsiteX6" fmla="*/ 48718 w 345283"/>
              <a:gd name="connsiteY6" fmla="*/ 266625 h 332761"/>
              <a:gd name="connsiteX7" fmla="*/ 37231 w 345283"/>
              <a:gd name="connsiteY7" fmla="*/ 260435 h 332761"/>
              <a:gd name="connsiteX8" fmla="*/ 26233 w 345283"/>
              <a:gd name="connsiteY8" fmla="*/ 262552 h 332761"/>
              <a:gd name="connsiteX9" fmla="*/ 14664 w 345283"/>
              <a:gd name="connsiteY9" fmla="*/ 272733 h 332761"/>
              <a:gd name="connsiteX10" fmla="*/ 0 w 345283"/>
              <a:gd name="connsiteY10" fmla="*/ 287394 h 332761"/>
              <a:gd name="connsiteX11" fmla="*/ 45378 w 345283"/>
              <a:gd name="connsiteY11" fmla="*/ 332761 h 332761"/>
              <a:gd name="connsiteX12" fmla="*/ 54502 w 345283"/>
              <a:gd name="connsiteY12" fmla="*/ 323639 h 332761"/>
              <a:gd name="connsiteX13" fmla="*/ 54502 w 345283"/>
              <a:gd name="connsiteY13" fmla="*/ 323639 h 332761"/>
              <a:gd name="connsiteX14" fmla="*/ 21345 w 345283"/>
              <a:gd name="connsiteY14" fmla="*/ 281530 h 332761"/>
              <a:gd name="connsiteX15" fmla="*/ 28269 w 345283"/>
              <a:gd name="connsiteY15" fmla="*/ 275258 h 332761"/>
              <a:gd name="connsiteX16" fmla="*/ 33972 w 345283"/>
              <a:gd name="connsiteY16" fmla="*/ 273548 h 332761"/>
              <a:gd name="connsiteX17" fmla="*/ 39512 w 345283"/>
              <a:gd name="connsiteY17" fmla="*/ 276154 h 332761"/>
              <a:gd name="connsiteX18" fmla="*/ 42037 w 345283"/>
              <a:gd name="connsiteY18" fmla="*/ 280715 h 332761"/>
              <a:gd name="connsiteX19" fmla="*/ 41386 w 345283"/>
              <a:gd name="connsiteY19" fmla="*/ 285765 h 332761"/>
              <a:gd name="connsiteX20" fmla="*/ 34868 w 345283"/>
              <a:gd name="connsiteY20" fmla="*/ 293747 h 332761"/>
              <a:gd name="connsiteX21" fmla="*/ 29817 w 345283"/>
              <a:gd name="connsiteY21" fmla="*/ 298797 h 332761"/>
              <a:gd name="connsiteX22" fmla="*/ 16945 w 345283"/>
              <a:gd name="connsiteY22" fmla="*/ 285928 h 332761"/>
              <a:gd name="connsiteX23" fmla="*/ 21345 w 345283"/>
              <a:gd name="connsiteY23" fmla="*/ 281530 h 332761"/>
              <a:gd name="connsiteX24" fmla="*/ 21345 w 345283"/>
              <a:gd name="connsiteY24" fmla="*/ 281530 h 332761"/>
              <a:gd name="connsiteX25" fmla="*/ 85786 w 345283"/>
              <a:gd name="connsiteY25" fmla="*/ 272163 h 332761"/>
              <a:gd name="connsiteX26" fmla="*/ 75521 w 345283"/>
              <a:gd name="connsiteY26" fmla="*/ 260435 h 332761"/>
              <a:gd name="connsiteX27" fmla="*/ 73891 w 345283"/>
              <a:gd name="connsiteY27" fmla="*/ 254815 h 332761"/>
              <a:gd name="connsiteX28" fmla="*/ 76010 w 345283"/>
              <a:gd name="connsiteY28" fmla="*/ 250742 h 332761"/>
              <a:gd name="connsiteX29" fmla="*/ 81549 w 345283"/>
              <a:gd name="connsiteY29" fmla="*/ 248054 h 332761"/>
              <a:gd name="connsiteX30" fmla="*/ 76661 w 345283"/>
              <a:gd name="connsiteY30" fmla="*/ 237791 h 332761"/>
              <a:gd name="connsiteX31" fmla="*/ 69329 w 345283"/>
              <a:gd name="connsiteY31" fmla="*/ 241864 h 332761"/>
              <a:gd name="connsiteX32" fmla="*/ 66641 w 345283"/>
              <a:gd name="connsiteY32" fmla="*/ 246670 h 332761"/>
              <a:gd name="connsiteX33" fmla="*/ 67292 w 345283"/>
              <a:gd name="connsiteY33" fmla="*/ 254733 h 332761"/>
              <a:gd name="connsiteX34" fmla="*/ 62649 w 345283"/>
              <a:gd name="connsiteY34" fmla="*/ 250090 h 332761"/>
              <a:gd name="connsiteX35" fmla="*/ 54584 w 345283"/>
              <a:gd name="connsiteY35" fmla="*/ 258154 h 332761"/>
              <a:gd name="connsiteX36" fmla="*/ 87415 w 345283"/>
              <a:gd name="connsiteY36" fmla="*/ 290978 h 332761"/>
              <a:gd name="connsiteX37" fmla="*/ 96132 w 345283"/>
              <a:gd name="connsiteY37" fmla="*/ 282263 h 332761"/>
              <a:gd name="connsiteX38" fmla="*/ 85949 w 345283"/>
              <a:gd name="connsiteY38" fmla="*/ 272082 h 332761"/>
              <a:gd name="connsiteX39" fmla="*/ 85949 w 345283"/>
              <a:gd name="connsiteY39" fmla="*/ 272082 h 332761"/>
              <a:gd name="connsiteX40" fmla="*/ 105094 w 345283"/>
              <a:gd name="connsiteY40" fmla="*/ 258561 h 332761"/>
              <a:gd name="connsiteX41" fmla="*/ 117314 w 345283"/>
              <a:gd name="connsiteY41" fmla="*/ 258317 h 332761"/>
              <a:gd name="connsiteX42" fmla="*/ 127986 w 345283"/>
              <a:gd name="connsiteY42" fmla="*/ 251719 h 332761"/>
              <a:gd name="connsiteX43" fmla="*/ 135155 w 345283"/>
              <a:gd name="connsiteY43" fmla="*/ 234696 h 332761"/>
              <a:gd name="connsiteX44" fmla="*/ 127579 w 345283"/>
              <a:gd name="connsiteY44" fmla="*/ 217511 h 332761"/>
              <a:gd name="connsiteX45" fmla="*/ 110552 w 345283"/>
              <a:gd name="connsiteY45" fmla="*/ 210017 h 332761"/>
              <a:gd name="connsiteX46" fmla="*/ 93525 w 345283"/>
              <a:gd name="connsiteY46" fmla="*/ 217429 h 332761"/>
              <a:gd name="connsiteX47" fmla="*/ 86926 w 345283"/>
              <a:gd name="connsiteY47" fmla="*/ 228262 h 332761"/>
              <a:gd name="connsiteX48" fmla="*/ 87089 w 345283"/>
              <a:gd name="connsiteY48" fmla="*/ 240479 h 332761"/>
              <a:gd name="connsiteX49" fmla="*/ 93362 w 345283"/>
              <a:gd name="connsiteY49" fmla="*/ 250986 h 332761"/>
              <a:gd name="connsiteX50" fmla="*/ 105094 w 345283"/>
              <a:gd name="connsiteY50" fmla="*/ 258480 h 332761"/>
              <a:gd name="connsiteX51" fmla="*/ 105094 w 345283"/>
              <a:gd name="connsiteY51" fmla="*/ 258480 h 332761"/>
              <a:gd name="connsiteX52" fmla="*/ 97599 w 345283"/>
              <a:gd name="connsiteY52" fmla="*/ 232823 h 332761"/>
              <a:gd name="connsiteX53" fmla="*/ 100694 w 345283"/>
              <a:gd name="connsiteY53" fmla="*/ 224515 h 332761"/>
              <a:gd name="connsiteX54" fmla="*/ 109004 w 345283"/>
              <a:gd name="connsiteY54" fmla="*/ 221420 h 332761"/>
              <a:gd name="connsiteX55" fmla="*/ 118699 w 345283"/>
              <a:gd name="connsiteY55" fmla="*/ 226551 h 332761"/>
              <a:gd name="connsiteX56" fmla="*/ 123913 w 345283"/>
              <a:gd name="connsiteY56" fmla="*/ 236407 h 332761"/>
              <a:gd name="connsiteX57" fmla="*/ 120817 w 345283"/>
              <a:gd name="connsiteY57" fmla="*/ 244715 h 332761"/>
              <a:gd name="connsiteX58" fmla="*/ 112507 w 345283"/>
              <a:gd name="connsiteY58" fmla="*/ 247810 h 332761"/>
              <a:gd name="connsiteX59" fmla="*/ 102731 w 345283"/>
              <a:gd name="connsiteY59" fmla="*/ 242678 h 332761"/>
              <a:gd name="connsiteX60" fmla="*/ 97599 w 345283"/>
              <a:gd name="connsiteY60" fmla="*/ 232905 h 332761"/>
              <a:gd name="connsiteX61" fmla="*/ 97599 w 345283"/>
              <a:gd name="connsiteY61" fmla="*/ 232905 h 332761"/>
              <a:gd name="connsiteX62" fmla="*/ 127253 w 345283"/>
              <a:gd name="connsiteY62" fmla="*/ 185338 h 332761"/>
              <a:gd name="connsiteX63" fmla="*/ 115684 w 345283"/>
              <a:gd name="connsiteY63" fmla="*/ 173773 h 332761"/>
              <a:gd name="connsiteX64" fmla="*/ 112018 w 345283"/>
              <a:gd name="connsiteY64" fmla="*/ 187538 h 332761"/>
              <a:gd name="connsiteX65" fmla="*/ 118536 w 345283"/>
              <a:gd name="connsiteY65" fmla="*/ 194053 h 332761"/>
              <a:gd name="connsiteX66" fmla="*/ 114544 w 345283"/>
              <a:gd name="connsiteY66" fmla="*/ 198044 h 332761"/>
              <a:gd name="connsiteX67" fmla="*/ 121469 w 345283"/>
              <a:gd name="connsiteY67" fmla="*/ 204968 h 332761"/>
              <a:gd name="connsiteX68" fmla="*/ 125461 w 345283"/>
              <a:gd name="connsiteY68" fmla="*/ 200977 h 332761"/>
              <a:gd name="connsiteX69" fmla="*/ 139799 w 345283"/>
              <a:gd name="connsiteY69" fmla="*/ 215312 h 332761"/>
              <a:gd name="connsiteX70" fmla="*/ 146235 w 345283"/>
              <a:gd name="connsiteY70" fmla="*/ 221176 h 332761"/>
              <a:gd name="connsiteX71" fmla="*/ 150879 w 345283"/>
              <a:gd name="connsiteY71" fmla="*/ 223375 h 332761"/>
              <a:gd name="connsiteX72" fmla="*/ 155685 w 345283"/>
              <a:gd name="connsiteY72" fmla="*/ 222642 h 332761"/>
              <a:gd name="connsiteX73" fmla="*/ 160736 w 345283"/>
              <a:gd name="connsiteY73" fmla="*/ 219221 h 332761"/>
              <a:gd name="connsiteX74" fmla="*/ 166276 w 345283"/>
              <a:gd name="connsiteY74" fmla="*/ 211076 h 332761"/>
              <a:gd name="connsiteX75" fmla="*/ 158781 w 345283"/>
              <a:gd name="connsiteY75" fmla="*/ 205049 h 332761"/>
              <a:gd name="connsiteX76" fmla="*/ 156092 w 345283"/>
              <a:gd name="connsiteY76" fmla="*/ 209366 h 332761"/>
              <a:gd name="connsiteX77" fmla="*/ 154219 w 345283"/>
              <a:gd name="connsiteY77" fmla="*/ 210425 h 332761"/>
              <a:gd name="connsiteX78" fmla="*/ 152345 w 345283"/>
              <a:gd name="connsiteY78" fmla="*/ 210099 h 332761"/>
              <a:gd name="connsiteX79" fmla="*/ 147457 w 345283"/>
              <a:gd name="connsiteY79" fmla="*/ 205619 h 332761"/>
              <a:gd name="connsiteX80" fmla="*/ 134177 w 345283"/>
              <a:gd name="connsiteY80" fmla="*/ 192343 h 332761"/>
              <a:gd name="connsiteX81" fmla="*/ 140125 w 345283"/>
              <a:gd name="connsiteY81" fmla="*/ 186397 h 332761"/>
              <a:gd name="connsiteX82" fmla="*/ 133200 w 345283"/>
              <a:gd name="connsiteY82" fmla="*/ 179474 h 332761"/>
              <a:gd name="connsiteX83" fmla="*/ 127253 w 345283"/>
              <a:gd name="connsiteY83" fmla="*/ 185420 h 332761"/>
              <a:gd name="connsiteX84" fmla="*/ 127253 w 345283"/>
              <a:gd name="connsiteY84" fmla="*/ 185420 h 332761"/>
              <a:gd name="connsiteX85" fmla="*/ 164972 w 345283"/>
              <a:gd name="connsiteY85" fmla="*/ 198778 h 332761"/>
              <a:gd name="connsiteX86" fmla="*/ 177192 w 345283"/>
              <a:gd name="connsiteY86" fmla="*/ 198533 h 332761"/>
              <a:gd name="connsiteX87" fmla="*/ 187865 w 345283"/>
              <a:gd name="connsiteY87" fmla="*/ 191936 h 332761"/>
              <a:gd name="connsiteX88" fmla="*/ 195034 w 345283"/>
              <a:gd name="connsiteY88" fmla="*/ 174913 h 332761"/>
              <a:gd name="connsiteX89" fmla="*/ 187457 w 345283"/>
              <a:gd name="connsiteY89" fmla="*/ 157727 h 332761"/>
              <a:gd name="connsiteX90" fmla="*/ 170431 w 345283"/>
              <a:gd name="connsiteY90" fmla="*/ 150234 h 332761"/>
              <a:gd name="connsiteX91" fmla="*/ 153404 w 345283"/>
              <a:gd name="connsiteY91" fmla="*/ 157646 h 332761"/>
              <a:gd name="connsiteX92" fmla="*/ 146805 w 345283"/>
              <a:gd name="connsiteY92" fmla="*/ 168479 h 332761"/>
              <a:gd name="connsiteX93" fmla="*/ 146968 w 345283"/>
              <a:gd name="connsiteY93" fmla="*/ 180696 h 332761"/>
              <a:gd name="connsiteX94" fmla="*/ 153241 w 345283"/>
              <a:gd name="connsiteY94" fmla="*/ 191203 h 332761"/>
              <a:gd name="connsiteX95" fmla="*/ 164972 w 345283"/>
              <a:gd name="connsiteY95" fmla="*/ 198696 h 332761"/>
              <a:gd name="connsiteX96" fmla="*/ 164972 w 345283"/>
              <a:gd name="connsiteY96" fmla="*/ 198696 h 332761"/>
              <a:gd name="connsiteX97" fmla="*/ 157396 w 345283"/>
              <a:gd name="connsiteY97" fmla="*/ 173040 h 332761"/>
              <a:gd name="connsiteX98" fmla="*/ 160492 w 345283"/>
              <a:gd name="connsiteY98" fmla="*/ 164732 h 332761"/>
              <a:gd name="connsiteX99" fmla="*/ 168801 w 345283"/>
              <a:gd name="connsiteY99" fmla="*/ 161637 h 332761"/>
              <a:gd name="connsiteX100" fmla="*/ 178496 w 345283"/>
              <a:gd name="connsiteY100" fmla="*/ 166768 h 332761"/>
              <a:gd name="connsiteX101" fmla="*/ 183710 w 345283"/>
              <a:gd name="connsiteY101" fmla="*/ 176623 h 332761"/>
              <a:gd name="connsiteX102" fmla="*/ 180614 w 345283"/>
              <a:gd name="connsiteY102" fmla="*/ 184931 h 332761"/>
              <a:gd name="connsiteX103" fmla="*/ 172305 w 345283"/>
              <a:gd name="connsiteY103" fmla="*/ 188026 h 332761"/>
              <a:gd name="connsiteX104" fmla="*/ 162528 w 345283"/>
              <a:gd name="connsiteY104" fmla="*/ 182895 h 332761"/>
              <a:gd name="connsiteX105" fmla="*/ 157396 w 345283"/>
              <a:gd name="connsiteY105" fmla="*/ 173121 h 332761"/>
              <a:gd name="connsiteX106" fmla="*/ 157396 w 345283"/>
              <a:gd name="connsiteY106" fmla="*/ 173121 h 332761"/>
              <a:gd name="connsiteX107" fmla="*/ 187050 w 345283"/>
              <a:gd name="connsiteY107" fmla="*/ 125474 h 332761"/>
              <a:gd name="connsiteX108" fmla="*/ 175482 w 345283"/>
              <a:gd name="connsiteY108" fmla="*/ 113908 h 332761"/>
              <a:gd name="connsiteX109" fmla="*/ 171816 w 345283"/>
              <a:gd name="connsiteY109" fmla="*/ 127673 h 332761"/>
              <a:gd name="connsiteX110" fmla="*/ 178333 w 345283"/>
              <a:gd name="connsiteY110" fmla="*/ 134188 h 332761"/>
              <a:gd name="connsiteX111" fmla="*/ 174341 w 345283"/>
              <a:gd name="connsiteY111" fmla="*/ 138180 h 332761"/>
              <a:gd name="connsiteX112" fmla="*/ 181266 w 345283"/>
              <a:gd name="connsiteY112" fmla="*/ 145103 h 332761"/>
              <a:gd name="connsiteX113" fmla="*/ 185258 w 345283"/>
              <a:gd name="connsiteY113" fmla="*/ 141112 h 332761"/>
              <a:gd name="connsiteX114" fmla="*/ 199596 w 345283"/>
              <a:gd name="connsiteY114" fmla="*/ 155447 h 332761"/>
              <a:gd name="connsiteX115" fmla="*/ 206032 w 345283"/>
              <a:gd name="connsiteY115" fmla="*/ 161311 h 332761"/>
              <a:gd name="connsiteX116" fmla="*/ 210676 w 345283"/>
              <a:gd name="connsiteY116" fmla="*/ 163510 h 332761"/>
              <a:gd name="connsiteX117" fmla="*/ 215482 w 345283"/>
              <a:gd name="connsiteY117" fmla="*/ 162777 h 332761"/>
              <a:gd name="connsiteX118" fmla="*/ 220533 w 345283"/>
              <a:gd name="connsiteY118" fmla="*/ 159356 h 332761"/>
              <a:gd name="connsiteX119" fmla="*/ 226073 w 345283"/>
              <a:gd name="connsiteY119" fmla="*/ 151211 h 332761"/>
              <a:gd name="connsiteX120" fmla="*/ 218578 w 345283"/>
              <a:gd name="connsiteY120" fmla="*/ 145184 h 332761"/>
              <a:gd name="connsiteX121" fmla="*/ 215890 w 345283"/>
              <a:gd name="connsiteY121" fmla="*/ 149501 h 332761"/>
              <a:gd name="connsiteX122" fmla="*/ 214016 w 345283"/>
              <a:gd name="connsiteY122" fmla="*/ 150560 h 332761"/>
              <a:gd name="connsiteX123" fmla="*/ 212142 w 345283"/>
              <a:gd name="connsiteY123" fmla="*/ 150234 h 332761"/>
              <a:gd name="connsiteX124" fmla="*/ 207254 w 345283"/>
              <a:gd name="connsiteY124" fmla="*/ 145754 h 332761"/>
              <a:gd name="connsiteX125" fmla="*/ 193975 w 345283"/>
              <a:gd name="connsiteY125" fmla="*/ 132478 h 332761"/>
              <a:gd name="connsiteX126" fmla="*/ 199922 w 345283"/>
              <a:gd name="connsiteY126" fmla="*/ 126532 h 332761"/>
              <a:gd name="connsiteX127" fmla="*/ 192997 w 345283"/>
              <a:gd name="connsiteY127" fmla="*/ 119609 h 332761"/>
              <a:gd name="connsiteX128" fmla="*/ 187050 w 345283"/>
              <a:gd name="connsiteY128" fmla="*/ 125555 h 332761"/>
              <a:gd name="connsiteX129" fmla="*/ 187050 w 345283"/>
              <a:gd name="connsiteY129" fmla="*/ 125555 h 332761"/>
              <a:gd name="connsiteX130" fmla="*/ 240412 w 345283"/>
              <a:gd name="connsiteY130" fmla="*/ 138098 h 332761"/>
              <a:gd name="connsiteX131" fmla="*/ 242693 w 345283"/>
              <a:gd name="connsiteY131" fmla="*/ 144858 h 332761"/>
              <a:gd name="connsiteX132" fmla="*/ 240004 w 345283"/>
              <a:gd name="connsiteY132" fmla="*/ 151130 h 332761"/>
              <a:gd name="connsiteX133" fmla="*/ 235931 w 345283"/>
              <a:gd name="connsiteY133" fmla="*/ 154388 h 332761"/>
              <a:gd name="connsiteX134" fmla="*/ 243507 w 345283"/>
              <a:gd name="connsiteY134" fmla="*/ 160415 h 332761"/>
              <a:gd name="connsiteX135" fmla="*/ 248966 w 345283"/>
              <a:gd name="connsiteY135" fmla="*/ 156017 h 332761"/>
              <a:gd name="connsiteX136" fmla="*/ 252876 w 345283"/>
              <a:gd name="connsiteY136" fmla="*/ 151048 h 332761"/>
              <a:gd name="connsiteX137" fmla="*/ 254750 w 345283"/>
              <a:gd name="connsiteY137" fmla="*/ 146243 h 332761"/>
              <a:gd name="connsiteX138" fmla="*/ 254750 w 345283"/>
              <a:gd name="connsiteY138" fmla="*/ 141437 h 332761"/>
              <a:gd name="connsiteX139" fmla="*/ 252550 w 345283"/>
              <a:gd name="connsiteY139" fmla="*/ 134840 h 332761"/>
              <a:gd name="connsiteX140" fmla="*/ 248884 w 345283"/>
              <a:gd name="connsiteY140" fmla="*/ 127021 h 332761"/>
              <a:gd name="connsiteX141" fmla="*/ 228843 w 345283"/>
              <a:gd name="connsiteY141" fmla="*/ 83772 h 332761"/>
              <a:gd name="connsiteX142" fmla="*/ 219800 w 345283"/>
              <a:gd name="connsiteY142" fmla="*/ 92812 h 332761"/>
              <a:gd name="connsiteX143" fmla="*/ 235442 w 345283"/>
              <a:gd name="connsiteY143" fmla="*/ 123844 h 332761"/>
              <a:gd name="connsiteX144" fmla="*/ 204240 w 345283"/>
              <a:gd name="connsiteY144" fmla="*/ 108369 h 332761"/>
              <a:gd name="connsiteX145" fmla="*/ 194953 w 345283"/>
              <a:gd name="connsiteY145" fmla="*/ 117654 h 332761"/>
              <a:gd name="connsiteX146" fmla="*/ 240412 w 345283"/>
              <a:gd name="connsiteY146" fmla="*/ 138098 h 332761"/>
              <a:gd name="connsiteX147" fmla="*/ 240412 w 345283"/>
              <a:gd name="connsiteY147" fmla="*/ 138098 h 332761"/>
              <a:gd name="connsiteX148" fmla="*/ 279435 w 345283"/>
              <a:gd name="connsiteY148" fmla="*/ 123926 h 332761"/>
              <a:gd name="connsiteX149" fmla="*/ 288152 w 345283"/>
              <a:gd name="connsiteY149" fmla="*/ 115211 h 332761"/>
              <a:gd name="connsiteX150" fmla="*/ 271614 w 345283"/>
              <a:gd name="connsiteY150" fmla="*/ 98677 h 332761"/>
              <a:gd name="connsiteX151" fmla="*/ 280005 w 345283"/>
              <a:gd name="connsiteY151" fmla="*/ 97699 h 332761"/>
              <a:gd name="connsiteX152" fmla="*/ 286034 w 345283"/>
              <a:gd name="connsiteY152" fmla="*/ 93871 h 332761"/>
              <a:gd name="connsiteX153" fmla="*/ 291247 w 345283"/>
              <a:gd name="connsiteY153" fmla="*/ 79536 h 332761"/>
              <a:gd name="connsiteX154" fmla="*/ 282449 w 345283"/>
              <a:gd name="connsiteY154" fmla="*/ 62758 h 332761"/>
              <a:gd name="connsiteX155" fmla="*/ 265993 w 345283"/>
              <a:gd name="connsiteY155" fmla="*/ 54287 h 332761"/>
              <a:gd name="connsiteX156" fmla="*/ 251817 w 345283"/>
              <a:gd name="connsiteY156" fmla="*/ 59500 h 332761"/>
              <a:gd name="connsiteX157" fmla="*/ 247418 w 345283"/>
              <a:gd name="connsiteY157" fmla="*/ 66993 h 332761"/>
              <a:gd name="connsiteX158" fmla="*/ 247173 w 345283"/>
              <a:gd name="connsiteY158" fmla="*/ 75301 h 332761"/>
              <a:gd name="connsiteX159" fmla="*/ 242367 w 345283"/>
              <a:gd name="connsiteY159" fmla="*/ 70496 h 332761"/>
              <a:gd name="connsiteX160" fmla="*/ 234220 w 345283"/>
              <a:gd name="connsiteY160" fmla="*/ 78640 h 332761"/>
              <a:gd name="connsiteX161" fmla="*/ 279598 w 345283"/>
              <a:gd name="connsiteY161" fmla="*/ 124007 h 332761"/>
              <a:gd name="connsiteX162" fmla="*/ 279598 w 345283"/>
              <a:gd name="connsiteY162" fmla="*/ 124007 h 332761"/>
              <a:gd name="connsiteX163" fmla="*/ 253365 w 345283"/>
              <a:gd name="connsiteY163" fmla="*/ 76441 h 332761"/>
              <a:gd name="connsiteX164" fmla="*/ 256216 w 345283"/>
              <a:gd name="connsiteY164" fmla="*/ 68704 h 332761"/>
              <a:gd name="connsiteX165" fmla="*/ 263874 w 345283"/>
              <a:gd name="connsiteY165" fmla="*/ 66097 h 332761"/>
              <a:gd name="connsiteX166" fmla="*/ 273650 w 345283"/>
              <a:gd name="connsiteY166" fmla="*/ 71717 h 332761"/>
              <a:gd name="connsiteX167" fmla="*/ 279598 w 345283"/>
              <a:gd name="connsiteY167" fmla="*/ 81654 h 332761"/>
              <a:gd name="connsiteX168" fmla="*/ 276991 w 345283"/>
              <a:gd name="connsiteY168" fmla="*/ 89147 h 332761"/>
              <a:gd name="connsiteX169" fmla="*/ 269007 w 345283"/>
              <a:gd name="connsiteY169" fmla="*/ 91835 h 332761"/>
              <a:gd name="connsiteX170" fmla="*/ 258660 w 345283"/>
              <a:gd name="connsiteY170" fmla="*/ 85889 h 332761"/>
              <a:gd name="connsiteX171" fmla="*/ 253446 w 345283"/>
              <a:gd name="connsiteY171" fmla="*/ 76523 h 332761"/>
              <a:gd name="connsiteX172" fmla="*/ 253446 w 345283"/>
              <a:gd name="connsiteY172" fmla="*/ 76523 h 332761"/>
              <a:gd name="connsiteX173" fmla="*/ 277235 w 345283"/>
              <a:gd name="connsiteY173" fmla="*/ 26432 h 332761"/>
              <a:gd name="connsiteX174" fmla="*/ 269170 w 345283"/>
              <a:gd name="connsiteY174" fmla="*/ 18368 h 332761"/>
              <a:gd name="connsiteX175" fmla="*/ 260453 w 345283"/>
              <a:gd name="connsiteY175" fmla="*/ 27083 h 332761"/>
              <a:gd name="connsiteX176" fmla="*/ 268518 w 345283"/>
              <a:gd name="connsiteY176" fmla="*/ 35146 h 332761"/>
              <a:gd name="connsiteX177" fmla="*/ 277235 w 345283"/>
              <a:gd name="connsiteY177" fmla="*/ 26432 h 332761"/>
              <a:gd name="connsiteX178" fmla="*/ 277235 w 345283"/>
              <a:gd name="connsiteY178" fmla="*/ 26432 h 332761"/>
              <a:gd name="connsiteX179" fmla="*/ 314547 w 345283"/>
              <a:gd name="connsiteY179" fmla="*/ 63735 h 332761"/>
              <a:gd name="connsiteX180" fmla="*/ 281716 w 345283"/>
              <a:gd name="connsiteY180" fmla="*/ 30911 h 332761"/>
              <a:gd name="connsiteX181" fmla="*/ 272999 w 345283"/>
              <a:gd name="connsiteY181" fmla="*/ 39626 h 332761"/>
              <a:gd name="connsiteX182" fmla="*/ 305830 w 345283"/>
              <a:gd name="connsiteY182" fmla="*/ 72450 h 332761"/>
              <a:gd name="connsiteX183" fmla="*/ 314547 w 345283"/>
              <a:gd name="connsiteY183" fmla="*/ 63735 h 332761"/>
              <a:gd name="connsiteX184" fmla="*/ 314547 w 345283"/>
              <a:gd name="connsiteY184" fmla="*/ 63735 h 332761"/>
              <a:gd name="connsiteX185" fmla="*/ 316014 w 345283"/>
              <a:gd name="connsiteY185" fmla="*/ 286 h 332761"/>
              <a:gd name="connsiteX186" fmla="*/ 303875 w 345283"/>
              <a:gd name="connsiteY186" fmla="*/ 7210 h 332761"/>
              <a:gd name="connsiteX187" fmla="*/ 296787 w 345283"/>
              <a:gd name="connsiteY187" fmla="*/ 23337 h 332761"/>
              <a:gd name="connsiteX188" fmla="*/ 305179 w 345283"/>
              <a:gd name="connsiteY188" fmla="*/ 40278 h 332761"/>
              <a:gd name="connsiteX189" fmla="*/ 322042 w 345283"/>
              <a:gd name="connsiteY189" fmla="*/ 48586 h 332761"/>
              <a:gd name="connsiteX190" fmla="*/ 338091 w 345283"/>
              <a:gd name="connsiteY190" fmla="*/ 41663 h 332761"/>
              <a:gd name="connsiteX191" fmla="*/ 345179 w 345283"/>
              <a:gd name="connsiteY191" fmla="*/ 28549 h 332761"/>
              <a:gd name="connsiteX192" fmla="*/ 341432 w 345283"/>
              <a:gd name="connsiteY192" fmla="*/ 14540 h 332761"/>
              <a:gd name="connsiteX193" fmla="*/ 331411 w 345283"/>
              <a:gd name="connsiteY193" fmla="*/ 21626 h 332761"/>
              <a:gd name="connsiteX194" fmla="*/ 334018 w 345283"/>
              <a:gd name="connsiteY194" fmla="*/ 28712 h 332761"/>
              <a:gd name="connsiteX195" fmla="*/ 331411 w 345283"/>
              <a:gd name="connsiteY195" fmla="*/ 34169 h 332761"/>
              <a:gd name="connsiteX196" fmla="*/ 323753 w 345283"/>
              <a:gd name="connsiteY196" fmla="*/ 37020 h 332761"/>
              <a:gd name="connsiteX197" fmla="*/ 313488 w 345283"/>
              <a:gd name="connsiteY197" fmla="*/ 30748 h 332761"/>
              <a:gd name="connsiteX198" fmla="*/ 307948 w 345283"/>
              <a:gd name="connsiteY198" fmla="*/ 21300 h 332761"/>
              <a:gd name="connsiteX199" fmla="*/ 310881 w 345283"/>
              <a:gd name="connsiteY199" fmla="*/ 13888 h 332761"/>
              <a:gd name="connsiteX200" fmla="*/ 316177 w 345283"/>
              <a:gd name="connsiteY200" fmla="*/ 11201 h 332761"/>
              <a:gd name="connsiteX201" fmla="*/ 322042 w 345283"/>
              <a:gd name="connsiteY201" fmla="*/ 13074 h 332761"/>
              <a:gd name="connsiteX202" fmla="*/ 329049 w 345283"/>
              <a:gd name="connsiteY202" fmla="*/ 2974 h 332761"/>
              <a:gd name="connsiteX203" fmla="*/ 316095 w 345283"/>
              <a:gd name="connsiteY203" fmla="*/ 205 h 332761"/>
              <a:gd name="connsiteX204" fmla="*/ 316095 w 345283"/>
              <a:gd name="connsiteY204" fmla="*/ 205 h 332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345283" h="332761">
                <a:moveTo>
                  <a:pt x="54584" y="323639"/>
                </a:moveTo>
                <a:lnTo>
                  <a:pt x="37475" y="306534"/>
                </a:lnTo>
                <a:lnTo>
                  <a:pt x="43422" y="300589"/>
                </a:lnTo>
                <a:cubicBezTo>
                  <a:pt x="47577" y="296435"/>
                  <a:pt x="50510" y="293096"/>
                  <a:pt x="52302" y="290408"/>
                </a:cubicBezTo>
                <a:cubicBezTo>
                  <a:pt x="53524" y="288453"/>
                  <a:pt x="54421" y="286172"/>
                  <a:pt x="54909" y="283484"/>
                </a:cubicBezTo>
                <a:cubicBezTo>
                  <a:pt x="55398" y="280878"/>
                  <a:pt x="55154" y="278109"/>
                  <a:pt x="54258" y="275177"/>
                </a:cubicBezTo>
                <a:cubicBezTo>
                  <a:pt x="53362" y="272244"/>
                  <a:pt x="51569" y="269394"/>
                  <a:pt x="48718" y="266625"/>
                </a:cubicBezTo>
                <a:cubicBezTo>
                  <a:pt x="45133" y="263041"/>
                  <a:pt x="41304" y="260923"/>
                  <a:pt x="37231" y="260435"/>
                </a:cubicBezTo>
                <a:cubicBezTo>
                  <a:pt x="33239" y="259946"/>
                  <a:pt x="29573" y="260597"/>
                  <a:pt x="26233" y="262552"/>
                </a:cubicBezTo>
                <a:cubicBezTo>
                  <a:pt x="24115" y="263774"/>
                  <a:pt x="20204" y="267194"/>
                  <a:pt x="14664" y="272733"/>
                </a:cubicBezTo>
                <a:lnTo>
                  <a:pt x="0" y="287394"/>
                </a:lnTo>
                <a:lnTo>
                  <a:pt x="45378" y="332761"/>
                </a:lnTo>
                <a:lnTo>
                  <a:pt x="54502" y="323639"/>
                </a:lnTo>
                <a:lnTo>
                  <a:pt x="54502" y="323639"/>
                </a:lnTo>
                <a:close/>
                <a:moveTo>
                  <a:pt x="21345" y="281530"/>
                </a:moveTo>
                <a:cubicBezTo>
                  <a:pt x="24685" y="278190"/>
                  <a:pt x="26966" y="276154"/>
                  <a:pt x="28269" y="275258"/>
                </a:cubicBezTo>
                <a:cubicBezTo>
                  <a:pt x="30062" y="274036"/>
                  <a:pt x="31935" y="273466"/>
                  <a:pt x="33972" y="273548"/>
                </a:cubicBezTo>
                <a:cubicBezTo>
                  <a:pt x="36009" y="273629"/>
                  <a:pt x="37883" y="274525"/>
                  <a:pt x="39512" y="276154"/>
                </a:cubicBezTo>
                <a:cubicBezTo>
                  <a:pt x="40815" y="277457"/>
                  <a:pt x="41711" y="279005"/>
                  <a:pt x="42037" y="280715"/>
                </a:cubicBezTo>
                <a:cubicBezTo>
                  <a:pt x="42363" y="282425"/>
                  <a:pt x="42119" y="284136"/>
                  <a:pt x="41386" y="285765"/>
                </a:cubicBezTo>
                <a:cubicBezTo>
                  <a:pt x="40653" y="287476"/>
                  <a:pt x="38453" y="290082"/>
                  <a:pt x="34868" y="293747"/>
                </a:cubicBezTo>
                <a:lnTo>
                  <a:pt x="29817" y="298797"/>
                </a:lnTo>
                <a:lnTo>
                  <a:pt x="16945" y="285928"/>
                </a:lnTo>
                <a:lnTo>
                  <a:pt x="21345" y="281530"/>
                </a:lnTo>
                <a:lnTo>
                  <a:pt x="21345" y="281530"/>
                </a:lnTo>
                <a:close/>
                <a:moveTo>
                  <a:pt x="85786" y="272163"/>
                </a:moveTo>
                <a:cubicBezTo>
                  <a:pt x="80164" y="266543"/>
                  <a:pt x="76743" y="262633"/>
                  <a:pt x="75521" y="260435"/>
                </a:cubicBezTo>
                <a:cubicBezTo>
                  <a:pt x="74217" y="258235"/>
                  <a:pt x="73729" y="256281"/>
                  <a:pt x="73891" y="254815"/>
                </a:cubicBezTo>
                <a:cubicBezTo>
                  <a:pt x="74054" y="253267"/>
                  <a:pt x="74788" y="251964"/>
                  <a:pt x="76010" y="250742"/>
                </a:cubicBezTo>
                <a:cubicBezTo>
                  <a:pt x="77232" y="249520"/>
                  <a:pt x="79105" y="248624"/>
                  <a:pt x="81549" y="248054"/>
                </a:cubicBezTo>
                <a:lnTo>
                  <a:pt x="76661" y="237791"/>
                </a:lnTo>
                <a:cubicBezTo>
                  <a:pt x="73729" y="238524"/>
                  <a:pt x="71284" y="239909"/>
                  <a:pt x="69329" y="241864"/>
                </a:cubicBezTo>
                <a:cubicBezTo>
                  <a:pt x="67944" y="243249"/>
                  <a:pt x="67048" y="244877"/>
                  <a:pt x="66641" y="246670"/>
                </a:cubicBezTo>
                <a:cubicBezTo>
                  <a:pt x="66233" y="248461"/>
                  <a:pt x="66478" y="251149"/>
                  <a:pt x="67292" y="254733"/>
                </a:cubicBezTo>
                <a:lnTo>
                  <a:pt x="62649" y="250090"/>
                </a:lnTo>
                <a:lnTo>
                  <a:pt x="54584" y="258154"/>
                </a:lnTo>
                <a:lnTo>
                  <a:pt x="87415" y="290978"/>
                </a:lnTo>
                <a:lnTo>
                  <a:pt x="96132" y="282263"/>
                </a:lnTo>
                <a:lnTo>
                  <a:pt x="85949" y="272082"/>
                </a:lnTo>
                <a:lnTo>
                  <a:pt x="85949" y="272082"/>
                </a:lnTo>
                <a:close/>
                <a:moveTo>
                  <a:pt x="105094" y="258561"/>
                </a:moveTo>
                <a:cubicBezTo>
                  <a:pt x="109167" y="259783"/>
                  <a:pt x="113240" y="259701"/>
                  <a:pt x="117314" y="258317"/>
                </a:cubicBezTo>
                <a:cubicBezTo>
                  <a:pt x="121387" y="256932"/>
                  <a:pt x="124972" y="254733"/>
                  <a:pt x="127986" y="251719"/>
                </a:cubicBezTo>
                <a:cubicBezTo>
                  <a:pt x="132874" y="246832"/>
                  <a:pt x="135237" y="241212"/>
                  <a:pt x="135155" y="234696"/>
                </a:cubicBezTo>
                <a:cubicBezTo>
                  <a:pt x="135155" y="228262"/>
                  <a:pt x="132548" y="222479"/>
                  <a:pt x="127579" y="217511"/>
                </a:cubicBezTo>
                <a:cubicBezTo>
                  <a:pt x="122609" y="212542"/>
                  <a:pt x="116988" y="210099"/>
                  <a:pt x="110552" y="210017"/>
                </a:cubicBezTo>
                <a:cubicBezTo>
                  <a:pt x="104116" y="210017"/>
                  <a:pt x="98495" y="212461"/>
                  <a:pt x="93525" y="217429"/>
                </a:cubicBezTo>
                <a:cubicBezTo>
                  <a:pt x="90348" y="220606"/>
                  <a:pt x="88067" y="224271"/>
                  <a:pt x="86926" y="228262"/>
                </a:cubicBezTo>
                <a:cubicBezTo>
                  <a:pt x="85704" y="232335"/>
                  <a:pt x="85786" y="236407"/>
                  <a:pt x="87089" y="240479"/>
                </a:cubicBezTo>
                <a:cubicBezTo>
                  <a:pt x="88393" y="244633"/>
                  <a:pt x="90429" y="248136"/>
                  <a:pt x="93362" y="250986"/>
                </a:cubicBezTo>
                <a:cubicBezTo>
                  <a:pt x="97110" y="254733"/>
                  <a:pt x="101020" y="257258"/>
                  <a:pt x="105094" y="258480"/>
                </a:cubicBezTo>
                <a:lnTo>
                  <a:pt x="105094" y="258480"/>
                </a:lnTo>
                <a:close/>
                <a:moveTo>
                  <a:pt x="97599" y="232823"/>
                </a:moveTo>
                <a:cubicBezTo>
                  <a:pt x="97436" y="229565"/>
                  <a:pt x="98495" y="226796"/>
                  <a:pt x="100694" y="224515"/>
                </a:cubicBezTo>
                <a:cubicBezTo>
                  <a:pt x="102975" y="222235"/>
                  <a:pt x="105745" y="221176"/>
                  <a:pt x="109004" y="221420"/>
                </a:cubicBezTo>
                <a:cubicBezTo>
                  <a:pt x="112263" y="221583"/>
                  <a:pt x="115522" y="223294"/>
                  <a:pt x="118699" y="226551"/>
                </a:cubicBezTo>
                <a:cubicBezTo>
                  <a:pt x="121876" y="229810"/>
                  <a:pt x="123750" y="233149"/>
                  <a:pt x="123913" y="236407"/>
                </a:cubicBezTo>
                <a:cubicBezTo>
                  <a:pt x="124076" y="239665"/>
                  <a:pt x="123098" y="242434"/>
                  <a:pt x="120817" y="244715"/>
                </a:cubicBezTo>
                <a:cubicBezTo>
                  <a:pt x="118536" y="246995"/>
                  <a:pt x="115766" y="248054"/>
                  <a:pt x="112507" y="247810"/>
                </a:cubicBezTo>
                <a:cubicBezTo>
                  <a:pt x="109248" y="247647"/>
                  <a:pt x="105990" y="245936"/>
                  <a:pt x="102731" y="242678"/>
                </a:cubicBezTo>
                <a:cubicBezTo>
                  <a:pt x="99472" y="239421"/>
                  <a:pt x="97761" y="236163"/>
                  <a:pt x="97599" y="232905"/>
                </a:cubicBezTo>
                <a:lnTo>
                  <a:pt x="97599" y="232905"/>
                </a:lnTo>
                <a:close/>
                <a:moveTo>
                  <a:pt x="127253" y="185338"/>
                </a:moveTo>
                <a:lnTo>
                  <a:pt x="115684" y="173773"/>
                </a:lnTo>
                <a:lnTo>
                  <a:pt x="112018" y="187538"/>
                </a:lnTo>
                <a:lnTo>
                  <a:pt x="118536" y="194053"/>
                </a:lnTo>
                <a:lnTo>
                  <a:pt x="114544" y="198044"/>
                </a:lnTo>
                <a:lnTo>
                  <a:pt x="121469" y="204968"/>
                </a:lnTo>
                <a:lnTo>
                  <a:pt x="125461" y="200977"/>
                </a:lnTo>
                <a:lnTo>
                  <a:pt x="139799" y="215312"/>
                </a:lnTo>
                <a:cubicBezTo>
                  <a:pt x="142895" y="218407"/>
                  <a:pt x="145013" y="220362"/>
                  <a:pt x="146235" y="221176"/>
                </a:cubicBezTo>
                <a:cubicBezTo>
                  <a:pt x="147864" y="222398"/>
                  <a:pt x="149412" y="223131"/>
                  <a:pt x="150879" y="223375"/>
                </a:cubicBezTo>
                <a:cubicBezTo>
                  <a:pt x="152263" y="223619"/>
                  <a:pt x="153893" y="223375"/>
                  <a:pt x="155685" y="222642"/>
                </a:cubicBezTo>
                <a:cubicBezTo>
                  <a:pt x="157477" y="221909"/>
                  <a:pt x="159107" y="220769"/>
                  <a:pt x="160736" y="219221"/>
                </a:cubicBezTo>
                <a:cubicBezTo>
                  <a:pt x="163262" y="216696"/>
                  <a:pt x="165135" y="213927"/>
                  <a:pt x="166276" y="211076"/>
                </a:cubicBezTo>
                <a:lnTo>
                  <a:pt x="158781" y="205049"/>
                </a:lnTo>
                <a:cubicBezTo>
                  <a:pt x="157803" y="207167"/>
                  <a:pt x="156907" y="208551"/>
                  <a:pt x="156092" y="209366"/>
                </a:cubicBezTo>
                <a:cubicBezTo>
                  <a:pt x="155522" y="209936"/>
                  <a:pt x="154870" y="210262"/>
                  <a:pt x="154219" y="210425"/>
                </a:cubicBezTo>
                <a:cubicBezTo>
                  <a:pt x="153567" y="210506"/>
                  <a:pt x="152915" y="210425"/>
                  <a:pt x="152345" y="210099"/>
                </a:cubicBezTo>
                <a:cubicBezTo>
                  <a:pt x="151775" y="209773"/>
                  <a:pt x="150145" y="208225"/>
                  <a:pt x="147457" y="205619"/>
                </a:cubicBezTo>
                <a:lnTo>
                  <a:pt x="134177" y="192343"/>
                </a:lnTo>
                <a:lnTo>
                  <a:pt x="140125" y="186397"/>
                </a:lnTo>
                <a:lnTo>
                  <a:pt x="133200" y="179474"/>
                </a:lnTo>
                <a:lnTo>
                  <a:pt x="127253" y="185420"/>
                </a:lnTo>
                <a:lnTo>
                  <a:pt x="127253" y="185420"/>
                </a:lnTo>
                <a:close/>
                <a:moveTo>
                  <a:pt x="164972" y="198778"/>
                </a:moveTo>
                <a:cubicBezTo>
                  <a:pt x="169046" y="199999"/>
                  <a:pt x="173119" y="199918"/>
                  <a:pt x="177192" y="198533"/>
                </a:cubicBezTo>
                <a:cubicBezTo>
                  <a:pt x="181266" y="197149"/>
                  <a:pt x="184850" y="194949"/>
                  <a:pt x="187865" y="191936"/>
                </a:cubicBezTo>
                <a:cubicBezTo>
                  <a:pt x="192753" y="187049"/>
                  <a:pt x="195115" y="181429"/>
                  <a:pt x="195034" y="174913"/>
                </a:cubicBezTo>
                <a:cubicBezTo>
                  <a:pt x="195034" y="168479"/>
                  <a:pt x="192427" y="162696"/>
                  <a:pt x="187457" y="157727"/>
                </a:cubicBezTo>
                <a:cubicBezTo>
                  <a:pt x="182488" y="152759"/>
                  <a:pt x="176867" y="150315"/>
                  <a:pt x="170431" y="150234"/>
                </a:cubicBezTo>
                <a:cubicBezTo>
                  <a:pt x="163995" y="150234"/>
                  <a:pt x="158373" y="152677"/>
                  <a:pt x="153404" y="157646"/>
                </a:cubicBezTo>
                <a:cubicBezTo>
                  <a:pt x="150227" y="160822"/>
                  <a:pt x="147946" y="164487"/>
                  <a:pt x="146805" y="168479"/>
                </a:cubicBezTo>
                <a:cubicBezTo>
                  <a:pt x="145583" y="172551"/>
                  <a:pt x="145664" y="176623"/>
                  <a:pt x="146968" y="180696"/>
                </a:cubicBezTo>
                <a:cubicBezTo>
                  <a:pt x="148272" y="184850"/>
                  <a:pt x="150308" y="188352"/>
                  <a:pt x="153241" y="191203"/>
                </a:cubicBezTo>
                <a:cubicBezTo>
                  <a:pt x="156989" y="194949"/>
                  <a:pt x="160899" y="197474"/>
                  <a:pt x="164972" y="198696"/>
                </a:cubicBezTo>
                <a:lnTo>
                  <a:pt x="164972" y="198696"/>
                </a:lnTo>
                <a:close/>
                <a:moveTo>
                  <a:pt x="157396" y="173040"/>
                </a:moveTo>
                <a:cubicBezTo>
                  <a:pt x="157233" y="169782"/>
                  <a:pt x="158292" y="167012"/>
                  <a:pt x="160492" y="164732"/>
                </a:cubicBezTo>
                <a:cubicBezTo>
                  <a:pt x="162773" y="162451"/>
                  <a:pt x="165543" y="161392"/>
                  <a:pt x="168801" y="161637"/>
                </a:cubicBezTo>
                <a:cubicBezTo>
                  <a:pt x="172060" y="161800"/>
                  <a:pt x="175319" y="163510"/>
                  <a:pt x="178496" y="166768"/>
                </a:cubicBezTo>
                <a:cubicBezTo>
                  <a:pt x="181673" y="170026"/>
                  <a:pt x="183547" y="173365"/>
                  <a:pt x="183710" y="176623"/>
                </a:cubicBezTo>
                <a:cubicBezTo>
                  <a:pt x="183873" y="179881"/>
                  <a:pt x="182895" y="182651"/>
                  <a:pt x="180614" y="184931"/>
                </a:cubicBezTo>
                <a:cubicBezTo>
                  <a:pt x="178333" y="187212"/>
                  <a:pt x="175563" y="188271"/>
                  <a:pt x="172305" y="188026"/>
                </a:cubicBezTo>
                <a:cubicBezTo>
                  <a:pt x="169046" y="187863"/>
                  <a:pt x="165787" y="186153"/>
                  <a:pt x="162528" y="182895"/>
                </a:cubicBezTo>
                <a:cubicBezTo>
                  <a:pt x="159270" y="179637"/>
                  <a:pt x="157559" y="176379"/>
                  <a:pt x="157396" y="173121"/>
                </a:cubicBezTo>
                <a:lnTo>
                  <a:pt x="157396" y="173121"/>
                </a:lnTo>
                <a:close/>
                <a:moveTo>
                  <a:pt x="187050" y="125474"/>
                </a:moveTo>
                <a:lnTo>
                  <a:pt x="175482" y="113908"/>
                </a:lnTo>
                <a:lnTo>
                  <a:pt x="171816" y="127673"/>
                </a:lnTo>
                <a:lnTo>
                  <a:pt x="178333" y="134188"/>
                </a:lnTo>
                <a:lnTo>
                  <a:pt x="174341" y="138180"/>
                </a:lnTo>
                <a:lnTo>
                  <a:pt x="181266" y="145103"/>
                </a:lnTo>
                <a:lnTo>
                  <a:pt x="185258" y="141112"/>
                </a:lnTo>
                <a:lnTo>
                  <a:pt x="199596" y="155447"/>
                </a:lnTo>
                <a:cubicBezTo>
                  <a:pt x="202692" y="158542"/>
                  <a:pt x="204810" y="160497"/>
                  <a:pt x="206032" y="161311"/>
                </a:cubicBezTo>
                <a:cubicBezTo>
                  <a:pt x="207662" y="162533"/>
                  <a:pt x="209210" y="163266"/>
                  <a:pt x="210676" y="163510"/>
                </a:cubicBezTo>
                <a:cubicBezTo>
                  <a:pt x="212061" y="163754"/>
                  <a:pt x="213690" y="163510"/>
                  <a:pt x="215482" y="162777"/>
                </a:cubicBezTo>
                <a:cubicBezTo>
                  <a:pt x="217275" y="162044"/>
                  <a:pt x="218904" y="160904"/>
                  <a:pt x="220533" y="159356"/>
                </a:cubicBezTo>
                <a:cubicBezTo>
                  <a:pt x="223059" y="156831"/>
                  <a:pt x="224933" y="154062"/>
                  <a:pt x="226073" y="151211"/>
                </a:cubicBezTo>
                <a:lnTo>
                  <a:pt x="218578" y="145184"/>
                </a:lnTo>
                <a:cubicBezTo>
                  <a:pt x="217601" y="147302"/>
                  <a:pt x="216704" y="148686"/>
                  <a:pt x="215890" y="149501"/>
                </a:cubicBezTo>
                <a:cubicBezTo>
                  <a:pt x="215320" y="150071"/>
                  <a:pt x="214668" y="150397"/>
                  <a:pt x="214016" y="150560"/>
                </a:cubicBezTo>
                <a:cubicBezTo>
                  <a:pt x="213364" y="150641"/>
                  <a:pt x="212713" y="150560"/>
                  <a:pt x="212142" y="150234"/>
                </a:cubicBezTo>
                <a:cubicBezTo>
                  <a:pt x="211572" y="149908"/>
                  <a:pt x="209943" y="148361"/>
                  <a:pt x="207254" y="145754"/>
                </a:cubicBezTo>
                <a:lnTo>
                  <a:pt x="193975" y="132478"/>
                </a:lnTo>
                <a:lnTo>
                  <a:pt x="199922" y="126532"/>
                </a:lnTo>
                <a:lnTo>
                  <a:pt x="192997" y="119609"/>
                </a:lnTo>
                <a:lnTo>
                  <a:pt x="187050" y="125555"/>
                </a:lnTo>
                <a:lnTo>
                  <a:pt x="187050" y="125555"/>
                </a:lnTo>
                <a:close/>
                <a:moveTo>
                  <a:pt x="240412" y="138098"/>
                </a:moveTo>
                <a:cubicBezTo>
                  <a:pt x="241715" y="140460"/>
                  <a:pt x="242530" y="142741"/>
                  <a:pt x="242693" y="144858"/>
                </a:cubicBezTo>
                <a:cubicBezTo>
                  <a:pt x="242937" y="146976"/>
                  <a:pt x="242041" y="149094"/>
                  <a:pt x="240004" y="151130"/>
                </a:cubicBezTo>
                <a:cubicBezTo>
                  <a:pt x="238945" y="152189"/>
                  <a:pt x="237560" y="153329"/>
                  <a:pt x="235931" y="154388"/>
                </a:cubicBezTo>
                <a:lnTo>
                  <a:pt x="243507" y="160415"/>
                </a:lnTo>
                <a:cubicBezTo>
                  <a:pt x="245463" y="159193"/>
                  <a:pt x="247255" y="157727"/>
                  <a:pt x="248966" y="156017"/>
                </a:cubicBezTo>
                <a:cubicBezTo>
                  <a:pt x="250677" y="154306"/>
                  <a:pt x="251899" y="152677"/>
                  <a:pt x="252876" y="151048"/>
                </a:cubicBezTo>
                <a:cubicBezTo>
                  <a:pt x="253854" y="149420"/>
                  <a:pt x="254424" y="147790"/>
                  <a:pt x="254750" y="146243"/>
                </a:cubicBezTo>
                <a:cubicBezTo>
                  <a:pt x="254994" y="144695"/>
                  <a:pt x="254994" y="143066"/>
                  <a:pt x="254750" y="141437"/>
                </a:cubicBezTo>
                <a:cubicBezTo>
                  <a:pt x="254424" y="139727"/>
                  <a:pt x="253691" y="137528"/>
                  <a:pt x="252550" y="134840"/>
                </a:cubicBezTo>
                <a:lnTo>
                  <a:pt x="248884" y="127021"/>
                </a:lnTo>
                <a:lnTo>
                  <a:pt x="228843" y="83772"/>
                </a:lnTo>
                <a:lnTo>
                  <a:pt x="219800" y="92812"/>
                </a:lnTo>
                <a:lnTo>
                  <a:pt x="235442" y="123844"/>
                </a:lnTo>
                <a:lnTo>
                  <a:pt x="204240" y="108369"/>
                </a:lnTo>
                <a:lnTo>
                  <a:pt x="194953" y="117654"/>
                </a:lnTo>
                <a:lnTo>
                  <a:pt x="240412" y="138098"/>
                </a:lnTo>
                <a:lnTo>
                  <a:pt x="240412" y="138098"/>
                </a:lnTo>
                <a:close/>
                <a:moveTo>
                  <a:pt x="279435" y="123926"/>
                </a:moveTo>
                <a:lnTo>
                  <a:pt x="288152" y="115211"/>
                </a:lnTo>
                <a:lnTo>
                  <a:pt x="271614" y="98677"/>
                </a:lnTo>
                <a:cubicBezTo>
                  <a:pt x="275035" y="98840"/>
                  <a:pt x="277805" y="98514"/>
                  <a:pt x="280005" y="97699"/>
                </a:cubicBezTo>
                <a:cubicBezTo>
                  <a:pt x="282205" y="96966"/>
                  <a:pt x="284241" y="95663"/>
                  <a:pt x="286034" y="93871"/>
                </a:cubicBezTo>
                <a:cubicBezTo>
                  <a:pt x="289863" y="90043"/>
                  <a:pt x="291573" y="85319"/>
                  <a:pt x="291247" y="79536"/>
                </a:cubicBezTo>
                <a:cubicBezTo>
                  <a:pt x="290922" y="73835"/>
                  <a:pt x="287989" y="68215"/>
                  <a:pt x="282449" y="62758"/>
                </a:cubicBezTo>
                <a:cubicBezTo>
                  <a:pt x="277072" y="57382"/>
                  <a:pt x="271614" y="54613"/>
                  <a:pt x="265993" y="54287"/>
                </a:cubicBezTo>
                <a:cubicBezTo>
                  <a:pt x="260371" y="53961"/>
                  <a:pt x="255646" y="55672"/>
                  <a:pt x="251817" y="59500"/>
                </a:cubicBezTo>
                <a:cubicBezTo>
                  <a:pt x="249617" y="61699"/>
                  <a:pt x="248151" y="64224"/>
                  <a:pt x="247418" y="66993"/>
                </a:cubicBezTo>
                <a:cubicBezTo>
                  <a:pt x="246684" y="69844"/>
                  <a:pt x="246603" y="72613"/>
                  <a:pt x="247173" y="75301"/>
                </a:cubicBezTo>
                <a:lnTo>
                  <a:pt x="242367" y="70496"/>
                </a:lnTo>
                <a:lnTo>
                  <a:pt x="234220" y="78640"/>
                </a:lnTo>
                <a:lnTo>
                  <a:pt x="279598" y="124007"/>
                </a:lnTo>
                <a:lnTo>
                  <a:pt x="279598" y="124007"/>
                </a:lnTo>
                <a:close/>
                <a:moveTo>
                  <a:pt x="253365" y="76441"/>
                </a:moveTo>
                <a:cubicBezTo>
                  <a:pt x="253121" y="73428"/>
                  <a:pt x="254098" y="70821"/>
                  <a:pt x="256216" y="68704"/>
                </a:cubicBezTo>
                <a:cubicBezTo>
                  <a:pt x="258335" y="66586"/>
                  <a:pt x="260779" y="65771"/>
                  <a:pt x="263874" y="66097"/>
                </a:cubicBezTo>
                <a:cubicBezTo>
                  <a:pt x="266889" y="66423"/>
                  <a:pt x="270147" y="68215"/>
                  <a:pt x="273650" y="71717"/>
                </a:cubicBezTo>
                <a:cubicBezTo>
                  <a:pt x="277316" y="75382"/>
                  <a:pt x="279353" y="78722"/>
                  <a:pt x="279598" y="81654"/>
                </a:cubicBezTo>
                <a:cubicBezTo>
                  <a:pt x="279842" y="84586"/>
                  <a:pt x="279027" y="87111"/>
                  <a:pt x="276991" y="89147"/>
                </a:cubicBezTo>
                <a:cubicBezTo>
                  <a:pt x="274954" y="91183"/>
                  <a:pt x="272184" y="92161"/>
                  <a:pt x="269007" y="91835"/>
                </a:cubicBezTo>
                <a:cubicBezTo>
                  <a:pt x="265748" y="91509"/>
                  <a:pt x="262326" y="89555"/>
                  <a:pt x="258660" y="85889"/>
                </a:cubicBezTo>
                <a:cubicBezTo>
                  <a:pt x="255483" y="82713"/>
                  <a:pt x="253691" y="79536"/>
                  <a:pt x="253446" y="76523"/>
                </a:cubicBezTo>
                <a:lnTo>
                  <a:pt x="253446" y="76523"/>
                </a:lnTo>
                <a:close/>
                <a:moveTo>
                  <a:pt x="277235" y="26432"/>
                </a:moveTo>
                <a:lnTo>
                  <a:pt x="269170" y="18368"/>
                </a:lnTo>
                <a:lnTo>
                  <a:pt x="260453" y="27083"/>
                </a:lnTo>
                <a:lnTo>
                  <a:pt x="268518" y="35146"/>
                </a:lnTo>
                <a:lnTo>
                  <a:pt x="277235" y="26432"/>
                </a:lnTo>
                <a:lnTo>
                  <a:pt x="277235" y="26432"/>
                </a:lnTo>
                <a:close/>
                <a:moveTo>
                  <a:pt x="314547" y="63735"/>
                </a:moveTo>
                <a:lnTo>
                  <a:pt x="281716" y="30911"/>
                </a:lnTo>
                <a:lnTo>
                  <a:pt x="272999" y="39626"/>
                </a:lnTo>
                <a:lnTo>
                  <a:pt x="305830" y="72450"/>
                </a:lnTo>
                <a:lnTo>
                  <a:pt x="314547" y="63735"/>
                </a:lnTo>
                <a:lnTo>
                  <a:pt x="314547" y="63735"/>
                </a:lnTo>
                <a:close/>
                <a:moveTo>
                  <a:pt x="316014" y="286"/>
                </a:moveTo>
                <a:cubicBezTo>
                  <a:pt x="311940" y="938"/>
                  <a:pt x="307867" y="3219"/>
                  <a:pt x="303875" y="7210"/>
                </a:cubicBezTo>
                <a:cubicBezTo>
                  <a:pt x="298987" y="12097"/>
                  <a:pt x="296624" y="17472"/>
                  <a:pt x="296787" y="23337"/>
                </a:cubicBezTo>
                <a:cubicBezTo>
                  <a:pt x="296950" y="29201"/>
                  <a:pt x="299720" y="34902"/>
                  <a:pt x="305179" y="40278"/>
                </a:cubicBezTo>
                <a:cubicBezTo>
                  <a:pt x="310637" y="45653"/>
                  <a:pt x="316177" y="48423"/>
                  <a:pt x="322042" y="48586"/>
                </a:cubicBezTo>
                <a:cubicBezTo>
                  <a:pt x="327908" y="48749"/>
                  <a:pt x="333285" y="46468"/>
                  <a:pt x="338091" y="41663"/>
                </a:cubicBezTo>
                <a:cubicBezTo>
                  <a:pt x="342328" y="37427"/>
                  <a:pt x="344690" y="33029"/>
                  <a:pt x="345179" y="28549"/>
                </a:cubicBezTo>
                <a:cubicBezTo>
                  <a:pt x="345668" y="24070"/>
                  <a:pt x="344446" y="19346"/>
                  <a:pt x="341432" y="14540"/>
                </a:cubicBezTo>
                <a:lnTo>
                  <a:pt x="331411" y="21626"/>
                </a:lnTo>
                <a:cubicBezTo>
                  <a:pt x="333285" y="24314"/>
                  <a:pt x="334100" y="26676"/>
                  <a:pt x="334018" y="28712"/>
                </a:cubicBezTo>
                <a:cubicBezTo>
                  <a:pt x="333937" y="30667"/>
                  <a:pt x="333040" y="32540"/>
                  <a:pt x="331411" y="34169"/>
                </a:cubicBezTo>
                <a:cubicBezTo>
                  <a:pt x="329211" y="36368"/>
                  <a:pt x="326604" y="37346"/>
                  <a:pt x="323753" y="37020"/>
                </a:cubicBezTo>
                <a:cubicBezTo>
                  <a:pt x="320820" y="36694"/>
                  <a:pt x="317399" y="34658"/>
                  <a:pt x="313488" y="30748"/>
                </a:cubicBezTo>
                <a:cubicBezTo>
                  <a:pt x="309985" y="27246"/>
                  <a:pt x="308111" y="24070"/>
                  <a:pt x="307948" y="21300"/>
                </a:cubicBezTo>
                <a:cubicBezTo>
                  <a:pt x="307704" y="18531"/>
                  <a:pt x="308682" y="16006"/>
                  <a:pt x="310881" y="13888"/>
                </a:cubicBezTo>
                <a:cubicBezTo>
                  <a:pt x="312511" y="12259"/>
                  <a:pt x="314303" y="11364"/>
                  <a:pt x="316177" y="11201"/>
                </a:cubicBezTo>
                <a:cubicBezTo>
                  <a:pt x="318050" y="11038"/>
                  <a:pt x="320006" y="11689"/>
                  <a:pt x="322042" y="13074"/>
                </a:cubicBezTo>
                <a:lnTo>
                  <a:pt x="329049" y="2974"/>
                </a:lnTo>
                <a:cubicBezTo>
                  <a:pt x="324486" y="449"/>
                  <a:pt x="320169" y="-447"/>
                  <a:pt x="316095" y="205"/>
                </a:cubicBezTo>
                <a:lnTo>
                  <a:pt x="316095" y="205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4" name="자유형 53">
            <a:extLst>
              <a:ext uri="{FF2B5EF4-FFF2-40B4-BE49-F238E27FC236}">
                <a16:creationId xmlns:a16="http://schemas.microsoft.com/office/drawing/2014/main" id="{5951FF30-B14C-CF59-62AA-28C238061973}"/>
              </a:ext>
            </a:extLst>
          </p:cNvPr>
          <p:cNvSpPr/>
          <p:nvPr/>
        </p:nvSpPr>
        <p:spPr>
          <a:xfrm>
            <a:off x="5100785" y="1919808"/>
            <a:ext cx="382572" cy="400158"/>
          </a:xfrm>
          <a:custGeom>
            <a:avLst/>
            <a:gdLst>
              <a:gd name="connsiteX0" fmla="*/ 9695 w 382572"/>
              <a:gd name="connsiteY0" fmla="*/ 327425 h 400158"/>
              <a:gd name="connsiteX1" fmla="*/ 0 w 382572"/>
              <a:gd name="connsiteY1" fmla="*/ 337117 h 400158"/>
              <a:gd name="connsiteX2" fmla="*/ 27699 w 382572"/>
              <a:gd name="connsiteY2" fmla="*/ 400158 h 400158"/>
              <a:gd name="connsiteX3" fmla="*/ 37394 w 382572"/>
              <a:gd name="connsiteY3" fmla="*/ 390466 h 400158"/>
              <a:gd name="connsiteX4" fmla="*/ 30795 w 382572"/>
              <a:gd name="connsiteY4" fmla="*/ 376457 h 400158"/>
              <a:gd name="connsiteX5" fmla="*/ 48962 w 382572"/>
              <a:gd name="connsiteY5" fmla="*/ 358294 h 400158"/>
              <a:gd name="connsiteX6" fmla="*/ 63219 w 382572"/>
              <a:gd name="connsiteY6" fmla="*/ 364647 h 400158"/>
              <a:gd name="connsiteX7" fmla="*/ 73158 w 382572"/>
              <a:gd name="connsiteY7" fmla="*/ 354710 h 400158"/>
              <a:gd name="connsiteX8" fmla="*/ 9613 w 382572"/>
              <a:gd name="connsiteY8" fmla="*/ 327506 h 400158"/>
              <a:gd name="connsiteX9" fmla="*/ 9613 w 382572"/>
              <a:gd name="connsiteY9" fmla="*/ 327506 h 400158"/>
              <a:gd name="connsiteX10" fmla="*/ 25988 w 382572"/>
              <a:gd name="connsiteY10" fmla="*/ 365950 h 400158"/>
              <a:gd name="connsiteX11" fmla="*/ 15316 w 382572"/>
              <a:gd name="connsiteY11" fmla="*/ 342982 h 400158"/>
              <a:gd name="connsiteX12" fmla="*/ 38371 w 382572"/>
              <a:gd name="connsiteY12" fmla="*/ 353570 h 400158"/>
              <a:gd name="connsiteX13" fmla="*/ 25988 w 382572"/>
              <a:gd name="connsiteY13" fmla="*/ 365950 h 400158"/>
              <a:gd name="connsiteX14" fmla="*/ 25988 w 382572"/>
              <a:gd name="connsiteY14" fmla="*/ 365950 h 400158"/>
              <a:gd name="connsiteX15" fmla="*/ 76172 w 382572"/>
              <a:gd name="connsiteY15" fmla="*/ 331334 h 400158"/>
              <a:gd name="connsiteX16" fmla="*/ 65907 w 382572"/>
              <a:gd name="connsiteY16" fmla="*/ 319605 h 400158"/>
              <a:gd name="connsiteX17" fmla="*/ 64278 w 382572"/>
              <a:gd name="connsiteY17" fmla="*/ 313986 h 400158"/>
              <a:gd name="connsiteX18" fmla="*/ 66396 w 382572"/>
              <a:gd name="connsiteY18" fmla="*/ 309913 h 400158"/>
              <a:gd name="connsiteX19" fmla="*/ 71936 w 382572"/>
              <a:gd name="connsiteY19" fmla="*/ 307225 h 400158"/>
              <a:gd name="connsiteX20" fmla="*/ 67048 w 382572"/>
              <a:gd name="connsiteY20" fmla="*/ 296963 h 400158"/>
              <a:gd name="connsiteX21" fmla="*/ 59716 w 382572"/>
              <a:gd name="connsiteY21" fmla="*/ 301035 h 400158"/>
              <a:gd name="connsiteX22" fmla="*/ 57027 w 382572"/>
              <a:gd name="connsiteY22" fmla="*/ 305841 h 400158"/>
              <a:gd name="connsiteX23" fmla="*/ 57679 w 382572"/>
              <a:gd name="connsiteY23" fmla="*/ 313904 h 400158"/>
              <a:gd name="connsiteX24" fmla="*/ 53036 w 382572"/>
              <a:gd name="connsiteY24" fmla="*/ 309262 h 400158"/>
              <a:gd name="connsiteX25" fmla="*/ 44970 w 382572"/>
              <a:gd name="connsiteY25" fmla="*/ 317325 h 400158"/>
              <a:gd name="connsiteX26" fmla="*/ 77802 w 382572"/>
              <a:gd name="connsiteY26" fmla="*/ 350149 h 400158"/>
              <a:gd name="connsiteX27" fmla="*/ 86519 w 382572"/>
              <a:gd name="connsiteY27" fmla="*/ 341434 h 400158"/>
              <a:gd name="connsiteX28" fmla="*/ 76335 w 382572"/>
              <a:gd name="connsiteY28" fmla="*/ 331253 h 400158"/>
              <a:gd name="connsiteX29" fmla="*/ 76335 w 382572"/>
              <a:gd name="connsiteY29" fmla="*/ 331253 h 400158"/>
              <a:gd name="connsiteX30" fmla="*/ 111041 w 382572"/>
              <a:gd name="connsiteY30" fmla="*/ 316755 h 400158"/>
              <a:gd name="connsiteX31" fmla="*/ 100531 w 382572"/>
              <a:gd name="connsiteY31" fmla="*/ 306248 h 400158"/>
              <a:gd name="connsiteX32" fmla="*/ 100368 w 382572"/>
              <a:gd name="connsiteY32" fmla="*/ 297940 h 400158"/>
              <a:gd name="connsiteX33" fmla="*/ 123424 w 382572"/>
              <a:gd name="connsiteY33" fmla="*/ 304456 h 400158"/>
              <a:gd name="connsiteX34" fmla="*/ 132792 w 382572"/>
              <a:gd name="connsiteY34" fmla="*/ 295090 h 400158"/>
              <a:gd name="connsiteX35" fmla="*/ 99880 w 382572"/>
              <a:gd name="connsiteY35" fmla="*/ 286293 h 400158"/>
              <a:gd name="connsiteX36" fmla="*/ 99146 w 382572"/>
              <a:gd name="connsiteY36" fmla="*/ 263080 h 400158"/>
              <a:gd name="connsiteX37" fmla="*/ 88474 w 382572"/>
              <a:gd name="connsiteY37" fmla="*/ 273750 h 400158"/>
              <a:gd name="connsiteX38" fmla="*/ 89859 w 382572"/>
              <a:gd name="connsiteY38" fmla="*/ 295497 h 400158"/>
              <a:gd name="connsiteX39" fmla="*/ 65826 w 382572"/>
              <a:gd name="connsiteY39" fmla="*/ 271469 h 400158"/>
              <a:gd name="connsiteX40" fmla="*/ 57109 w 382572"/>
              <a:gd name="connsiteY40" fmla="*/ 280184 h 400158"/>
              <a:gd name="connsiteX41" fmla="*/ 102486 w 382572"/>
              <a:gd name="connsiteY41" fmla="*/ 325551 h 400158"/>
              <a:gd name="connsiteX42" fmla="*/ 111203 w 382572"/>
              <a:gd name="connsiteY42" fmla="*/ 316836 h 400158"/>
              <a:gd name="connsiteX43" fmla="*/ 111203 w 382572"/>
              <a:gd name="connsiteY43" fmla="*/ 316836 h 400158"/>
              <a:gd name="connsiteX44" fmla="*/ 146398 w 382572"/>
              <a:gd name="connsiteY44" fmla="*/ 281650 h 400158"/>
              <a:gd name="connsiteX45" fmla="*/ 148679 w 382572"/>
              <a:gd name="connsiteY45" fmla="*/ 288411 h 400158"/>
              <a:gd name="connsiteX46" fmla="*/ 145990 w 382572"/>
              <a:gd name="connsiteY46" fmla="*/ 294682 h 400158"/>
              <a:gd name="connsiteX47" fmla="*/ 141917 w 382572"/>
              <a:gd name="connsiteY47" fmla="*/ 297940 h 400158"/>
              <a:gd name="connsiteX48" fmla="*/ 149493 w 382572"/>
              <a:gd name="connsiteY48" fmla="*/ 303967 h 400158"/>
              <a:gd name="connsiteX49" fmla="*/ 154952 w 382572"/>
              <a:gd name="connsiteY49" fmla="*/ 299569 h 400158"/>
              <a:gd name="connsiteX50" fmla="*/ 158862 w 382572"/>
              <a:gd name="connsiteY50" fmla="*/ 294601 h 400158"/>
              <a:gd name="connsiteX51" fmla="*/ 160736 w 382572"/>
              <a:gd name="connsiteY51" fmla="*/ 289795 h 400158"/>
              <a:gd name="connsiteX52" fmla="*/ 160736 w 382572"/>
              <a:gd name="connsiteY52" fmla="*/ 284989 h 400158"/>
              <a:gd name="connsiteX53" fmla="*/ 158536 w 382572"/>
              <a:gd name="connsiteY53" fmla="*/ 278392 h 400158"/>
              <a:gd name="connsiteX54" fmla="*/ 154870 w 382572"/>
              <a:gd name="connsiteY54" fmla="*/ 270573 h 400158"/>
              <a:gd name="connsiteX55" fmla="*/ 134829 w 382572"/>
              <a:gd name="connsiteY55" fmla="*/ 227324 h 400158"/>
              <a:gd name="connsiteX56" fmla="*/ 125786 w 382572"/>
              <a:gd name="connsiteY56" fmla="*/ 236365 h 400158"/>
              <a:gd name="connsiteX57" fmla="*/ 141428 w 382572"/>
              <a:gd name="connsiteY57" fmla="*/ 267397 h 400158"/>
              <a:gd name="connsiteX58" fmla="*/ 110226 w 382572"/>
              <a:gd name="connsiteY58" fmla="*/ 251921 h 400158"/>
              <a:gd name="connsiteX59" fmla="*/ 100939 w 382572"/>
              <a:gd name="connsiteY59" fmla="*/ 261207 h 400158"/>
              <a:gd name="connsiteX60" fmla="*/ 146398 w 382572"/>
              <a:gd name="connsiteY60" fmla="*/ 281650 h 400158"/>
              <a:gd name="connsiteX61" fmla="*/ 146398 w 382572"/>
              <a:gd name="connsiteY61" fmla="*/ 281650 h 400158"/>
              <a:gd name="connsiteX62" fmla="*/ 185421 w 382572"/>
              <a:gd name="connsiteY62" fmla="*/ 267478 h 400158"/>
              <a:gd name="connsiteX63" fmla="*/ 194138 w 382572"/>
              <a:gd name="connsiteY63" fmla="*/ 258763 h 400158"/>
              <a:gd name="connsiteX64" fmla="*/ 177600 w 382572"/>
              <a:gd name="connsiteY64" fmla="*/ 242229 h 400158"/>
              <a:gd name="connsiteX65" fmla="*/ 185991 w 382572"/>
              <a:gd name="connsiteY65" fmla="*/ 241252 h 400158"/>
              <a:gd name="connsiteX66" fmla="*/ 192020 w 382572"/>
              <a:gd name="connsiteY66" fmla="*/ 237424 h 400158"/>
              <a:gd name="connsiteX67" fmla="*/ 197233 w 382572"/>
              <a:gd name="connsiteY67" fmla="*/ 223089 h 400158"/>
              <a:gd name="connsiteX68" fmla="*/ 188435 w 382572"/>
              <a:gd name="connsiteY68" fmla="*/ 206310 h 400158"/>
              <a:gd name="connsiteX69" fmla="*/ 171979 w 382572"/>
              <a:gd name="connsiteY69" fmla="*/ 197839 h 400158"/>
              <a:gd name="connsiteX70" fmla="*/ 157803 w 382572"/>
              <a:gd name="connsiteY70" fmla="*/ 203052 h 400158"/>
              <a:gd name="connsiteX71" fmla="*/ 153404 w 382572"/>
              <a:gd name="connsiteY71" fmla="*/ 210545 h 400158"/>
              <a:gd name="connsiteX72" fmla="*/ 153159 w 382572"/>
              <a:gd name="connsiteY72" fmla="*/ 218853 h 400158"/>
              <a:gd name="connsiteX73" fmla="*/ 148353 w 382572"/>
              <a:gd name="connsiteY73" fmla="*/ 214048 h 400158"/>
              <a:gd name="connsiteX74" fmla="*/ 140206 w 382572"/>
              <a:gd name="connsiteY74" fmla="*/ 222193 h 400158"/>
              <a:gd name="connsiteX75" fmla="*/ 185584 w 382572"/>
              <a:gd name="connsiteY75" fmla="*/ 267560 h 400158"/>
              <a:gd name="connsiteX76" fmla="*/ 185584 w 382572"/>
              <a:gd name="connsiteY76" fmla="*/ 267560 h 400158"/>
              <a:gd name="connsiteX77" fmla="*/ 159351 w 382572"/>
              <a:gd name="connsiteY77" fmla="*/ 219993 h 400158"/>
              <a:gd name="connsiteX78" fmla="*/ 162202 w 382572"/>
              <a:gd name="connsiteY78" fmla="*/ 212256 h 400158"/>
              <a:gd name="connsiteX79" fmla="*/ 169860 w 382572"/>
              <a:gd name="connsiteY79" fmla="*/ 209649 h 400158"/>
              <a:gd name="connsiteX80" fmla="*/ 179636 w 382572"/>
              <a:gd name="connsiteY80" fmla="*/ 215269 h 400158"/>
              <a:gd name="connsiteX81" fmla="*/ 185584 w 382572"/>
              <a:gd name="connsiteY81" fmla="*/ 225206 h 400158"/>
              <a:gd name="connsiteX82" fmla="*/ 182977 w 382572"/>
              <a:gd name="connsiteY82" fmla="*/ 232699 h 400158"/>
              <a:gd name="connsiteX83" fmla="*/ 174993 w 382572"/>
              <a:gd name="connsiteY83" fmla="*/ 235387 h 400158"/>
              <a:gd name="connsiteX84" fmla="*/ 164646 w 382572"/>
              <a:gd name="connsiteY84" fmla="*/ 229442 h 400158"/>
              <a:gd name="connsiteX85" fmla="*/ 159433 w 382572"/>
              <a:gd name="connsiteY85" fmla="*/ 220075 h 400158"/>
              <a:gd name="connsiteX86" fmla="*/ 159433 w 382572"/>
              <a:gd name="connsiteY86" fmla="*/ 220075 h 400158"/>
              <a:gd name="connsiteX87" fmla="*/ 194382 w 382572"/>
              <a:gd name="connsiteY87" fmla="*/ 181387 h 400158"/>
              <a:gd name="connsiteX88" fmla="*/ 197071 w 382572"/>
              <a:gd name="connsiteY88" fmla="*/ 176826 h 400158"/>
              <a:gd name="connsiteX89" fmla="*/ 202773 w 382572"/>
              <a:gd name="connsiteY89" fmla="*/ 173242 h 400158"/>
              <a:gd name="connsiteX90" fmla="*/ 207580 w 382572"/>
              <a:gd name="connsiteY90" fmla="*/ 175604 h 400158"/>
              <a:gd name="connsiteX91" fmla="*/ 208476 w 382572"/>
              <a:gd name="connsiteY91" fmla="*/ 176500 h 400158"/>
              <a:gd name="connsiteX92" fmla="*/ 202203 w 382572"/>
              <a:gd name="connsiteY92" fmla="*/ 187088 h 400158"/>
              <a:gd name="connsiteX93" fmla="*/ 197315 w 382572"/>
              <a:gd name="connsiteY93" fmla="*/ 196047 h 400158"/>
              <a:gd name="connsiteX94" fmla="*/ 196908 w 382572"/>
              <a:gd name="connsiteY94" fmla="*/ 203134 h 400158"/>
              <a:gd name="connsiteX95" fmla="*/ 200574 w 382572"/>
              <a:gd name="connsiteY95" fmla="*/ 209405 h 400158"/>
              <a:gd name="connsiteX96" fmla="*/ 210431 w 382572"/>
              <a:gd name="connsiteY96" fmla="*/ 213478 h 400158"/>
              <a:gd name="connsiteX97" fmla="*/ 221185 w 382572"/>
              <a:gd name="connsiteY97" fmla="*/ 208265 h 400158"/>
              <a:gd name="connsiteX98" fmla="*/ 225503 w 382572"/>
              <a:gd name="connsiteY98" fmla="*/ 201749 h 400158"/>
              <a:gd name="connsiteX99" fmla="*/ 227051 w 382572"/>
              <a:gd name="connsiteY99" fmla="*/ 193767 h 400158"/>
              <a:gd name="connsiteX100" fmla="*/ 228354 w 382572"/>
              <a:gd name="connsiteY100" fmla="*/ 194500 h 400158"/>
              <a:gd name="connsiteX101" fmla="*/ 231776 w 382572"/>
              <a:gd name="connsiteY101" fmla="*/ 196210 h 400158"/>
              <a:gd name="connsiteX102" fmla="*/ 240412 w 382572"/>
              <a:gd name="connsiteY102" fmla="*/ 187577 h 400158"/>
              <a:gd name="connsiteX103" fmla="*/ 234464 w 382572"/>
              <a:gd name="connsiteY103" fmla="*/ 184726 h 400158"/>
              <a:gd name="connsiteX104" fmla="*/ 227621 w 382572"/>
              <a:gd name="connsiteY104" fmla="*/ 178780 h 400158"/>
              <a:gd name="connsiteX105" fmla="*/ 217600 w 382572"/>
              <a:gd name="connsiteY105" fmla="*/ 168518 h 400158"/>
              <a:gd name="connsiteX106" fmla="*/ 208639 w 382572"/>
              <a:gd name="connsiteY106" fmla="*/ 161920 h 400158"/>
              <a:gd name="connsiteX107" fmla="*/ 201144 w 382572"/>
              <a:gd name="connsiteY107" fmla="*/ 162409 h 400158"/>
              <a:gd name="connsiteX108" fmla="*/ 191123 w 382572"/>
              <a:gd name="connsiteY108" fmla="*/ 169658 h 400158"/>
              <a:gd name="connsiteX109" fmla="*/ 183791 w 382572"/>
              <a:gd name="connsiteY109" fmla="*/ 181631 h 400158"/>
              <a:gd name="connsiteX110" fmla="*/ 186236 w 382572"/>
              <a:gd name="connsiteY110" fmla="*/ 193278 h 400158"/>
              <a:gd name="connsiteX111" fmla="*/ 195523 w 382572"/>
              <a:gd name="connsiteY111" fmla="*/ 186844 h 400158"/>
              <a:gd name="connsiteX112" fmla="*/ 194464 w 382572"/>
              <a:gd name="connsiteY112" fmla="*/ 181549 h 400158"/>
              <a:gd name="connsiteX113" fmla="*/ 194464 w 382572"/>
              <a:gd name="connsiteY113" fmla="*/ 181549 h 400158"/>
              <a:gd name="connsiteX114" fmla="*/ 215890 w 382572"/>
              <a:gd name="connsiteY114" fmla="*/ 183830 h 400158"/>
              <a:gd name="connsiteX115" fmla="*/ 219800 w 382572"/>
              <a:gd name="connsiteY115" fmla="*/ 188391 h 400158"/>
              <a:gd name="connsiteX116" fmla="*/ 220615 w 382572"/>
              <a:gd name="connsiteY116" fmla="*/ 193360 h 400158"/>
              <a:gd name="connsiteX117" fmla="*/ 217682 w 382572"/>
              <a:gd name="connsiteY117" fmla="*/ 199387 h 400158"/>
              <a:gd name="connsiteX118" fmla="*/ 212875 w 382572"/>
              <a:gd name="connsiteY118" fmla="*/ 201505 h 400158"/>
              <a:gd name="connsiteX119" fmla="*/ 208395 w 382572"/>
              <a:gd name="connsiteY119" fmla="*/ 199713 h 400158"/>
              <a:gd name="connsiteX120" fmla="*/ 207010 w 382572"/>
              <a:gd name="connsiteY120" fmla="*/ 194989 h 400158"/>
              <a:gd name="connsiteX121" fmla="*/ 210187 w 382572"/>
              <a:gd name="connsiteY121" fmla="*/ 188717 h 400158"/>
              <a:gd name="connsiteX122" fmla="*/ 214179 w 382572"/>
              <a:gd name="connsiteY122" fmla="*/ 182120 h 400158"/>
              <a:gd name="connsiteX123" fmla="*/ 215890 w 382572"/>
              <a:gd name="connsiteY123" fmla="*/ 183830 h 400158"/>
              <a:gd name="connsiteX124" fmla="*/ 215890 w 382572"/>
              <a:gd name="connsiteY124" fmla="*/ 183830 h 400158"/>
              <a:gd name="connsiteX125" fmla="*/ 255809 w 382572"/>
              <a:gd name="connsiteY125" fmla="*/ 172101 h 400158"/>
              <a:gd name="connsiteX126" fmla="*/ 210431 w 382572"/>
              <a:gd name="connsiteY126" fmla="*/ 126735 h 400158"/>
              <a:gd name="connsiteX127" fmla="*/ 201714 w 382572"/>
              <a:gd name="connsiteY127" fmla="*/ 135449 h 400158"/>
              <a:gd name="connsiteX128" fmla="*/ 247092 w 382572"/>
              <a:gd name="connsiteY128" fmla="*/ 180816 h 400158"/>
              <a:gd name="connsiteX129" fmla="*/ 255809 w 382572"/>
              <a:gd name="connsiteY129" fmla="*/ 172101 h 400158"/>
              <a:gd name="connsiteX130" fmla="*/ 255809 w 382572"/>
              <a:gd name="connsiteY130" fmla="*/ 172101 h 400158"/>
              <a:gd name="connsiteX131" fmla="*/ 273406 w 382572"/>
              <a:gd name="connsiteY131" fmla="*/ 154509 h 400158"/>
              <a:gd name="connsiteX132" fmla="*/ 228028 w 382572"/>
              <a:gd name="connsiteY132" fmla="*/ 109142 h 400158"/>
              <a:gd name="connsiteX133" fmla="*/ 219311 w 382572"/>
              <a:gd name="connsiteY133" fmla="*/ 117857 h 400158"/>
              <a:gd name="connsiteX134" fmla="*/ 264689 w 382572"/>
              <a:gd name="connsiteY134" fmla="*/ 163223 h 400158"/>
              <a:gd name="connsiteX135" fmla="*/ 273406 w 382572"/>
              <a:gd name="connsiteY135" fmla="*/ 154509 h 400158"/>
              <a:gd name="connsiteX136" fmla="*/ 273406 w 382572"/>
              <a:gd name="connsiteY136" fmla="*/ 154509 h 400158"/>
              <a:gd name="connsiteX137" fmla="*/ 253691 w 382572"/>
              <a:gd name="connsiteY137" fmla="*/ 99531 h 400158"/>
              <a:gd name="connsiteX138" fmla="*/ 245625 w 382572"/>
              <a:gd name="connsiteY138" fmla="*/ 91467 h 400158"/>
              <a:gd name="connsiteX139" fmla="*/ 236908 w 382572"/>
              <a:gd name="connsiteY139" fmla="*/ 100182 h 400158"/>
              <a:gd name="connsiteX140" fmla="*/ 244974 w 382572"/>
              <a:gd name="connsiteY140" fmla="*/ 108245 h 400158"/>
              <a:gd name="connsiteX141" fmla="*/ 253691 w 382572"/>
              <a:gd name="connsiteY141" fmla="*/ 99531 h 400158"/>
              <a:gd name="connsiteX142" fmla="*/ 253691 w 382572"/>
              <a:gd name="connsiteY142" fmla="*/ 99531 h 400158"/>
              <a:gd name="connsiteX143" fmla="*/ 291003 w 382572"/>
              <a:gd name="connsiteY143" fmla="*/ 136916 h 400158"/>
              <a:gd name="connsiteX144" fmla="*/ 258171 w 382572"/>
              <a:gd name="connsiteY144" fmla="*/ 104092 h 400158"/>
              <a:gd name="connsiteX145" fmla="*/ 249454 w 382572"/>
              <a:gd name="connsiteY145" fmla="*/ 112807 h 400158"/>
              <a:gd name="connsiteX146" fmla="*/ 282286 w 382572"/>
              <a:gd name="connsiteY146" fmla="*/ 145630 h 400158"/>
              <a:gd name="connsiteX147" fmla="*/ 291003 w 382572"/>
              <a:gd name="connsiteY147" fmla="*/ 136916 h 400158"/>
              <a:gd name="connsiteX148" fmla="*/ 291003 w 382572"/>
              <a:gd name="connsiteY148" fmla="*/ 136916 h 400158"/>
              <a:gd name="connsiteX149" fmla="*/ 284649 w 382572"/>
              <a:gd name="connsiteY149" fmla="*/ 52453 h 400158"/>
              <a:gd name="connsiteX150" fmla="*/ 275931 w 382572"/>
              <a:gd name="connsiteY150" fmla="*/ 61168 h 400158"/>
              <a:gd name="connsiteX151" fmla="*/ 292307 w 382572"/>
              <a:gd name="connsiteY151" fmla="*/ 77539 h 400158"/>
              <a:gd name="connsiteX152" fmla="*/ 278212 w 382572"/>
              <a:gd name="connsiteY152" fmla="*/ 82508 h 400158"/>
              <a:gd name="connsiteX153" fmla="*/ 272591 w 382572"/>
              <a:gd name="connsiteY153" fmla="*/ 96761 h 400158"/>
              <a:gd name="connsiteX154" fmla="*/ 281390 w 382572"/>
              <a:gd name="connsiteY154" fmla="*/ 113377 h 400158"/>
              <a:gd name="connsiteX155" fmla="*/ 298172 w 382572"/>
              <a:gd name="connsiteY155" fmla="*/ 122092 h 400158"/>
              <a:gd name="connsiteX156" fmla="*/ 312429 w 382572"/>
              <a:gd name="connsiteY156" fmla="*/ 116961 h 400158"/>
              <a:gd name="connsiteX157" fmla="*/ 316584 w 382572"/>
              <a:gd name="connsiteY157" fmla="*/ 110037 h 400158"/>
              <a:gd name="connsiteX158" fmla="*/ 317154 w 382572"/>
              <a:gd name="connsiteY158" fmla="*/ 101078 h 400158"/>
              <a:gd name="connsiteX159" fmla="*/ 321961 w 382572"/>
              <a:gd name="connsiteY159" fmla="*/ 105884 h 400158"/>
              <a:gd name="connsiteX160" fmla="*/ 330026 w 382572"/>
              <a:gd name="connsiteY160" fmla="*/ 97820 h 400158"/>
              <a:gd name="connsiteX161" fmla="*/ 284649 w 382572"/>
              <a:gd name="connsiteY161" fmla="*/ 52453 h 400158"/>
              <a:gd name="connsiteX162" fmla="*/ 284649 w 382572"/>
              <a:gd name="connsiteY162" fmla="*/ 52453 h 400158"/>
              <a:gd name="connsiteX163" fmla="*/ 284404 w 382572"/>
              <a:gd name="connsiteY163" fmla="*/ 94481 h 400158"/>
              <a:gd name="connsiteX164" fmla="*/ 287092 w 382572"/>
              <a:gd name="connsiteY164" fmla="*/ 86825 h 400158"/>
              <a:gd name="connsiteX165" fmla="*/ 294832 w 382572"/>
              <a:gd name="connsiteY165" fmla="*/ 84055 h 400158"/>
              <a:gd name="connsiteX166" fmla="*/ 305015 w 382572"/>
              <a:gd name="connsiteY166" fmla="*/ 90164 h 400158"/>
              <a:gd name="connsiteX167" fmla="*/ 310555 w 382572"/>
              <a:gd name="connsiteY167" fmla="*/ 99856 h 400158"/>
              <a:gd name="connsiteX168" fmla="*/ 308030 w 382572"/>
              <a:gd name="connsiteY168" fmla="*/ 107512 h 400158"/>
              <a:gd name="connsiteX169" fmla="*/ 298743 w 382572"/>
              <a:gd name="connsiteY169" fmla="*/ 109956 h 400158"/>
              <a:gd name="connsiteX170" fmla="*/ 289699 w 382572"/>
              <a:gd name="connsiteY170" fmla="*/ 103766 h 400158"/>
              <a:gd name="connsiteX171" fmla="*/ 284404 w 382572"/>
              <a:gd name="connsiteY171" fmla="*/ 94318 h 400158"/>
              <a:gd name="connsiteX172" fmla="*/ 284404 w 382572"/>
              <a:gd name="connsiteY172" fmla="*/ 94318 h 400158"/>
              <a:gd name="connsiteX173" fmla="*/ 321146 w 382572"/>
              <a:gd name="connsiteY173" fmla="*/ 54652 h 400158"/>
              <a:gd name="connsiteX174" fmla="*/ 323835 w 382572"/>
              <a:gd name="connsiteY174" fmla="*/ 50091 h 400158"/>
              <a:gd name="connsiteX175" fmla="*/ 329537 w 382572"/>
              <a:gd name="connsiteY175" fmla="*/ 46507 h 400158"/>
              <a:gd name="connsiteX176" fmla="*/ 334344 w 382572"/>
              <a:gd name="connsiteY176" fmla="*/ 48869 h 400158"/>
              <a:gd name="connsiteX177" fmla="*/ 335240 w 382572"/>
              <a:gd name="connsiteY177" fmla="*/ 49765 h 400158"/>
              <a:gd name="connsiteX178" fmla="*/ 328967 w 382572"/>
              <a:gd name="connsiteY178" fmla="*/ 60354 h 400158"/>
              <a:gd name="connsiteX179" fmla="*/ 324079 w 382572"/>
              <a:gd name="connsiteY179" fmla="*/ 69313 h 400158"/>
              <a:gd name="connsiteX180" fmla="*/ 323672 w 382572"/>
              <a:gd name="connsiteY180" fmla="*/ 76399 h 400158"/>
              <a:gd name="connsiteX181" fmla="*/ 327338 w 382572"/>
              <a:gd name="connsiteY181" fmla="*/ 82671 h 400158"/>
              <a:gd name="connsiteX182" fmla="*/ 337195 w 382572"/>
              <a:gd name="connsiteY182" fmla="*/ 86743 h 400158"/>
              <a:gd name="connsiteX183" fmla="*/ 347949 w 382572"/>
              <a:gd name="connsiteY183" fmla="*/ 81530 h 400158"/>
              <a:gd name="connsiteX184" fmla="*/ 352267 w 382572"/>
              <a:gd name="connsiteY184" fmla="*/ 75014 h 400158"/>
              <a:gd name="connsiteX185" fmla="*/ 353815 w 382572"/>
              <a:gd name="connsiteY185" fmla="*/ 67032 h 400158"/>
              <a:gd name="connsiteX186" fmla="*/ 355118 w 382572"/>
              <a:gd name="connsiteY186" fmla="*/ 67765 h 400158"/>
              <a:gd name="connsiteX187" fmla="*/ 358540 w 382572"/>
              <a:gd name="connsiteY187" fmla="*/ 69476 h 400158"/>
              <a:gd name="connsiteX188" fmla="*/ 367175 w 382572"/>
              <a:gd name="connsiteY188" fmla="*/ 60842 h 400158"/>
              <a:gd name="connsiteX189" fmla="*/ 361228 w 382572"/>
              <a:gd name="connsiteY189" fmla="*/ 57992 h 400158"/>
              <a:gd name="connsiteX190" fmla="*/ 354385 w 382572"/>
              <a:gd name="connsiteY190" fmla="*/ 52046 h 400158"/>
              <a:gd name="connsiteX191" fmla="*/ 344364 w 382572"/>
              <a:gd name="connsiteY191" fmla="*/ 41783 h 400158"/>
              <a:gd name="connsiteX192" fmla="*/ 335403 w 382572"/>
              <a:gd name="connsiteY192" fmla="*/ 35186 h 400158"/>
              <a:gd name="connsiteX193" fmla="*/ 327908 w 382572"/>
              <a:gd name="connsiteY193" fmla="*/ 35674 h 400158"/>
              <a:gd name="connsiteX194" fmla="*/ 317887 w 382572"/>
              <a:gd name="connsiteY194" fmla="*/ 42923 h 400158"/>
              <a:gd name="connsiteX195" fmla="*/ 310555 w 382572"/>
              <a:gd name="connsiteY195" fmla="*/ 54897 h 400158"/>
              <a:gd name="connsiteX196" fmla="*/ 312999 w 382572"/>
              <a:gd name="connsiteY196" fmla="*/ 66544 h 400158"/>
              <a:gd name="connsiteX197" fmla="*/ 322287 w 382572"/>
              <a:gd name="connsiteY197" fmla="*/ 60109 h 400158"/>
              <a:gd name="connsiteX198" fmla="*/ 321227 w 382572"/>
              <a:gd name="connsiteY198" fmla="*/ 54815 h 400158"/>
              <a:gd name="connsiteX199" fmla="*/ 321227 w 382572"/>
              <a:gd name="connsiteY199" fmla="*/ 54815 h 400158"/>
              <a:gd name="connsiteX200" fmla="*/ 342735 w 382572"/>
              <a:gd name="connsiteY200" fmla="*/ 57096 h 400158"/>
              <a:gd name="connsiteX201" fmla="*/ 346645 w 382572"/>
              <a:gd name="connsiteY201" fmla="*/ 61657 h 400158"/>
              <a:gd name="connsiteX202" fmla="*/ 347460 w 382572"/>
              <a:gd name="connsiteY202" fmla="*/ 66625 h 400158"/>
              <a:gd name="connsiteX203" fmla="*/ 344527 w 382572"/>
              <a:gd name="connsiteY203" fmla="*/ 72652 h 400158"/>
              <a:gd name="connsiteX204" fmla="*/ 339721 w 382572"/>
              <a:gd name="connsiteY204" fmla="*/ 74770 h 400158"/>
              <a:gd name="connsiteX205" fmla="*/ 335240 w 382572"/>
              <a:gd name="connsiteY205" fmla="*/ 72978 h 400158"/>
              <a:gd name="connsiteX206" fmla="*/ 333855 w 382572"/>
              <a:gd name="connsiteY206" fmla="*/ 68254 h 400158"/>
              <a:gd name="connsiteX207" fmla="*/ 337032 w 382572"/>
              <a:gd name="connsiteY207" fmla="*/ 61983 h 400158"/>
              <a:gd name="connsiteX208" fmla="*/ 341024 w 382572"/>
              <a:gd name="connsiteY208" fmla="*/ 55385 h 400158"/>
              <a:gd name="connsiteX209" fmla="*/ 342735 w 382572"/>
              <a:gd name="connsiteY209" fmla="*/ 57096 h 400158"/>
              <a:gd name="connsiteX210" fmla="*/ 342735 w 382572"/>
              <a:gd name="connsiteY210" fmla="*/ 57096 h 400158"/>
              <a:gd name="connsiteX211" fmla="*/ 382573 w 382572"/>
              <a:gd name="connsiteY211" fmla="*/ 45367 h 400158"/>
              <a:gd name="connsiteX212" fmla="*/ 337195 w 382572"/>
              <a:gd name="connsiteY212" fmla="*/ 0 h 400158"/>
              <a:gd name="connsiteX213" fmla="*/ 328478 w 382572"/>
              <a:gd name="connsiteY213" fmla="*/ 8715 h 400158"/>
              <a:gd name="connsiteX214" fmla="*/ 373856 w 382572"/>
              <a:gd name="connsiteY214" fmla="*/ 54082 h 400158"/>
              <a:gd name="connsiteX215" fmla="*/ 382573 w 382572"/>
              <a:gd name="connsiteY215" fmla="*/ 45367 h 400158"/>
              <a:gd name="connsiteX216" fmla="*/ 382573 w 382572"/>
              <a:gd name="connsiteY216" fmla="*/ 45367 h 40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382572" h="400158">
                <a:moveTo>
                  <a:pt x="9695" y="327425"/>
                </a:moveTo>
                <a:lnTo>
                  <a:pt x="0" y="337117"/>
                </a:lnTo>
                <a:lnTo>
                  <a:pt x="27699" y="400158"/>
                </a:lnTo>
                <a:lnTo>
                  <a:pt x="37394" y="390466"/>
                </a:lnTo>
                <a:lnTo>
                  <a:pt x="30795" y="376457"/>
                </a:lnTo>
                <a:lnTo>
                  <a:pt x="48962" y="358294"/>
                </a:lnTo>
                <a:lnTo>
                  <a:pt x="63219" y="364647"/>
                </a:lnTo>
                <a:lnTo>
                  <a:pt x="73158" y="354710"/>
                </a:lnTo>
                <a:lnTo>
                  <a:pt x="9613" y="327506"/>
                </a:lnTo>
                <a:lnTo>
                  <a:pt x="9613" y="327506"/>
                </a:lnTo>
                <a:close/>
                <a:moveTo>
                  <a:pt x="25988" y="365950"/>
                </a:moveTo>
                <a:lnTo>
                  <a:pt x="15316" y="342982"/>
                </a:lnTo>
                <a:lnTo>
                  <a:pt x="38371" y="353570"/>
                </a:lnTo>
                <a:lnTo>
                  <a:pt x="25988" y="365950"/>
                </a:lnTo>
                <a:lnTo>
                  <a:pt x="25988" y="365950"/>
                </a:lnTo>
                <a:close/>
                <a:moveTo>
                  <a:pt x="76172" y="331334"/>
                </a:moveTo>
                <a:cubicBezTo>
                  <a:pt x="70551" y="325714"/>
                  <a:pt x="67129" y="321805"/>
                  <a:pt x="65907" y="319605"/>
                </a:cubicBezTo>
                <a:cubicBezTo>
                  <a:pt x="64604" y="317407"/>
                  <a:pt x="64115" y="315452"/>
                  <a:pt x="64278" y="313986"/>
                </a:cubicBezTo>
                <a:cubicBezTo>
                  <a:pt x="64441" y="312438"/>
                  <a:pt x="65174" y="311135"/>
                  <a:pt x="66396" y="309913"/>
                </a:cubicBezTo>
                <a:cubicBezTo>
                  <a:pt x="67618" y="308691"/>
                  <a:pt x="69492" y="307796"/>
                  <a:pt x="71936" y="307225"/>
                </a:cubicBezTo>
                <a:lnTo>
                  <a:pt x="67048" y="296963"/>
                </a:lnTo>
                <a:cubicBezTo>
                  <a:pt x="64115" y="297696"/>
                  <a:pt x="61671" y="299081"/>
                  <a:pt x="59716" y="301035"/>
                </a:cubicBezTo>
                <a:cubicBezTo>
                  <a:pt x="58331" y="302420"/>
                  <a:pt x="57435" y="304049"/>
                  <a:pt x="57027" y="305841"/>
                </a:cubicBezTo>
                <a:cubicBezTo>
                  <a:pt x="56620" y="307633"/>
                  <a:pt x="56865" y="310320"/>
                  <a:pt x="57679" y="313904"/>
                </a:cubicBezTo>
                <a:lnTo>
                  <a:pt x="53036" y="309262"/>
                </a:lnTo>
                <a:lnTo>
                  <a:pt x="44970" y="317325"/>
                </a:lnTo>
                <a:lnTo>
                  <a:pt x="77802" y="350149"/>
                </a:lnTo>
                <a:lnTo>
                  <a:pt x="86519" y="341434"/>
                </a:lnTo>
                <a:lnTo>
                  <a:pt x="76335" y="331253"/>
                </a:lnTo>
                <a:lnTo>
                  <a:pt x="76335" y="331253"/>
                </a:lnTo>
                <a:close/>
                <a:moveTo>
                  <a:pt x="111041" y="316755"/>
                </a:moveTo>
                <a:lnTo>
                  <a:pt x="100531" y="306248"/>
                </a:lnTo>
                <a:lnTo>
                  <a:pt x="100368" y="297940"/>
                </a:lnTo>
                <a:lnTo>
                  <a:pt x="123424" y="304456"/>
                </a:lnTo>
                <a:lnTo>
                  <a:pt x="132792" y="295090"/>
                </a:lnTo>
                <a:lnTo>
                  <a:pt x="99880" y="286293"/>
                </a:lnTo>
                <a:lnTo>
                  <a:pt x="99146" y="263080"/>
                </a:lnTo>
                <a:lnTo>
                  <a:pt x="88474" y="273750"/>
                </a:lnTo>
                <a:lnTo>
                  <a:pt x="89859" y="295497"/>
                </a:lnTo>
                <a:lnTo>
                  <a:pt x="65826" y="271469"/>
                </a:lnTo>
                <a:lnTo>
                  <a:pt x="57109" y="280184"/>
                </a:lnTo>
                <a:lnTo>
                  <a:pt x="102486" y="325551"/>
                </a:lnTo>
                <a:lnTo>
                  <a:pt x="111203" y="316836"/>
                </a:lnTo>
                <a:lnTo>
                  <a:pt x="111203" y="316836"/>
                </a:lnTo>
                <a:close/>
                <a:moveTo>
                  <a:pt x="146398" y="281650"/>
                </a:moveTo>
                <a:cubicBezTo>
                  <a:pt x="147701" y="284012"/>
                  <a:pt x="148516" y="286293"/>
                  <a:pt x="148679" y="288411"/>
                </a:cubicBezTo>
                <a:cubicBezTo>
                  <a:pt x="148923" y="290528"/>
                  <a:pt x="148027" y="292646"/>
                  <a:pt x="145990" y="294682"/>
                </a:cubicBezTo>
                <a:cubicBezTo>
                  <a:pt x="144931" y="295741"/>
                  <a:pt x="143546" y="296881"/>
                  <a:pt x="141917" y="297940"/>
                </a:cubicBezTo>
                <a:lnTo>
                  <a:pt x="149493" y="303967"/>
                </a:lnTo>
                <a:cubicBezTo>
                  <a:pt x="151449" y="302746"/>
                  <a:pt x="153241" y="301279"/>
                  <a:pt x="154952" y="299569"/>
                </a:cubicBezTo>
                <a:cubicBezTo>
                  <a:pt x="156663" y="297859"/>
                  <a:pt x="157885" y="296229"/>
                  <a:pt x="158862" y="294601"/>
                </a:cubicBezTo>
                <a:cubicBezTo>
                  <a:pt x="159840" y="292972"/>
                  <a:pt x="160410" y="291343"/>
                  <a:pt x="160736" y="289795"/>
                </a:cubicBezTo>
                <a:cubicBezTo>
                  <a:pt x="160980" y="288248"/>
                  <a:pt x="160980" y="286619"/>
                  <a:pt x="160736" y="284989"/>
                </a:cubicBezTo>
                <a:cubicBezTo>
                  <a:pt x="160410" y="283279"/>
                  <a:pt x="159677" y="281080"/>
                  <a:pt x="158536" y="278392"/>
                </a:cubicBezTo>
                <a:lnTo>
                  <a:pt x="154870" y="270573"/>
                </a:lnTo>
                <a:lnTo>
                  <a:pt x="134829" y="227324"/>
                </a:lnTo>
                <a:lnTo>
                  <a:pt x="125786" y="236365"/>
                </a:lnTo>
                <a:lnTo>
                  <a:pt x="141428" y="267397"/>
                </a:lnTo>
                <a:lnTo>
                  <a:pt x="110226" y="251921"/>
                </a:lnTo>
                <a:lnTo>
                  <a:pt x="100939" y="261207"/>
                </a:lnTo>
                <a:lnTo>
                  <a:pt x="146398" y="281650"/>
                </a:lnTo>
                <a:lnTo>
                  <a:pt x="146398" y="281650"/>
                </a:lnTo>
                <a:close/>
                <a:moveTo>
                  <a:pt x="185421" y="267478"/>
                </a:moveTo>
                <a:lnTo>
                  <a:pt x="194138" y="258763"/>
                </a:lnTo>
                <a:lnTo>
                  <a:pt x="177600" y="242229"/>
                </a:lnTo>
                <a:cubicBezTo>
                  <a:pt x="181021" y="242392"/>
                  <a:pt x="183791" y="242066"/>
                  <a:pt x="185991" y="241252"/>
                </a:cubicBezTo>
                <a:cubicBezTo>
                  <a:pt x="188191" y="240519"/>
                  <a:pt x="190227" y="239215"/>
                  <a:pt x="192020" y="237424"/>
                </a:cubicBezTo>
                <a:cubicBezTo>
                  <a:pt x="195849" y="233595"/>
                  <a:pt x="197559" y="228871"/>
                  <a:pt x="197233" y="223089"/>
                </a:cubicBezTo>
                <a:cubicBezTo>
                  <a:pt x="196908" y="217387"/>
                  <a:pt x="193975" y="211767"/>
                  <a:pt x="188435" y="206310"/>
                </a:cubicBezTo>
                <a:cubicBezTo>
                  <a:pt x="183058" y="200934"/>
                  <a:pt x="177600" y="198165"/>
                  <a:pt x="171979" y="197839"/>
                </a:cubicBezTo>
                <a:cubicBezTo>
                  <a:pt x="166357" y="197514"/>
                  <a:pt x="161632" y="199224"/>
                  <a:pt x="157803" y="203052"/>
                </a:cubicBezTo>
                <a:cubicBezTo>
                  <a:pt x="155604" y="205251"/>
                  <a:pt x="154137" y="207776"/>
                  <a:pt x="153404" y="210545"/>
                </a:cubicBezTo>
                <a:cubicBezTo>
                  <a:pt x="152671" y="213396"/>
                  <a:pt x="152589" y="216165"/>
                  <a:pt x="153159" y="218853"/>
                </a:cubicBezTo>
                <a:lnTo>
                  <a:pt x="148353" y="214048"/>
                </a:lnTo>
                <a:lnTo>
                  <a:pt x="140206" y="222193"/>
                </a:lnTo>
                <a:lnTo>
                  <a:pt x="185584" y="267560"/>
                </a:lnTo>
                <a:lnTo>
                  <a:pt x="185584" y="267560"/>
                </a:lnTo>
                <a:close/>
                <a:moveTo>
                  <a:pt x="159351" y="219993"/>
                </a:moveTo>
                <a:cubicBezTo>
                  <a:pt x="159107" y="216980"/>
                  <a:pt x="160084" y="214373"/>
                  <a:pt x="162202" y="212256"/>
                </a:cubicBezTo>
                <a:cubicBezTo>
                  <a:pt x="164321" y="210138"/>
                  <a:pt x="166765" y="209324"/>
                  <a:pt x="169860" y="209649"/>
                </a:cubicBezTo>
                <a:cubicBezTo>
                  <a:pt x="172875" y="209975"/>
                  <a:pt x="176133" y="211767"/>
                  <a:pt x="179636" y="215269"/>
                </a:cubicBezTo>
                <a:cubicBezTo>
                  <a:pt x="183303" y="218935"/>
                  <a:pt x="185339" y="222274"/>
                  <a:pt x="185584" y="225206"/>
                </a:cubicBezTo>
                <a:cubicBezTo>
                  <a:pt x="185828" y="228138"/>
                  <a:pt x="185013" y="230663"/>
                  <a:pt x="182977" y="232699"/>
                </a:cubicBezTo>
                <a:cubicBezTo>
                  <a:pt x="180940" y="234736"/>
                  <a:pt x="178170" y="235713"/>
                  <a:pt x="174993" y="235387"/>
                </a:cubicBezTo>
                <a:cubicBezTo>
                  <a:pt x="171734" y="235062"/>
                  <a:pt x="168313" y="233107"/>
                  <a:pt x="164646" y="229442"/>
                </a:cubicBezTo>
                <a:cubicBezTo>
                  <a:pt x="161469" y="226265"/>
                  <a:pt x="159677" y="223089"/>
                  <a:pt x="159433" y="220075"/>
                </a:cubicBezTo>
                <a:lnTo>
                  <a:pt x="159433" y="220075"/>
                </a:lnTo>
                <a:close/>
                <a:moveTo>
                  <a:pt x="194382" y="181387"/>
                </a:moveTo>
                <a:cubicBezTo>
                  <a:pt x="194627" y="179921"/>
                  <a:pt x="195523" y="178373"/>
                  <a:pt x="197071" y="176826"/>
                </a:cubicBezTo>
                <a:cubicBezTo>
                  <a:pt x="199352" y="174545"/>
                  <a:pt x="201307" y="173323"/>
                  <a:pt x="202773" y="173242"/>
                </a:cubicBezTo>
                <a:cubicBezTo>
                  <a:pt x="204321" y="173160"/>
                  <a:pt x="205951" y="173893"/>
                  <a:pt x="207580" y="175604"/>
                </a:cubicBezTo>
                <a:lnTo>
                  <a:pt x="208476" y="176500"/>
                </a:lnTo>
                <a:cubicBezTo>
                  <a:pt x="207580" y="178699"/>
                  <a:pt x="205462" y="182283"/>
                  <a:pt x="202203" y="187088"/>
                </a:cubicBezTo>
                <a:cubicBezTo>
                  <a:pt x="199759" y="190672"/>
                  <a:pt x="198130" y="193686"/>
                  <a:pt x="197315" y="196047"/>
                </a:cubicBezTo>
                <a:cubicBezTo>
                  <a:pt x="196500" y="198409"/>
                  <a:pt x="196337" y="200772"/>
                  <a:pt x="196908" y="203134"/>
                </a:cubicBezTo>
                <a:cubicBezTo>
                  <a:pt x="197478" y="205496"/>
                  <a:pt x="198700" y="207532"/>
                  <a:pt x="200574" y="209405"/>
                </a:cubicBezTo>
                <a:cubicBezTo>
                  <a:pt x="203344" y="212174"/>
                  <a:pt x="206684" y="213559"/>
                  <a:pt x="210431" y="213478"/>
                </a:cubicBezTo>
                <a:cubicBezTo>
                  <a:pt x="214179" y="213396"/>
                  <a:pt x="217764" y="211604"/>
                  <a:pt x="221185" y="208265"/>
                </a:cubicBezTo>
                <a:cubicBezTo>
                  <a:pt x="223140" y="206310"/>
                  <a:pt x="224525" y="204192"/>
                  <a:pt x="225503" y="201749"/>
                </a:cubicBezTo>
                <a:cubicBezTo>
                  <a:pt x="226480" y="199306"/>
                  <a:pt x="226969" y="196699"/>
                  <a:pt x="227051" y="193767"/>
                </a:cubicBezTo>
                <a:cubicBezTo>
                  <a:pt x="227295" y="193848"/>
                  <a:pt x="227703" y="194093"/>
                  <a:pt x="228354" y="194500"/>
                </a:cubicBezTo>
                <a:cubicBezTo>
                  <a:pt x="229821" y="195314"/>
                  <a:pt x="230961" y="195885"/>
                  <a:pt x="231776" y="196210"/>
                </a:cubicBezTo>
                <a:lnTo>
                  <a:pt x="240412" y="187577"/>
                </a:lnTo>
                <a:cubicBezTo>
                  <a:pt x="238049" y="186762"/>
                  <a:pt x="236094" y="185785"/>
                  <a:pt x="234464" y="184726"/>
                </a:cubicBezTo>
                <a:cubicBezTo>
                  <a:pt x="232835" y="183667"/>
                  <a:pt x="230554" y="181631"/>
                  <a:pt x="227621" y="178780"/>
                </a:cubicBezTo>
                <a:lnTo>
                  <a:pt x="217600" y="168518"/>
                </a:lnTo>
                <a:cubicBezTo>
                  <a:pt x="213853" y="164771"/>
                  <a:pt x="210839" y="162572"/>
                  <a:pt x="208639" y="161920"/>
                </a:cubicBezTo>
                <a:cubicBezTo>
                  <a:pt x="206439" y="161269"/>
                  <a:pt x="203914" y="161432"/>
                  <a:pt x="201144" y="162409"/>
                </a:cubicBezTo>
                <a:cubicBezTo>
                  <a:pt x="198293" y="163387"/>
                  <a:pt x="194952" y="165830"/>
                  <a:pt x="191123" y="169658"/>
                </a:cubicBezTo>
                <a:cubicBezTo>
                  <a:pt x="186887" y="173893"/>
                  <a:pt x="184362" y="177884"/>
                  <a:pt x="183791" y="181631"/>
                </a:cubicBezTo>
                <a:cubicBezTo>
                  <a:pt x="183140" y="185296"/>
                  <a:pt x="183954" y="189206"/>
                  <a:pt x="186236" y="193278"/>
                </a:cubicBezTo>
                <a:lnTo>
                  <a:pt x="195523" y="186844"/>
                </a:lnTo>
                <a:cubicBezTo>
                  <a:pt x="194545" y="184808"/>
                  <a:pt x="194138" y="183016"/>
                  <a:pt x="194464" y="181549"/>
                </a:cubicBezTo>
                <a:lnTo>
                  <a:pt x="194464" y="181549"/>
                </a:lnTo>
                <a:close/>
                <a:moveTo>
                  <a:pt x="215890" y="183830"/>
                </a:moveTo>
                <a:cubicBezTo>
                  <a:pt x="218008" y="185948"/>
                  <a:pt x="219311" y="187414"/>
                  <a:pt x="219800" y="188391"/>
                </a:cubicBezTo>
                <a:cubicBezTo>
                  <a:pt x="220615" y="189857"/>
                  <a:pt x="220859" y="191486"/>
                  <a:pt x="220615" y="193360"/>
                </a:cubicBezTo>
                <a:cubicBezTo>
                  <a:pt x="220207" y="195803"/>
                  <a:pt x="219230" y="197839"/>
                  <a:pt x="217682" y="199387"/>
                </a:cubicBezTo>
                <a:cubicBezTo>
                  <a:pt x="216297" y="200772"/>
                  <a:pt x="214668" y="201505"/>
                  <a:pt x="212875" y="201505"/>
                </a:cubicBezTo>
                <a:cubicBezTo>
                  <a:pt x="211083" y="201505"/>
                  <a:pt x="209535" y="200934"/>
                  <a:pt x="208395" y="199713"/>
                </a:cubicBezTo>
                <a:cubicBezTo>
                  <a:pt x="207173" y="198491"/>
                  <a:pt x="206684" y="196862"/>
                  <a:pt x="207010" y="194989"/>
                </a:cubicBezTo>
                <a:cubicBezTo>
                  <a:pt x="207254" y="193767"/>
                  <a:pt x="208313" y="191649"/>
                  <a:pt x="210187" y="188717"/>
                </a:cubicBezTo>
                <a:cubicBezTo>
                  <a:pt x="212061" y="185785"/>
                  <a:pt x="213364" y="183586"/>
                  <a:pt x="214179" y="182120"/>
                </a:cubicBezTo>
                <a:lnTo>
                  <a:pt x="215890" y="183830"/>
                </a:lnTo>
                <a:lnTo>
                  <a:pt x="215890" y="183830"/>
                </a:lnTo>
                <a:close/>
                <a:moveTo>
                  <a:pt x="255809" y="172101"/>
                </a:moveTo>
                <a:lnTo>
                  <a:pt x="210431" y="126735"/>
                </a:lnTo>
                <a:lnTo>
                  <a:pt x="201714" y="135449"/>
                </a:lnTo>
                <a:lnTo>
                  <a:pt x="247092" y="180816"/>
                </a:lnTo>
                <a:lnTo>
                  <a:pt x="255809" y="172101"/>
                </a:lnTo>
                <a:lnTo>
                  <a:pt x="255809" y="172101"/>
                </a:lnTo>
                <a:close/>
                <a:moveTo>
                  <a:pt x="273406" y="154509"/>
                </a:moveTo>
                <a:lnTo>
                  <a:pt x="228028" y="109142"/>
                </a:lnTo>
                <a:lnTo>
                  <a:pt x="219311" y="117857"/>
                </a:lnTo>
                <a:lnTo>
                  <a:pt x="264689" y="163223"/>
                </a:lnTo>
                <a:lnTo>
                  <a:pt x="273406" y="154509"/>
                </a:lnTo>
                <a:lnTo>
                  <a:pt x="273406" y="154509"/>
                </a:lnTo>
                <a:close/>
                <a:moveTo>
                  <a:pt x="253691" y="99531"/>
                </a:moveTo>
                <a:lnTo>
                  <a:pt x="245625" y="91467"/>
                </a:lnTo>
                <a:lnTo>
                  <a:pt x="236908" y="100182"/>
                </a:lnTo>
                <a:lnTo>
                  <a:pt x="244974" y="108245"/>
                </a:lnTo>
                <a:lnTo>
                  <a:pt x="253691" y="99531"/>
                </a:lnTo>
                <a:lnTo>
                  <a:pt x="253691" y="99531"/>
                </a:lnTo>
                <a:close/>
                <a:moveTo>
                  <a:pt x="291003" y="136916"/>
                </a:moveTo>
                <a:lnTo>
                  <a:pt x="258171" y="104092"/>
                </a:lnTo>
                <a:lnTo>
                  <a:pt x="249454" y="112807"/>
                </a:lnTo>
                <a:lnTo>
                  <a:pt x="282286" y="145630"/>
                </a:lnTo>
                <a:lnTo>
                  <a:pt x="291003" y="136916"/>
                </a:lnTo>
                <a:lnTo>
                  <a:pt x="291003" y="136916"/>
                </a:lnTo>
                <a:close/>
                <a:moveTo>
                  <a:pt x="284649" y="52453"/>
                </a:moveTo>
                <a:lnTo>
                  <a:pt x="275931" y="61168"/>
                </a:lnTo>
                <a:lnTo>
                  <a:pt x="292307" y="77539"/>
                </a:lnTo>
                <a:cubicBezTo>
                  <a:pt x="286604" y="77132"/>
                  <a:pt x="281879" y="78843"/>
                  <a:pt x="278212" y="82508"/>
                </a:cubicBezTo>
                <a:cubicBezTo>
                  <a:pt x="274221" y="86499"/>
                  <a:pt x="272347" y="91304"/>
                  <a:pt x="272591" y="96761"/>
                </a:cubicBezTo>
                <a:cubicBezTo>
                  <a:pt x="272836" y="102300"/>
                  <a:pt x="275769" y="107838"/>
                  <a:pt x="281390" y="113377"/>
                </a:cubicBezTo>
                <a:cubicBezTo>
                  <a:pt x="287011" y="118915"/>
                  <a:pt x="292388" y="121685"/>
                  <a:pt x="298172" y="122092"/>
                </a:cubicBezTo>
                <a:cubicBezTo>
                  <a:pt x="303875" y="122418"/>
                  <a:pt x="308682" y="120707"/>
                  <a:pt x="312429" y="116961"/>
                </a:cubicBezTo>
                <a:cubicBezTo>
                  <a:pt x="314303" y="115087"/>
                  <a:pt x="315688" y="112807"/>
                  <a:pt x="316584" y="110037"/>
                </a:cubicBezTo>
                <a:cubicBezTo>
                  <a:pt x="317480" y="107268"/>
                  <a:pt x="317643" y="104336"/>
                  <a:pt x="317154" y="101078"/>
                </a:cubicBezTo>
                <a:lnTo>
                  <a:pt x="321961" y="105884"/>
                </a:lnTo>
                <a:lnTo>
                  <a:pt x="330026" y="97820"/>
                </a:lnTo>
                <a:lnTo>
                  <a:pt x="284649" y="52453"/>
                </a:lnTo>
                <a:lnTo>
                  <a:pt x="284649" y="52453"/>
                </a:lnTo>
                <a:close/>
                <a:moveTo>
                  <a:pt x="284404" y="94481"/>
                </a:moveTo>
                <a:cubicBezTo>
                  <a:pt x="284160" y="91467"/>
                  <a:pt x="285056" y="88942"/>
                  <a:pt x="287092" y="86825"/>
                </a:cubicBezTo>
                <a:cubicBezTo>
                  <a:pt x="289211" y="84707"/>
                  <a:pt x="291818" y="83811"/>
                  <a:pt x="294832" y="84055"/>
                </a:cubicBezTo>
                <a:cubicBezTo>
                  <a:pt x="297846" y="84381"/>
                  <a:pt x="301268" y="86417"/>
                  <a:pt x="305015" y="90164"/>
                </a:cubicBezTo>
                <a:cubicBezTo>
                  <a:pt x="308437" y="93585"/>
                  <a:pt x="310229" y="96761"/>
                  <a:pt x="310555" y="99856"/>
                </a:cubicBezTo>
                <a:cubicBezTo>
                  <a:pt x="310881" y="102951"/>
                  <a:pt x="309985" y="105476"/>
                  <a:pt x="308030" y="107512"/>
                </a:cubicBezTo>
                <a:cubicBezTo>
                  <a:pt x="305504" y="110037"/>
                  <a:pt x="302408" y="110852"/>
                  <a:pt x="298743" y="109956"/>
                </a:cubicBezTo>
                <a:cubicBezTo>
                  <a:pt x="296217" y="109386"/>
                  <a:pt x="293203" y="107268"/>
                  <a:pt x="289699" y="103766"/>
                </a:cubicBezTo>
                <a:cubicBezTo>
                  <a:pt x="286441" y="100508"/>
                  <a:pt x="284649" y="97331"/>
                  <a:pt x="284404" y="94318"/>
                </a:cubicBezTo>
                <a:lnTo>
                  <a:pt x="284404" y="94318"/>
                </a:lnTo>
                <a:close/>
                <a:moveTo>
                  <a:pt x="321146" y="54652"/>
                </a:moveTo>
                <a:cubicBezTo>
                  <a:pt x="321391" y="53186"/>
                  <a:pt x="322287" y="51639"/>
                  <a:pt x="323835" y="50091"/>
                </a:cubicBezTo>
                <a:cubicBezTo>
                  <a:pt x="326116" y="47810"/>
                  <a:pt x="328071" y="46589"/>
                  <a:pt x="329537" y="46507"/>
                </a:cubicBezTo>
                <a:cubicBezTo>
                  <a:pt x="331085" y="46426"/>
                  <a:pt x="332714" y="47159"/>
                  <a:pt x="334344" y="48869"/>
                </a:cubicBezTo>
                <a:lnTo>
                  <a:pt x="335240" y="49765"/>
                </a:lnTo>
                <a:cubicBezTo>
                  <a:pt x="334344" y="51964"/>
                  <a:pt x="332226" y="55548"/>
                  <a:pt x="328967" y="60354"/>
                </a:cubicBezTo>
                <a:cubicBezTo>
                  <a:pt x="326523" y="63937"/>
                  <a:pt x="324894" y="66951"/>
                  <a:pt x="324079" y="69313"/>
                </a:cubicBezTo>
                <a:cubicBezTo>
                  <a:pt x="323264" y="71675"/>
                  <a:pt x="323101" y="74037"/>
                  <a:pt x="323672" y="76399"/>
                </a:cubicBezTo>
                <a:cubicBezTo>
                  <a:pt x="324242" y="78761"/>
                  <a:pt x="325464" y="80797"/>
                  <a:pt x="327338" y="82671"/>
                </a:cubicBezTo>
                <a:cubicBezTo>
                  <a:pt x="330107" y="85440"/>
                  <a:pt x="333448" y="86825"/>
                  <a:pt x="337195" y="86743"/>
                </a:cubicBezTo>
                <a:cubicBezTo>
                  <a:pt x="340943" y="86662"/>
                  <a:pt x="344527" y="84870"/>
                  <a:pt x="347949" y="81530"/>
                </a:cubicBezTo>
                <a:cubicBezTo>
                  <a:pt x="349904" y="79576"/>
                  <a:pt x="351289" y="77458"/>
                  <a:pt x="352267" y="75014"/>
                </a:cubicBezTo>
                <a:cubicBezTo>
                  <a:pt x="353245" y="72571"/>
                  <a:pt x="353733" y="69965"/>
                  <a:pt x="353815" y="67032"/>
                </a:cubicBezTo>
                <a:cubicBezTo>
                  <a:pt x="354059" y="67114"/>
                  <a:pt x="354466" y="67358"/>
                  <a:pt x="355118" y="67765"/>
                </a:cubicBezTo>
                <a:cubicBezTo>
                  <a:pt x="356584" y="68580"/>
                  <a:pt x="357725" y="69150"/>
                  <a:pt x="358540" y="69476"/>
                </a:cubicBezTo>
                <a:lnTo>
                  <a:pt x="367175" y="60842"/>
                </a:lnTo>
                <a:cubicBezTo>
                  <a:pt x="364813" y="60028"/>
                  <a:pt x="362858" y="59050"/>
                  <a:pt x="361228" y="57992"/>
                </a:cubicBezTo>
                <a:cubicBezTo>
                  <a:pt x="359599" y="56933"/>
                  <a:pt x="357318" y="54897"/>
                  <a:pt x="354385" y="52046"/>
                </a:cubicBezTo>
                <a:lnTo>
                  <a:pt x="344364" y="41783"/>
                </a:lnTo>
                <a:cubicBezTo>
                  <a:pt x="340617" y="38037"/>
                  <a:pt x="337603" y="35837"/>
                  <a:pt x="335403" y="35186"/>
                </a:cubicBezTo>
                <a:cubicBezTo>
                  <a:pt x="333203" y="34534"/>
                  <a:pt x="330678" y="34697"/>
                  <a:pt x="327908" y="35674"/>
                </a:cubicBezTo>
                <a:cubicBezTo>
                  <a:pt x="325056" y="36652"/>
                  <a:pt x="321716" y="39095"/>
                  <a:pt x="317887" y="42923"/>
                </a:cubicBezTo>
                <a:cubicBezTo>
                  <a:pt x="313651" y="47159"/>
                  <a:pt x="311126" y="51150"/>
                  <a:pt x="310555" y="54897"/>
                </a:cubicBezTo>
                <a:cubicBezTo>
                  <a:pt x="309904" y="58562"/>
                  <a:pt x="310718" y="62471"/>
                  <a:pt x="312999" y="66544"/>
                </a:cubicBezTo>
                <a:lnTo>
                  <a:pt x="322287" y="60109"/>
                </a:lnTo>
                <a:cubicBezTo>
                  <a:pt x="321309" y="58073"/>
                  <a:pt x="320902" y="56281"/>
                  <a:pt x="321227" y="54815"/>
                </a:cubicBezTo>
                <a:lnTo>
                  <a:pt x="321227" y="54815"/>
                </a:lnTo>
                <a:close/>
                <a:moveTo>
                  <a:pt x="342735" y="57096"/>
                </a:moveTo>
                <a:cubicBezTo>
                  <a:pt x="344853" y="59213"/>
                  <a:pt x="346157" y="60679"/>
                  <a:pt x="346645" y="61657"/>
                </a:cubicBezTo>
                <a:cubicBezTo>
                  <a:pt x="347460" y="63123"/>
                  <a:pt x="347705" y="64752"/>
                  <a:pt x="347460" y="66625"/>
                </a:cubicBezTo>
                <a:cubicBezTo>
                  <a:pt x="347053" y="69069"/>
                  <a:pt x="346075" y="71105"/>
                  <a:pt x="344527" y="72652"/>
                </a:cubicBezTo>
                <a:cubicBezTo>
                  <a:pt x="343142" y="74037"/>
                  <a:pt x="341513" y="74770"/>
                  <a:pt x="339721" y="74770"/>
                </a:cubicBezTo>
                <a:cubicBezTo>
                  <a:pt x="337929" y="74770"/>
                  <a:pt x="336381" y="74200"/>
                  <a:pt x="335240" y="72978"/>
                </a:cubicBezTo>
                <a:cubicBezTo>
                  <a:pt x="334018" y="71756"/>
                  <a:pt x="333529" y="70127"/>
                  <a:pt x="333855" y="68254"/>
                </a:cubicBezTo>
                <a:cubicBezTo>
                  <a:pt x="334100" y="67032"/>
                  <a:pt x="335159" y="64915"/>
                  <a:pt x="337032" y="61983"/>
                </a:cubicBezTo>
                <a:cubicBezTo>
                  <a:pt x="338906" y="59050"/>
                  <a:pt x="340210" y="56851"/>
                  <a:pt x="341024" y="55385"/>
                </a:cubicBezTo>
                <a:lnTo>
                  <a:pt x="342735" y="57096"/>
                </a:lnTo>
                <a:lnTo>
                  <a:pt x="342735" y="57096"/>
                </a:lnTo>
                <a:close/>
                <a:moveTo>
                  <a:pt x="382573" y="45367"/>
                </a:moveTo>
                <a:lnTo>
                  <a:pt x="337195" y="0"/>
                </a:lnTo>
                <a:lnTo>
                  <a:pt x="328478" y="8715"/>
                </a:lnTo>
                <a:lnTo>
                  <a:pt x="373856" y="54082"/>
                </a:lnTo>
                <a:lnTo>
                  <a:pt x="382573" y="45367"/>
                </a:lnTo>
                <a:lnTo>
                  <a:pt x="382573" y="45367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5" name="자유형 54">
            <a:extLst>
              <a:ext uri="{FF2B5EF4-FFF2-40B4-BE49-F238E27FC236}">
                <a16:creationId xmlns:a16="http://schemas.microsoft.com/office/drawing/2014/main" id="{F03A52D0-CEC8-E2F6-4C10-08047ABB5695}"/>
              </a:ext>
            </a:extLst>
          </p:cNvPr>
          <p:cNvSpPr/>
          <p:nvPr/>
        </p:nvSpPr>
        <p:spPr>
          <a:xfrm>
            <a:off x="5499944" y="1928035"/>
            <a:ext cx="135514" cy="134849"/>
          </a:xfrm>
          <a:custGeom>
            <a:avLst/>
            <a:gdLst>
              <a:gd name="connsiteX0" fmla="*/ 39056 w 135514"/>
              <a:gd name="connsiteY0" fmla="*/ 134472 h 134849"/>
              <a:gd name="connsiteX1" fmla="*/ 56246 w 135514"/>
              <a:gd name="connsiteY1" fmla="*/ 125268 h 134849"/>
              <a:gd name="connsiteX2" fmla="*/ 64474 w 135514"/>
              <a:gd name="connsiteY2" fmla="*/ 113784 h 134849"/>
              <a:gd name="connsiteX3" fmla="*/ 65533 w 135514"/>
              <a:gd name="connsiteY3" fmla="*/ 102626 h 134849"/>
              <a:gd name="connsiteX4" fmla="*/ 60401 w 135514"/>
              <a:gd name="connsiteY4" fmla="*/ 93178 h 134849"/>
              <a:gd name="connsiteX5" fmla="*/ 51358 w 135514"/>
              <a:gd name="connsiteY5" fmla="*/ 87802 h 134849"/>
              <a:gd name="connsiteX6" fmla="*/ 41745 w 135514"/>
              <a:gd name="connsiteY6" fmla="*/ 88209 h 134849"/>
              <a:gd name="connsiteX7" fmla="*/ 28628 w 135514"/>
              <a:gd name="connsiteY7" fmla="*/ 94807 h 134849"/>
              <a:gd name="connsiteX8" fmla="*/ 17141 w 135514"/>
              <a:gd name="connsiteY8" fmla="*/ 100182 h 134849"/>
              <a:gd name="connsiteX9" fmla="*/ 12987 w 135514"/>
              <a:gd name="connsiteY9" fmla="*/ 98798 h 134849"/>
              <a:gd name="connsiteX10" fmla="*/ 11602 w 135514"/>
              <a:gd name="connsiteY10" fmla="*/ 94562 h 134849"/>
              <a:gd name="connsiteX11" fmla="*/ 16245 w 135514"/>
              <a:gd name="connsiteY11" fmla="*/ 86662 h 134849"/>
              <a:gd name="connsiteX12" fmla="*/ 23577 w 135514"/>
              <a:gd name="connsiteY12" fmla="*/ 82426 h 134849"/>
              <a:gd name="connsiteX13" fmla="*/ 31154 w 135514"/>
              <a:gd name="connsiteY13" fmla="*/ 84951 h 134849"/>
              <a:gd name="connsiteX14" fmla="*/ 39871 w 135514"/>
              <a:gd name="connsiteY14" fmla="*/ 75422 h 134849"/>
              <a:gd name="connsiteX15" fmla="*/ 25370 w 135514"/>
              <a:gd name="connsiteY15" fmla="*/ 69965 h 134849"/>
              <a:gd name="connsiteX16" fmla="*/ 8750 w 135514"/>
              <a:gd name="connsiteY16" fmla="*/ 79087 h 134849"/>
              <a:gd name="connsiteX17" fmla="*/ 1418 w 135514"/>
              <a:gd name="connsiteY17" fmla="*/ 89594 h 134849"/>
              <a:gd name="connsiteX18" fmla="*/ 359 w 135514"/>
              <a:gd name="connsiteY18" fmla="*/ 99856 h 134849"/>
              <a:gd name="connsiteX19" fmla="*/ 4840 w 135514"/>
              <a:gd name="connsiteY19" fmla="*/ 108327 h 134849"/>
              <a:gd name="connsiteX20" fmla="*/ 18119 w 135514"/>
              <a:gd name="connsiteY20" fmla="*/ 113295 h 134849"/>
              <a:gd name="connsiteX21" fmla="*/ 32946 w 135514"/>
              <a:gd name="connsiteY21" fmla="*/ 107431 h 134849"/>
              <a:gd name="connsiteX22" fmla="*/ 42233 w 135514"/>
              <a:gd name="connsiteY22" fmla="*/ 102056 h 134849"/>
              <a:gd name="connsiteX23" fmla="*/ 47529 w 135514"/>
              <a:gd name="connsiteY23" fmla="*/ 100752 h 134849"/>
              <a:gd name="connsiteX24" fmla="*/ 51195 w 135514"/>
              <a:gd name="connsiteY24" fmla="*/ 102544 h 134849"/>
              <a:gd name="connsiteX25" fmla="*/ 53313 w 135514"/>
              <a:gd name="connsiteY25" fmla="*/ 109142 h 134849"/>
              <a:gd name="connsiteX26" fmla="*/ 48507 w 135514"/>
              <a:gd name="connsiteY26" fmla="*/ 117694 h 134849"/>
              <a:gd name="connsiteX27" fmla="*/ 39790 w 135514"/>
              <a:gd name="connsiteY27" fmla="*/ 122255 h 134849"/>
              <a:gd name="connsiteX28" fmla="*/ 29932 w 135514"/>
              <a:gd name="connsiteY28" fmla="*/ 118915 h 134849"/>
              <a:gd name="connsiteX29" fmla="*/ 21866 w 135514"/>
              <a:gd name="connsiteY29" fmla="*/ 128689 h 134849"/>
              <a:gd name="connsiteX30" fmla="*/ 38975 w 135514"/>
              <a:gd name="connsiteY30" fmla="*/ 134798 h 134849"/>
              <a:gd name="connsiteX31" fmla="*/ 38975 w 135514"/>
              <a:gd name="connsiteY31" fmla="*/ 134798 h 134849"/>
              <a:gd name="connsiteX32" fmla="*/ 89892 w 135514"/>
              <a:gd name="connsiteY32" fmla="*/ 89920 h 134849"/>
              <a:gd name="connsiteX33" fmla="*/ 60319 w 135514"/>
              <a:gd name="connsiteY33" fmla="*/ 60354 h 134849"/>
              <a:gd name="connsiteX34" fmla="*/ 108222 w 135514"/>
              <a:gd name="connsiteY34" fmla="*/ 71675 h 134849"/>
              <a:gd name="connsiteX35" fmla="*/ 117428 w 135514"/>
              <a:gd name="connsiteY35" fmla="*/ 62471 h 134849"/>
              <a:gd name="connsiteX36" fmla="*/ 72051 w 135514"/>
              <a:gd name="connsiteY36" fmla="*/ 17104 h 134849"/>
              <a:gd name="connsiteX37" fmla="*/ 63578 w 135514"/>
              <a:gd name="connsiteY37" fmla="*/ 25575 h 134849"/>
              <a:gd name="connsiteX38" fmla="*/ 93884 w 135514"/>
              <a:gd name="connsiteY38" fmla="*/ 55874 h 134849"/>
              <a:gd name="connsiteX39" fmla="*/ 45003 w 135514"/>
              <a:gd name="connsiteY39" fmla="*/ 44145 h 134849"/>
              <a:gd name="connsiteX40" fmla="*/ 36123 w 135514"/>
              <a:gd name="connsiteY40" fmla="*/ 53023 h 134849"/>
              <a:gd name="connsiteX41" fmla="*/ 81501 w 135514"/>
              <a:gd name="connsiteY41" fmla="*/ 98390 h 134849"/>
              <a:gd name="connsiteX42" fmla="*/ 89974 w 135514"/>
              <a:gd name="connsiteY42" fmla="*/ 89920 h 134849"/>
              <a:gd name="connsiteX43" fmla="*/ 89974 w 135514"/>
              <a:gd name="connsiteY43" fmla="*/ 89920 h 134849"/>
              <a:gd name="connsiteX44" fmla="*/ 125168 w 135514"/>
              <a:gd name="connsiteY44" fmla="*/ 34371 h 134849"/>
              <a:gd name="connsiteX45" fmla="*/ 114903 w 135514"/>
              <a:gd name="connsiteY45" fmla="*/ 22643 h 134849"/>
              <a:gd name="connsiteX46" fmla="*/ 113273 w 135514"/>
              <a:gd name="connsiteY46" fmla="*/ 17023 h 134849"/>
              <a:gd name="connsiteX47" fmla="*/ 115392 w 135514"/>
              <a:gd name="connsiteY47" fmla="*/ 12950 h 134849"/>
              <a:gd name="connsiteX48" fmla="*/ 120931 w 135514"/>
              <a:gd name="connsiteY48" fmla="*/ 10263 h 134849"/>
              <a:gd name="connsiteX49" fmla="*/ 116043 w 135514"/>
              <a:gd name="connsiteY49" fmla="*/ 0 h 134849"/>
              <a:gd name="connsiteX50" fmla="*/ 108711 w 135514"/>
              <a:gd name="connsiteY50" fmla="*/ 4072 h 134849"/>
              <a:gd name="connsiteX51" fmla="*/ 106023 w 135514"/>
              <a:gd name="connsiteY51" fmla="*/ 8878 h 134849"/>
              <a:gd name="connsiteX52" fmla="*/ 106675 w 135514"/>
              <a:gd name="connsiteY52" fmla="*/ 16942 h 134849"/>
              <a:gd name="connsiteX53" fmla="*/ 102031 w 135514"/>
              <a:gd name="connsiteY53" fmla="*/ 12299 h 134849"/>
              <a:gd name="connsiteX54" fmla="*/ 93966 w 135514"/>
              <a:gd name="connsiteY54" fmla="*/ 20362 h 134849"/>
              <a:gd name="connsiteX55" fmla="*/ 126797 w 135514"/>
              <a:gd name="connsiteY55" fmla="*/ 53186 h 134849"/>
              <a:gd name="connsiteX56" fmla="*/ 135514 w 135514"/>
              <a:gd name="connsiteY56" fmla="*/ 44471 h 134849"/>
              <a:gd name="connsiteX57" fmla="*/ 125331 w 135514"/>
              <a:gd name="connsiteY57" fmla="*/ 34290 h 134849"/>
              <a:gd name="connsiteX58" fmla="*/ 125331 w 135514"/>
              <a:gd name="connsiteY58" fmla="*/ 34290 h 134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35514" h="134849">
                <a:moveTo>
                  <a:pt x="39056" y="134472"/>
                </a:moveTo>
                <a:cubicBezTo>
                  <a:pt x="44759" y="134065"/>
                  <a:pt x="50543" y="130970"/>
                  <a:pt x="56246" y="125268"/>
                </a:cubicBezTo>
                <a:cubicBezTo>
                  <a:pt x="60156" y="121359"/>
                  <a:pt x="62926" y="117449"/>
                  <a:pt x="64474" y="113784"/>
                </a:cubicBezTo>
                <a:cubicBezTo>
                  <a:pt x="66022" y="110038"/>
                  <a:pt x="66348" y="106291"/>
                  <a:pt x="65533" y="102626"/>
                </a:cubicBezTo>
                <a:cubicBezTo>
                  <a:pt x="64719" y="98879"/>
                  <a:pt x="63008" y="95784"/>
                  <a:pt x="60401" y="93178"/>
                </a:cubicBezTo>
                <a:cubicBezTo>
                  <a:pt x="57549" y="90327"/>
                  <a:pt x="54535" y="88535"/>
                  <a:pt x="51358" y="87802"/>
                </a:cubicBezTo>
                <a:cubicBezTo>
                  <a:pt x="48181" y="87069"/>
                  <a:pt x="45003" y="87232"/>
                  <a:pt x="41745" y="88209"/>
                </a:cubicBezTo>
                <a:cubicBezTo>
                  <a:pt x="38486" y="89187"/>
                  <a:pt x="34087" y="91386"/>
                  <a:pt x="28628" y="94807"/>
                </a:cubicBezTo>
                <a:cubicBezTo>
                  <a:pt x="23088" y="98227"/>
                  <a:pt x="19341" y="100019"/>
                  <a:pt x="17141" y="100182"/>
                </a:cubicBezTo>
                <a:cubicBezTo>
                  <a:pt x="15431" y="100345"/>
                  <a:pt x="14127" y="99856"/>
                  <a:pt x="12987" y="98798"/>
                </a:cubicBezTo>
                <a:cubicBezTo>
                  <a:pt x="11846" y="97657"/>
                  <a:pt x="11357" y="96191"/>
                  <a:pt x="11602" y="94562"/>
                </a:cubicBezTo>
                <a:cubicBezTo>
                  <a:pt x="12009" y="91956"/>
                  <a:pt x="13557" y="89349"/>
                  <a:pt x="16245" y="86662"/>
                </a:cubicBezTo>
                <a:cubicBezTo>
                  <a:pt x="18852" y="84055"/>
                  <a:pt x="21296" y="82671"/>
                  <a:pt x="23577" y="82426"/>
                </a:cubicBezTo>
                <a:cubicBezTo>
                  <a:pt x="25859" y="82182"/>
                  <a:pt x="28384" y="82996"/>
                  <a:pt x="31154" y="84951"/>
                </a:cubicBezTo>
                <a:lnTo>
                  <a:pt x="39871" y="75422"/>
                </a:lnTo>
                <a:cubicBezTo>
                  <a:pt x="35553" y="71431"/>
                  <a:pt x="30746" y="69557"/>
                  <a:pt x="25370" y="69965"/>
                </a:cubicBezTo>
                <a:cubicBezTo>
                  <a:pt x="19993" y="70372"/>
                  <a:pt x="14453" y="73386"/>
                  <a:pt x="8750" y="79087"/>
                </a:cubicBezTo>
                <a:cubicBezTo>
                  <a:pt x="5247" y="82589"/>
                  <a:pt x="2803" y="86092"/>
                  <a:pt x="1418" y="89594"/>
                </a:cubicBezTo>
                <a:cubicBezTo>
                  <a:pt x="33" y="93096"/>
                  <a:pt x="-374" y="96517"/>
                  <a:pt x="359" y="99856"/>
                </a:cubicBezTo>
                <a:cubicBezTo>
                  <a:pt x="1092" y="103196"/>
                  <a:pt x="2559" y="105965"/>
                  <a:pt x="4840" y="108327"/>
                </a:cubicBezTo>
                <a:cubicBezTo>
                  <a:pt x="8424" y="111911"/>
                  <a:pt x="12824" y="113540"/>
                  <a:pt x="18119" y="113295"/>
                </a:cubicBezTo>
                <a:cubicBezTo>
                  <a:pt x="21866" y="113051"/>
                  <a:pt x="26836" y="111178"/>
                  <a:pt x="32946" y="107431"/>
                </a:cubicBezTo>
                <a:cubicBezTo>
                  <a:pt x="37671" y="104580"/>
                  <a:pt x="40849" y="102789"/>
                  <a:pt x="42233" y="102056"/>
                </a:cubicBezTo>
                <a:cubicBezTo>
                  <a:pt x="44352" y="101078"/>
                  <a:pt x="46144" y="100589"/>
                  <a:pt x="47529" y="100752"/>
                </a:cubicBezTo>
                <a:cubicBezTo>
                  <a:pt x="48914" y="100915"/>
                  <a:pt x="50136" y="101486"/>
                  <a:pt x="51195" y="102544"/>
                </a:cubicBezTo>
                <a:cubicBezTo>
                  <a:pt x="52906" y="104255"/>
                  <a:pt x="53558" y="106454"/>
                  <a:pt x="53313" y="109142"/>
                </a:cubicBezTo>
                <a:cubicBezTo>
                  <a:pt x="53069" y="111911"/>
                  <a:pt x="51439" y="114762"/>
                  <a:pt x="48507" y="117694"/>
                </a:cubicBezTo>
                <a:cubicBezTo>
                  <a:pt x="45737" y="120463"/>
                  <a:pt x="42804" y="122011"/>
                  <a:pt x="39790" y="122255"/>
                </a:cubicBezTo>
                <a:cubicBezTo>
                  <a:pt x="36775" y="122499"/>
                  <a:pt x="33435" y="121359"/>
                  <a:pt x="29932" y="118915"/>
                </a:cubicBezTo>
                <a:lnTo>
                  <a:pt x="21866" y="128689"/>
                </a:lnTo>
                <a:cubicBezTo>
                  <a:pt x="27569" y="133169"/>
                  <a:pt x="33272" y="135205"/>
                  <a:pt x="38975" y="134798"/>
                </a:cubicBezTo>
                <a:lnTo>
                  <a:pt x="38975" y="134798"/>
                </a:lnTo>
                <a:close/>
                <a:moveTo>
                  <a:pt x="89892" y="89920"/>
                </a:moveTo>
                <a:lnTo>
                  <a:pt x="60319" y="60354"/>
                </a:lnTo>
                <a:lnTo>
                  <a:pt x="108222" y="71675"/>
                </a:lnTo>
                <a:lnTo>
                  <a:pt x="117428" y="62471"/>
                </a:lnTo>
                <a:lnTo>
                  <a:pt x="72051" y="17104"/>
                </a:lnTo>
                <a:lnTo>
                  <a:pt x="63578" y="25575"/>
                </a:lnTo>
                <a:lnTo>
                  <a:pt x="93884" y="55874"/>
                </a:lnTo>
                <a:lnTo>
                  <a:pt x="45003" y="44145"/>
                </a:lnTo>
                <a:lnTo>
                  <a:pt x="36123" y="53023"/>
                </a:lnTo>
                <a:lnTo>
                  <a:pt x="81501" y="98390"/>
                </a:lnTo>
                <a:lnTo>
                  <a:pt x="89974" y="89920"/>
                </a:lnTo>
                <a:lnTo>
                  <a:pt x="89974" y="89920"/>
                </a:lnTo>
                <a:close/>
                <a:moveTo>
                  <a:pt x="125168" y="34371"/>
                </a:moveTo>
                <a:cubicBezTo>
                  <a:pt x="119547" y="28751"/>
                  <a:pt x="116125" y="24842"/>
                  <a:pt x="114903" y="22643"/>
                </a:cubicBezTo>
                <a:cubicBezTo>
                  <a:pt x="113599" y="20444"/>
                  <a:pt x="113111" y="18489"/>
                  <a:pt x="113273" y="17023"/>
                </a:cubicBezTo>
                <a:cubicBezTo>
                  <a:pt x="113436" y="15475"/>
                  <a:pt x="114170" y="14172"/>
                  <a:pt x="115392" y="12950"/>
                </a:cubicBezTo>
                <a:cubicBezTo>
                  <a:pt x="116614" y="11729"/>
                  <a:pt x="118487" y="10833"/>
                  <a:pt x="120931" y="10263"/>
                </a:cubicBezTo>
                <a:lnTo>
                  <a:pt x="116043" y="0"/>
                </a:lnTo>
                <a:cubicBezTo>
                  <a:pt x="113111" y="733"/>
                  <a:pt x="110666" y="2118"/>
                  <a:pt x="108711" y="4072"/>
                </a:cubicBezTo>
                <a:cubicBezTo>
                  <a:pt x="107326" y="5457"/>
                  <a:pt x="106430" y="7086"/>
                  <a:pt x="106023" y="8878"/>
                </a:cubicBezTo>
                <a:cubicBezTo>
                  <a:pt x="105615" y="10670"/>
                  <a:pt x="105860" y="13358"/>
                  <a:pt x="106675" y="16942"/>
                </a:cubicBezTo>
                <a:lnTo>
                  <a:pt x="102031" y="12299"/>
                </a:lnTo>
                <a:lnTo>
                  <a:pt x="93966" y="20362"/>
                </a:lnTo>
                <a:lnTo>
                  <a:pt x="126797" y="53186"/>
                </a:lnTo>
                <a:lnTo>
                  <a:pt x="135514" y="44471"/>
                </a:lnTo>
                <a:lnTo>
                  <a:pt x="125331" y="34290"/>
                </a:lnTo>
                <a:lnTo>
                  <a:pt x="125331" y="34290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6" name="자유형 55">
            <a:extLst>
              <a:ext uri="{FF2B5EF4-FFF2-40B4-BE49-F238E27FC236}">
                <a16:creationId xmlns:a16="http://schemas.microsoft.com/office/drawing/2014/main" id="{E5EFF9C4-8693-E9F0-AFDF-EAB8C8EFC864}"/>
              </a:ext>
            </a:extLst>
          </p:cNvPr>
          <p:cNvSpPr/>
          <p:nvPr/>
        </p:nvSpPr>
        <p:spPr>
          <a:xfrm>
            <a:off x="4563341" y="662888"/>
            <a:ext cx="8146" cy="1172864"/>
          </a:xfrm>
          <a:custGeom>
            <a:avLst/>
            <a:gdLst>
              <a:gd name="connsiteX0" fmla="*/ 0 w 8146"/>
              <a:gd name="connsiteY0" fmla="*/ 1172865 h 1172864"/>
              <a:gd name="connsiteX1" fmla="*/ 0 w 8146"/>
              <a:gd name="connsiteY1" fmla="*/ 0 h 1172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46" h="1172864">
                <a:moveTo>
                  <a:pt x="0" y="1172865"/>
                </a:moveTo>
                <a:lnTo>
                  <a:pt x="0" y="0"/>
                </a:lnTo>
              </a:path>
            </a:pathLst>
          </a:custGeom>
          <a:ln w="1171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7" name="자유형 56">
            <a:extLst>
              <a:ext uri="{FF2B5EF4-FFF2-40B4-BE49-F238E27FC236}">
                <a16:creationId xmlns:a16="http://schemas.microsoft.com/office/drawing/2014/main" id="{8A3FC4DD-2D5F-F6B7-40D0-338A4A00CD5F}"/>
              </a:ext>
            </a:extLst>
          </p:cNvPr>
          <p:cNvSpPr/>
          <p:nvPr/>
        </p:nvSpPr>
        <p:spPr>
          <a:xfrm>
            <a:off x="4519349" y="662888"/>
            <a:ext cx="43992" cy="1172864"/>
          </a:xfrm>
          <a:custGeom>
            <a:avLst/>
            <a:gdLst>
              <a:gd name="connsiteX0" fmla="*/ 0 w 43992"/>
              <a:gd name="connsiteY0" fmla="*/ 1172865 h 1172864"/>
              <a:gd name="connsiteX1" fmla="*/ 43993 w 43992"/>
              <a:gd name="connsiteY1" fmla="*/ 1172865 h 1172864"/>
              <a:gd name="connsiteX2" fmla="*/ 0 w 43992"/>
              <a:gd name="connsiteY2" fmla="*/ 938292 h 1172864"/>
              <a:gd name="connsiteX3" fmla="*/ 43993 w 43992"/>
              <a:gd name="connsiteY3" fmla="*/ 938292 h 1172864"/>
              <a:gd name="connsiteX4" fmla="*/ 0 w 43992"/>
              <a:gd name="connsiteY4" fmla="*/ 703719 h 1172864"/>
              <a:gd name="connsiteX5" fmla="*/ 43993 w 43992"/>
              <a:gd name="connsiteY5" fmla="*/ 703719 h 1172864"/>
              <a:gd name="connsiteX6" fmla="*/ 0 w 43992"/>
              <a:gd name="connsiteY6" fmla="*/ 469146 h 1172864"/>
              <a:gd name="connsiteX7" fmla="*/ 43993 w 43992"/>
              <a:gd name="connsiteY7" fmla="*/ 469146 h 1172864"/>
              <a:gd name="connsiteX8" fmla="*/ 0 w 43992"/>
              <a:gd name="connsiteY8" fmla="*/ 234573 h 1172864"/>
              <a:gd name="connsiteX9" fmla="*/ 43993 w 43992"/>
              <a:gd name="connsiteY9" fmla="*/ 234573 h 1172864"/>
              <a:gd name="connsiteX10" fmla="*/ 0 w 43992"/>
              <a:gd name="connsiteY10" fmla="*/ 0 h 1172864"/>
              <a:gd name="connsiteX11" fmla="*/ 43993 w 43992"/>
              <a:gd name="connsiteY11" fmla="*/ 0 h 1172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992" h="1172864">
                <a:moveTo>
                  <a:pt x="0" y="1172865"/>
                </a:moveTo>
                <a:lnTo>
                  <a:pt x="43993" y="1172865"/>
                </a:lnTo>
                <a:moveTo>
                  <a:pt x="0" y="938292"/>
                </a:moveTo>
                <a:lnTo>
                  <a:pt x="43993" y="938292"/>
                </a:lnTo>
                <a:moveTo>
                  <a:pt x="0" y="703719"/>
                </a:moveTo>
                <a:lnTo>
                  <a:pt x="43993" y="703719"/>
                </a:lnTo>
                <a:moveTo>
                  <a:pt x="0" y="469146"/>
                </a:moveTo>
                <a:lnTo>
                  <a:pt x="43993" y="469146"/>
                </a:lnTo>
                <a:moveTo>
                  <a:pt x="0" y="234573"/>
                </a:moveTo>
                <a:lnTo>
                  <a:pt x="43993" y="234573"/>
                </a:lnTo>
                <a:moveTo>
                  <a:pt x="0" y="0"/>
                </a:moveTo>
                <a:lnTo>
                  <a:pt x="43993" y="0"/>
                </a:lnTo>
              </a:path>
            </a:pathLst>
          </a:custGeom>
          <a:noFill/>
          <a:ln w="1171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8" name="자유형 57">
            <a:extLst>
              <a:ext uri="{FF2B5EF4-FFF2-40B4-BE49-F238E27FC236}">
                <a16:creationId xmlns:a16="http://schemas.microsoft.com/office/drawing/2014/main" id="{3E98526C-723F-8261-3A56-91D6D079DE89}"/>
              </a:ext>
            </a:extLst>
          </p:cNvPr>
          <p:cNvSpPr/>
          <p:nvPr/>
        </p:nvSpPr>
        <p:spPr>
          <a:xfrm>
            <a:off x="4449857" y="1802359"/>
            <a:ext cx="41548" cy="65566"/>
          </a:xfrm>
          <a:custGeom>
            <a:avLst/>
            <a:gdLst>
              <a:gd name="connsiteX0" fmla="*/ 6273 w 41548"/>
              <a:gd name="connsiteY0" fmla="*/ 6679 h 65566"/>
              <a:gd name="connsiteX1" fmla="*/ 0 w 41548"/>
              <a:gd name="connsiteY1" fmla="*/ 32742 h 65566"/>
              <a:gd name="connsiteX2" fmla="*/ 5703 w 41548"/>
              <a:gd name="connsiteY2" fmla="*/ 58399 h 65566"/>
              <a:gd name="connsiteX3" fmla="*/ 20774 w 41548"/>
              <a:gd name="connsiteY3" fmla="*/ 65566 h 65566"/>
              <a:gd name="connsiteX4" fmla="*/ 35276 w 41548"/>
              <a:gd name="connsiteY4" fmla="*/ 58969 h 65566"/>
              <a:gd name="connsiteX5" fmla="*/ 41549 w 41548"/>
              <a:gd name="connsiteY5" fmla="*/ 32824 h 65566"/>
              <a:gd name="connsiteX6" fmla="*/ 35276 w 41548"/>
              <a:gd name="connsiteY6" fmla="*/ 6679 h 65566"/>
              <a:gd name="connsiteX7" fmla="*/ 20693 w 41548"/>
              <a:gd name="connsiteY7" fmla="*/ 0 h 65566"/>
              <a:gd name="connsiteX8" fmla="*/ 6192 w 41548"/>
              <a:gd name="connsiteY8" fmla="*/ 6597 h 65566"/>
              <a:gd name="connsiteX9" fmla="*/ 6192 w 41548"/>
              <a:gd name="connsiteY9" fmla="*/ 6597 h 65566"/>
              <a:gd name="connsiteX10" fmla="*/ 24766 w 41548"/>
              <a:gd name="connsiteY10" fmla="*/ 11729 h 65566"/>
              <a:gd name="connsiteX11" fmla="*/ 27618 w 41548"/>
              <a:gd name="connsiteY11" fmla="*/ 17349 h 65566"/>
              <a:gd name="connsiteX12" fmla="*/ 28758 w 41548"/>
              <a:gd name="connsiteY12" fmla="*/ 32824 h 65566"/>
              <a:gd name="connsiteX13" fmla="*/ 27455 w 41548"/>
              <a:gd name="connsiteY13" fmla="*/ 48869 h 65566"/>
              <a:gd name="connsiteX14" fmla="*/ 24766 w 41548"/>
              <a:gd name="connsiteY14" fmla="*/ 54001 h 65566"/>
              <a:gd name="connsiteX15" fmla="*/ 20774 w 41548"/>
              <a:gd name="connsiteY15" fmla="*/ 55385 h 65566"/>
              <a:gd name="connsiteX16" fmla="*/ 16782 w 41548"/>
              <a:gd name="connsiteY16" fmla="*/ 54001 h 65566"/>
              <a:gd name="connsiteX17" fmla="*/ 13931 w 41548"/>
              <a:gd name="connsiteY17" fmla="*/ 48381 h 65566"/>
              <a:gd name="connsiteX18" fmla="*/ 12790 w 41548"/>
              <a:gd name="connsiteY18" fmla="*/ 32905 h 65566"/>
              <a:gd name="connsiteX19" fmla="*/ 14094 w 41548"/>
              <a:gd name="connsiteY19" fmla="*/ 16860 h 65566"/>
              <a:gd name="connsiteX20" fmla="*/ 16782 w 41548"/>
              <a:gd name="connsiteY20" fmla="*/ 11729 h 65566"/>
              <a:gd name="connsiteX21" fmla="*/ 20774 w 41548"/>
              <a:gd name="connsiteY21" fmla="*/ 10344 h 65566"/>
              <a:gd name="connsiteX22" fmla="*/ 24766 w 41548"/>
              <a:gd name="connsiteY22" fmla="*/ 11729 h 65566"/>
              <a:gd name="connsiteX23" fmla="*/ 24766 w 41548"/>
              <a:gd name="connsiteY23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1548" h="65566">
                <a:moveTo>
                  <a:pt x="6273" y="6679"/>
                </a:moveTo>
                <a:cubicBezTo>
                  <a:pt x="2037" y="11973"/>
                  <a:pt x="0" y="20688"/>
                  <a:pt x="0" y="32742"/>
                </a:cubicBezTo>
                <a:cubicBezTo>
                  <a:pt x="0" y="44797"/>
                  <a:pt x="1874" y="53594"/>
                  <a:pt x="5703" y="58399"/>
                </a:cubicBezTo>
                <a:cubicBezTo>
                  <a:pt x="9532" y="63204"/>
                  <a:pt x="14583" y="65566"/>
                  <a:pt x="20774" y="65566"/>
                </a:cubicBezTo>
                <a:cubicBezTo>
                  <a:pt x="26966" y="65566"/>
                  <a:pt x="31854" y="63367"/>
                  <a:pt x="35276" y="58969"/>
                </a:cubicBezTo>
                <a:cubicBezTo>
                  <a:pt x="39512" y="53675"/>
                  <a:pt x="41549" y="44960"/>
                  <a:pt x="41549" y="32824"/>
                </a:cubicBezTo>
                <a:cubicBezTo>
                  <a:pt x="41549" y="20688"/>
                  <a:pt x="39430" y="11973"/>
                  <a:pt x="35276" y="6679"/>
                </a:cubicBezTo>
                <a:cubicBezTo>
                  <a:pt x="31772" y="2281"/>
                  <a:pt x="26884" y="0"/>
                  <a:pt x="20693" y="0"/>
                </a:cubicBezTo>
                <a:cubicBezTo>
                  <a:pt x="14501" y="0"/>
                  <a:pt x="9613" y="2199"/>
                  <a:pt x="6192" y="6597"/>
                </a:cubicBezTo>
                <a:lnTo>
                  <a:pt x="6192" y="6597"/>
                </a:lnTo>
                <a:close/>
                <a:moveTo>
                  <a:pt x="24766" y="11729"/>
                </a:moveTo>
                <a:cubicBezTo>
                  <a:pt x="25907" y="12706"/>
                  <a:pt x="26884" y="14579"/>
                  <a:pt x="27618" y="17349"/>
                </a:cubicBezTo>
                <a:cubicBezTo>
                  <a:pt x="28351" y="20199"/>
                  <a:pt x="28758" y="25331"/>
                  <a:pt x="28758" y="32824"/>
                </a:cubicBezTo>
                <a:cubicBezTo>
                  <a:pt x="28758" y="40317"/>
                  <a:pt x="28351" y="45693"/>
                  <a:pt x="27455" y="48869"/>
                </a:cubicBezTo>
                <a:cubicBezTo>
                  <a:pt x="26803" y="51313"/>
                  <a:pt x="25907" y="53023"/>
                  <a:pt x="24766" y="54001"/>
                </a:cubicBezTo>
                <a:cubicBezTo>
                  <a:pt x="23626" y="54978"/>
                  <a:pt x="22241" y="55385"/>
                  <a:pt x="20774" y="55385"/>
                </a:cubicBezTo>
                <a:cubicBezTo>
                  <a:pt x="19308" y="55385"/>
                  <a:pt x="18004" y="54897"/>
                  <a:pt x="16782" y="54001"/>
                </a:cubicBezTo>
                <a:cubicBezTo>
                  <a:pt x="15642" y="53105"/>
                  <a:pt x="14664" y="51231"/>
                  <a:pt x="13931" y="48381"/>
                </a:cubicBezTo>
                <a:cubicBezTo>
                  <a:pt x="13198" y="45530"/>
                  <a:pt x="12790" y="40399"/>
                  <a:pt x="12790" y="32905"/>
                </a:cubicBezTo>
                <a:cubicBezTo>
                  <a:pt x="12790" y="25412"/>
                  <a:pt x="13198" y="20036"/>
                  <a:pt x="14094" y="16860"/>
                </a:cubicBezTo>
                <a:cubicBezTo>
                  <a:pt x="14746" y="14416"/>
                  <a:pt x="15642" y="12706"/>
                  <a:pt x="16782" y="11729"/>
                </a:cubicBezTo>
                <a:cubicBezTo>
                  <a:pt x="17923" y="10751"/>
                  <a:pt x="19308" y="10344"/>
                  <a:pt x="20774" y="10344"/>
                </a:cubicBezTo>
                <a:cubicBezTo>
                  <a:pt x="22241" y="10344"/>
                  <a:pt x="23544" y="10833"/>
                  <a:pt x="24766" y="11729"/>
                </a:cubicBezTo>
                <a:lnTo>
                  <a:pt x="24766" y="11729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9" name="자유형 58">
            <a:extLst>
              <a:ext uri="{FF2B5EF4-FFF2-40B4-BE49-F238E27FC236}">
                <a16:creationId xmlns:a16="http://schemas.microsoft.com/office/drawing/2014/main" id="{374B3D1A-972E-F781-6DAC-F19F6A2172BA}"/>
              </a:ext>
            </a:extLst>
          </p:cNvPr>
          <p:cNvSpPr/>
          <p:nvPr/>
        </p:nvSpPr>
        <p:spPr>
          <a:xfrm>
            <a:off x="4403339" y="1567786"/>
            <a:ext cx="88066" cy="65566"/>
          </a:xfrm>
          <a:custGeom>
            <a:avLst/>
            <a:gdLst>
              <a:gd name="connsiteX0" fmla="*/ 28106 w 88066"/>
              <a:gd name="connsiteY0" fmla="*/ 81 h 65566"/>
              <a:gd name="connsiteX1" fmla="*/ 18167 w 88066"/>
              <a:gd name="connsiteY1" fmla="*/ 81 h 65566"/>
              <a:gd name="connsiteX2" fmla="*/ 10428 w 88066"/>
              <a:gd name="connsiteY2" fmla="*/ 10344 h 65566"/>
              <a:gd name="connsiteX3" fmla="*/ 0 w 88066"/>
              <a:gd name="connsiteY3" fmla="*/ 16290 h 65566"/>
              <a:gd name="connsiteX4" fmla="*/ 0 w 88066"/>
              <a:gd name="connsiteY4" fmla="*/ 27448 h 65566"/>
              <a:gd name="connsiteX5" fmla="*/ 15886 w 88066"/>
              <a:gd name="connsiteY5" fmla="*/ 18163 h 65566"/>
              <a:gd name="connsiteX6" fmla="*/ 15886 w 88066"/>
              <a:gd name="connsiteY6" fmla="*/ 64507 h 65566"/>
              <a:gd name="connsiteX7" fmla="*/ 28188 w 88066"/>
              <a:gd name="connsiteY7" fmla="*/ 64507 h 65566"/>
              <a:gd name="connsiteX8" fmla="*/ 28188 w 88066"/>
              <a:gd name="connsiteY8" fmla="*/ 81 h 65566"/>
              <a:gd name="connsiteX9" fmla="*/ 28188 w 88066"/>
              <a:gd name="connsiteY9" fmla="*/ 81 h 65566"/>
              <a:gd name="connsiteX10" fmla="*/ 52791 w 88066"/>
              <a:gd name="connsiteY10" fmla="*/ 6679 h 65566"/>
              <a:gd name="connsiteX11" fmla="*/ 46518 w 88066"/>
              <a:gd name="connsiteY11" fmla="*/ 32742 h 65566"/>
              <a:gd name="connsiteX12" fmla="*/ 52221 w 88066"/>
              <a:gd name="connsiteY12" fmla="*/ 58399 h 65566"/>
              <a:gd name="connsiteX13" fmla="*/ 67292 w 88066"/>
              <a:gd name="connsiteY13" fmla="*/ 65566 h 65566"/>
              <a:gd name="connsiteX14" fmla="*/ 81794 w 88066"/>
              <a:gd name="connsiteY14" fmla="*/ 58969 h 65566"/>
              <a:gd name="connsiteX15" fmla="*/ 88067 w 88066"/>
              <a:gd name="connsiteY15" fmla="*/ 32824 h 65566"/>
              <a:gd name="connsiteX16" fmla="*/ 81794 w 88066"/>
              <a:gd name="connsiteY16" fmla="*/ 6679 h 65566"/>
              <a:gd name="connsiteX17" fmla="*/ 67211 w 88066"/>
              <a:gd name="connsiteY17" fmla="*/ 0 h 65566"/>
              <a:gd name="connsiteX18" fmla="*/ 52710 w 88066"/>
              <a:gd name="connsiteY18" fmla="*/ 6597 h 65566"/>
              <a:gd name="connsiteX19" fmla="*/ 52710 w 88066"/>
              <a:gd name="connsiteY19" fmla="*/ 6597 h 65566"/>
              <a:gd name="connsiteX20" fmla="*/ 71284 w 88066"/>
              <a:gd name="connsiteY20" fmla="*/ 11729 h 65566"/>
              <a:gd name="connsiteX21" fmla="*/ 74136 w 88066"/>
              <a:gd name="connsiteY21" fmla="*/ 17349 h 65566"/>
              <a:gd name="connsiteX22" fmla="*/ 75276 w 88066"/>
              <a:gd name="connsiteY22" fmla="*/ 32824 h 65566"/>
              <a:gd name="connsiteX23" fmla="*/ 73973 w 88066"/>
              <a:gd name="connsiteY23" fmla="*/ 48869 h 65566"/>
              <a:gd name="connsiteX24" fmla="*/ 71284 w 88066"/>
              <a:gd name="connsiteY24" fmla="*/ 54001 h 65566"/>
              <a:gd name="connsiteX25" fmla="*/ 67292 w 88066"/>
              <a:gd name="connsiteY25" fmla="*/ 55385 h 65566"/>
              <a:gd name="connsiteX26" fmla="*/ 63301 w 88066"/>
              <a:gd name="connsiteY26" fmla="*/ 54001 h 65566"/>
              <a:gd name="connsiteX27" fmla="*/ 60449 w 88066"/>
              <a:gd name="connsiteY27" fmla="*/ 48381 h 65566"/>
              <a:gd name="connsiteX28" fmla="*/ 59309 w 88066"/>
              <a:gd name="connsiteY28" fmla="*/ 32905 h 65566"/>
              <a:gd name="connsiteX29" fmla="*/ 60612 w 88066"/>
              <a:gd name="connsiteY29" fmla="*/ 16860 h 65566"/>
              <a:gd name="connsiteX30" fmla="*/ 63301 w 88066"/>
              <a:gd name="connsiteY30" fmla="*/ 11729 h 65566"/>
              <a:gd name="connsiteX31" fmla="*/ 67292 w 88066"/>
              <a:gd name="connsiteY31" fmla="*/ 10344 h 65566"/>
              <a:gd name="connsiteX32" fmla="*/ 71284 w 88066"/>
              <a:gd name="connsiteY32" fmla="*/ 11729 h 65566"/>
              <a:gd name="connsiteX33" fmla="*/ 71284 w 88066"/>
              <a:gd name="connsiteY33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8066" h="65566">
                <a:moveTo>
                  <a:pt x="28106" y="81"/>
                </a:moveTo>
                <a:lnTo>
                  <a:pt x="18167" y="81"/>
                </a:lnTo>
                <a:cubicBezTo>
                  <a:pt x="16782" y="3991"/>
                  <a:pt x="14175" y="7412"/>
                  <a:pt x="10428" y="10344"/>
                </a:cubicBezTo>
                <a:cubicBezTo>
                  <a:pt x="6680" y="13276"/>
                  <a:pt x="3177" y="15231"/>
                  <a:pt x="0" y="16290"/>
                </a:cubicBezTo>
                <a:lnTo>
                  <a:pt x="0" y="27448"/>
                </a:lnTo>
                <a:cubicBezTo>
                  <a:pt x="6110" y="25412"/>
                  <a:pt x="11406" y="22317"/>
                  <a:pt x="15886" y="18163"/>
                </a:cubicBezTo>
                <a:lnTo>
                  <a:pt x="15886" y="64507"/>
                </a:lnTo>
                <a:lnTo>
                  <a:pt x="28188" y="64507"/>
                </a:lnTo>
                <a:lnTo>
                  <a:pt x="28188" y="81"/>
                </a:lnTo>
                <a:lnTo>
                  <a:pt x="28188" y="81"/>
                </a:lnTo>
                <a:close/>
                <a:moveTo>
                  <a:pt x="52791" y="6679"/>
                </a:moveTo>
                <a:cubicBezTo>
                  <a:pt x="48555" y="11973"/>
                  <a:pt x="46518" y="20688"/>
                  <a:pt x="46518" y="32742"/>
                </a:cubicBezTo>
                <a:cubicBezTo>
                  <a:pt x="46518" y="44797"/>
                  <a:pt x="48392" y="53593"/>
                  <a:pt x="52221" y="58399"/>
                </a:cubicBezTo>
                <a:cubicBezTo>
                  <a:pt x="56050" y="63204"/>
                  <a:pt x="61101" y="65566"/>
                  <a:pt x="67292" y="65566"/>
                </a:cubicBezTo>
                <a:cubicBezTo>
                  <a:pt x="73484" y="65566"/>
                  <a:pt x="78372" y="63367"/>
                  <a:pt x="81794" y="58969"/>
                </a:cubicBezTo>
                <a:cubicBezTo>
                  <a:pt x="86030" y="53675"/>
                  <a:pt x="88067" y="44960"/>
                  <a:pt x="88067" y="32824"/>
                </a:cubicBezTo>
                <a:cubicBezTo>
                  <a:pt x="88067" y="20688"/>
                  <a:pt x="85949" y="11973"/>
                  <a:pt x="81794" y="6679"/>
                </a:cubicBezTo>
                <a:cubicBezTo>
                  <a:pt x="78291" y="2281"/>
                  <a:pt x="73402" y="0"/>
                  <a:pt x="67211" y="0"/>
                </a:cubicBezTo>
                <a:cubicBezTo>
                  <a:pt x="61019" y="0"/>
                  <a:pt x="56131" y="2199"/>
                  <a:pt x="52710" y="6597"/>
                </a:cubicBezTo>
                <a:lnTo>
                  <a:pt x="52710" y="6597"/>
                </a:lnTo>
                <a:close/>
                <a:moveTo>
                  <a:pt x="71284" y="11729"/>
                </a:moveTo>
                <a:cubicBezTo>
                  <a:pt x="72425" y="12706"/>
                  <a:pt x="73402" y="14579"/>
                  <a:pt x="74136" y="17349"/>
                </a:cubicBezTo>
                <a:cubicBezTo>
                  <a:pt x="74869" y="20199"/>
                  <a:pt x="75276" y="25330"/>
                  <a:pt x="75276" y="32824"/>
                </a:cubicBezTo>
                <a:cubicBezTo>
                  <a:pt x="75276" y="40317"/>
                  <a:pt x="74869" y="45693"/>
                  <a:pt x="73973" y="48869"/>
                </a:cubicBezTo>
                <a:cubicBezTo>
                  <a:pt x="73321" y="51313"/>
                  <a:pt x="72425" y="53023"/>
                  <a:pt x="71284" y="54001"/>
                </a:cubicBezTo>
                <a:cubicBezTo>
                  <a:pt x="70144" y="54978"/>
                  <a:pt x="68759" y="55385"/>
                  <a:pt x="67292" y="55385"/>
                </a:cubicBezTo>
                <a:cubicBezTo>
                  <a:pt x="65826" y="55385"/>
                  <a:pt x="64522" y="54897"/>
                  <a:pt x="63301" y="54001"/>
                </a:cubicBezTo>
                <a:cubicBezTo>
                  <a:pt x="62160" y="53105"/>
                  <a:pt x="61182" y="51231"/>
                  <a:pt x="60449" y="48381"/>
                </a:cubicBezTo>
                <a:cubicBezTo>
                  <a:pt x="59716" y="45530"/>
                  <a:pt x="59309" y="40399"/>
                  <a:pt x="59309" y="32905"/>
                </a:cubicBezTo>
                <a:cubicBezTo>
                  <a:pt x="59309" y="25412"/>
                  <a:pt x="59716" y="20036"/>
                  <a:pt x="60612" y="16860"/>
                </a:cubicBezTo>
                <a:cubicBezTo>
                  <a:pt x="61264" y="14416"/>
                  <a:pt x="62160" y="12706"/>
                  <a:pt x="63301" y="11729"/>
                </a:cubicBezTo>
                <a:cubicBezTo>
                  <a:pt x="64441" y="10751"/>
                  <a:pt x="65826" y="10344"/>
                  <a:pt x="67292" y="10344"/>
                </a:cubicBezTo>
                <a:cubicBezTo>
                  <a:pt x="68759" y="10344"/>
                  <a:pt x="70062" y="10833"/>
                  <a:pt x="71284" y="11729"/>
                </a:cubicBezTo>
                <a:lnTo>
                  <a:pt x="71284" y="11729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0" name="자유형 59">
            <a:extLst>
              <a:ext uri="{FF2B5EF4-FFF2-40B4-BE49-F238E27FC236}">
                <a16:creationId xmlns:a16="http://schemas.microsoft.com/office/drawing/2014/main" id="{ED303F8C-D98E-CA95-C504-62D86CBF46B3}"/>
              </a:ext>
            </a:extLst>
          </p:cNvPr>
          <p:cNvSpPr/>
          <p:nvPr/>
        </p:nvSpPr>
        <p:spPr>
          <a:xfrm>
            <a:off x="4398369" y="1333213"/>
            <a:ext cx="93036" cy="65566"/>
          </a:xfrm>
          <a:custGeom>
            <a:avLst/>
            <a:gdLst>
              <a:gd name="connsiteX0" fmla="*/ 18738 w 93036"/>
              <a:gd name="connsiteY0" fmla="*/ 53105 h 65566"/>
              <a:gd name="connsiteX1" fmla="*/ 21263 w 93036"/>
              <a:gd name="connsiteY1" fmla="*/ 49684 h 65566"/>
              <a:gd name="connsiteX2" fmla="*/ 28677 w 93036"/>
              <a:gd name="connsiteY2" fmla="*/ 42598 h 65566"/>
              <a:gd name="connsiteX3" fmla="*/ 36742 w 93036"/>
              <a:gd name="connsiteY3" fmla="*/ 34453 h 65566"/>
              <a:gd name="connsiteX4" fmla="*/ 41630 w 93036"/>
              <a:gd name="connsiteY4" fmla="*/ 26227 h 65566"/>
              <a:gd name="connsiteX5" fmla="*/ 43178 w 93036"/>
              <a:gd name="connsiteY5" fmla="*/ 18000 h 65566"/>
              <a:gd name="connsiteX6" fmla="*/ 37720 w 93036"/>
              <a:gd name="connsiteY6" fmla="*/ 5294 h 65566"/>
              <a:gd name="connsiteX7" fmla="*/ 22811 w 93036"/>
              <a:gd name="connsiteY7" fmla="*/ 163 h 65566"/>
              <a:gd name="connsiteX8" fmla="*/ 8391 w 93036"/>
              <a:gd name="connsiteY8" fmla="*/ 4561 h 65566"/>
              <a:gd name="connsiteX9" fmla="*/ 1548 w 93036"/>
              <a:gd name="connsiteY9" fmla="*/ 19141 h 65566"/>
              <a:gd name="connsiteX10" fmla="*/ 13768 w 93036"/>
              <a:gd name="connsiteY10" fmla="*/ 20362 h 65566"/>
              <a:gd name="connsiteX11" fmla="*/ 16375 w 93036"/>
              <a:gd name="connsiteY11" fmla="*/ 12625 h 65566"/>
              <a:gd name="connsiteX12" fmla="*/ 22485 w 93036"/>
              <a:gd name="connsiteY12" fmla="*/ 10344 h 65566"/>
              <a:gd name="connsiteX13" fmla="*/ 28595 w 93036"/>
              <a:gd name="connsiteY13" fmla="*/ 12543 h 65566"/>
              <a:gd name="connsiteX14" fmla="*/ 30795 w 93036"/>
              <a:gd name="connsiteY14" fmla="*/ 18896 h 65566"/>
              <a:gd name="connsiteX15" fmla="*/ 28269 w 93036"/>
              <a:gd name="connsiteY15" fmla="*/ 26390 h 65566"/>
              <a:gd name="connsiteX16" fmla="*/ 18086 w 93036"/>
              <a:gd name="connsiteY16" fmla="*/ 36896 h 65566"/>
              <a:gd name="connsiteX17" fmla="*/ 4236 w 93036"/>
              <a:gd name="connsiteY17" fmla="*/ 52290 h 65566"/>
              <a:gd name="connsiteX18" fmla="*/ 0 w 93036"/>
              <a:gd name="connsiteY18" fmla="*/ 64589 h 65566"/>
              <a:gd name="connsiteX19" fmla="*/ 43097 w 93036"/>
              <a:gd name="connsiteY19" fmla="*/ 64589 h 65566"/>
              <a:gd name="connsiteX20" fmla="*/ 43097 w 93036"/>
              <a:gd name="connsiteY20" fmla="*/ 53186 h 65566"/>
              <a:gd name="connsiteX21" fmla="*/ 18656 w 93036"/>
              <a:gd name="connsiteY21" fmla="*/ 53186 h 65566"/>
              <a:gd name="connsiteX22" fmla="*/ 57761 w 93036"/>
              <a:gd name="connsiteY22" fmla="*/ 6679 h 65566"/>
              <a:gd name="connsiteX23" fmla="*/ 51488 w 93036"/>
              <a:gd name="connsiteY23" fmla="*/ 32743 h 65566"/>
              <a:gd name="connsiteX24" fmla="*/ 57190 w 93036"/>
              <a:gd name="connsiteY24" fmla="*/ 58399 h 65566"/>
              <a:gd name="connsiteX25" fmla="*/ 72262 w 93036"/>
              <a:gd name="connsiteY25" fmla="*/ 65567 h 65566"/>
              <a:gd name="connsiteX26" fmla="*/ 86763 w 93036"/>
              <a:gd name="connsiteY26" fmla="*/ 58969 h 65566"/>
              <a:gd name="connsiteX27" fmla="*/ 93036 w 93036"/>
              <a:gd name="connsiteY27" fmla="*/ 32824 h 65566"/>
              <a:gd name="connsiteX28" fmla="*/ 86763 w 93036"/>
              <a:gd name="connsiteY28" fmla="*/ 6679 h 65566"/>
              <a:gd name="connsiteX29" fmla="*/ 72180 w 93036"/>
              <a:gd name="connsiteY29" fmla="*/ 0 h 65566"/>
              <a:gd name="connsiteX30" fmla="*/ 57679 w 93036"/>
              <a:gd name="connsiteY30" fmla="*/ 6597 h 65566"/>
              <a:gd name="connsiteX31" fmla="*/ 57679 w 93036"/>
              <a:gd name="connsiteY31" fmla="*/ 6597 h 65566"/>
              <a:gd name="connsiteX32" fmla="*/ 76254 w 93036"/>
              <a:gd name="connsiteY32" fmla="*/ 11729 h 65566"/>
              <a:gd name="connsiteX33" fmla="*/ 79105 w 93036"/>
              <a:gd name="connsiteY33" fmla="*/ 17349 h 65566"/>
              <a:gd name="connsiteX34" fmla="*/ 80246 w 93036"/>
              <a:gd name="connsiteY34" fmla="*/ 32824 h 65566"/>
              <a:gd name="connsiteX35" fmla="*/ 78942 w 93036"/>
              <a:gd name="connsiteY35" fmla="*/ 48869 h 65566"/>
              <a:gd name="connsiteX36" fmla="*/ 76254 w 93036"/>
              <a:gd name="connsiteY36" fmla="*/ 54001 h 65566"/>
              <a:gd name="connsiteX37" fmla="*/ 72262 w 93036"/>
              <a:gd name="connsiteY37" fmla="*/ 55385 h 65566"/>
              <a:gd name="connsiteX38" fmla="*/ 68270 w 93036"/>
              <a:gd name="connsiteY38" fmla="*/ 54001 h 65566"/>
              <a:gd name="connsiteX39" fmla="*/ 65419 w 93036"/>
              <a:gd name="connsiteY39" fmla="*/ 48381 h 65566"/>
              <a:gd name="connsiteX40" fmla="*/ 64278 w 93036"/>
              <a:gd name="connsiteY40" fmla="*/ 32905 h 65566"/>
              <a:gd name="connsiteX41" fmla="*/ 65582 w 93036"/>
              <a:gd name="connsiteY41" fmla="*/ 16860 h 65566"/>
              <a:gd name="connsiteX42" fmla="*/ 68270 w 93036"/>
              <a:gd name="connsiteY42" fmla="*/ 11729 h 65566"/>
              <a:gd name="connsiteX43" fmla="*/ 72262 w 93036"/>
              <a:gd name="connsiteY43" fmla="*/ 10344 h 65566"/>
              <a:gd name="connsiteX44" fmla="*/ 76254 w 93036"/>
              <a:gd name="connsiteY44" fmla="*/ 11729 h 65566"/>
              <a:gd name="connsiteX45" fmla="*/ 76254 w 93036"/>
              <a:gd name="connsiteY45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3036" h="65566">
                <a:moveTo>
                  <a:pt x="18738" y="53105"/>
                </a:moveTo>
                <a:cubicBezTo>
                  <a:pt x="19389" y="51964"/>
                  <a:pt x="20204" y="50824"/>
                  <a:pt x="21263" y="49684"/>
                </a:cubicBezTo>
                <a:cubicBezTo>
                  <a:pt x="22322" y="48544"/>
                  <a:pt x="24766" y="46182"/>
                  <a:pt x="28677" y="42598"/>
                </a:cubicBezTo>
                <a:cubicBezTo>
                  <a:pt x="32587" y="39014"/>
                  <a:pt x="35276" y="36326"/>
                  <a:pt x="36742" y="34453"/>
                </a:cubicBezTo>
                <a:cubicBezTo>
                  <a:pt x="39023" y="31602"/>
                  <a:pt x="40652" y="28833"/>
                  <a:pt x="41630" y="26227"/>
                </a:cubicBezTo>
                <a:cubicBezTo>
                  <a:pt x="42689" y="23620"/>
                  <a:pt x="43178" y="20851"/>
                  <a:pt x="43178" y="18000"/>
                </a:cubicBezTo>
                <a:cubicBezTo>
                  <a:pt x="43178" y="12950"/>
                  <a:pt x="41386" y="8715"/>
                  <a:pt x="37720" y="5294"/>
                </a:cubicBezTo>
                <a:cubicBezTo>
                  <a:pt x="34135" y="1873"/>
                  <a:pt x="29165" y="163"/>
                  <a:pt x="22811" y="163"/>
                </a:cubicBezTo>
                <a:cubicBezTo>
                  <a:pt x="17027" y="163"/>
                  <a:pt x="12220" y="1629"/>
                  <a:pt x="8391" y="4561"/>
                </a:cubicBezTo>
                <a:cubicBezTo>
                  <a:pt x="4562" y="7493"/>
                  <a:pt x="2281" y="12380"/>
                  <a:pt x="1548" y="19141"/>
                </a:cubicBezTo>
                <a:lnTo>
                  <a:pt x="13768" y="20362"/>
                </a:lnTo>
                <a:cubicBezTo>
                  <a:pt x="14012" y="16778"/>
                  <a:pt x="14909" y="14172"/>
                  <a:pt x="16375" y="12625"/>
                </a:cubicBezTo>
                <a:cubicBezTo>
                  <a:pt x="17923" y="11077"/>
                  <a:pt x="19960" y="10344"/>
                  <a:pt x="22485" y="10344"/>
                </a:cubicBezTo>
                <a:cubicBezTo>
                  <a:pt x="25011" y="10344"/>
                  <a:pt x="27129" y="11077"/>
                  <a:pt x="28595" y="12543"/>
                </a:cubicBezTo>
                <a:cubicBezTo>
                  <a:pt x="30062" y="14009"/>
                  <a:pt x="30795" y="16127"/>
                  <a:pt x="30795" y="18896"/>
                </a:cubicBezTo>
                <a:cubicBezTo>
                  <a:pt x="30795" y="21340"/>
                  <a:pt x="29980" y="23865"/>
                  <a:pt x="28269" y="26390"/>
                </a:cubicBezTo>
                <a:cubicBezTo>
                  <a:pt x="27047" y="28263"/>
                  <a:pt x="23626" y="31765"/>
                  <a:pt x="18086" y="36896"/>
                </a:cubicBezTo>
                <a:cubicBezTo>
                  <a:pt x="11161" y="43249"/>
                  <a:pt x="6599" y="48381"/>
                  <a:pt x="4236" y="52290"/>
                </a:cubicBezTo>
                <a:cubicBezTo>
                  <a:pt x="1874" y="56118"/>
                  <a:pt x="489" y="60272"/>
                  <a:pt x="0" y="64589"/>
                </a:cubicBezTo>
                <a:lnTo>
                  <a:pt x="43097" y="64589"/>
                </a:lnTo>
                <a:lnTo>
                  <a:pt x="43097" y="53186"/>
                </a:lnTo>
                <a:lnTo>
                  <a:pt x="18656" y="53186"/>
                </a:lnTo>
                <a:close/>
                <a:moveTo>
                  <a:pt x="57761" y="6679"/>
                </a:moveTo>
                <a:cubicBezTo>
                  <a:pt x="53524" y="11973"/>
                  <a:pt x="51488" y="20688"/>
                  <a:pt x="51488" y="32743"/>
                </a:cubicBezTo>
                <a:cubicBezTo>
                  <a:pt x="51488" y="44797"/>
                  <a:pt x="53361" y="53594"/>
                  <a:pt x="57190" y="58399"/>
                </a:cubicBezTo>
                <a:cubicBezTo>
                  <a:pt x="61019" y="63204"/>
                  <a:pt x="66070" y="65567"/>
                  <a:pt x="72262" y="65567"/>
                </a:cubicBezTo>
                <a:cubicBezTo>
                  <a:pt x="78454" y="65567"/>
                  <a:pt x="83342" y="63367"/>
                  <a:pt x="86763" y="58969"/>
                </a:cubicBezTo>
                <a:cubicBezTo>
                  <a:pt x="91000" y="53675"/>
                  <a:pt x="93036" y="44960"/>
                  <a:pt x="93036" y="32824"/>
                </a:cubicBezTo>
                <a:cubicBezTo>
                  <a:pt x="93036" y="20688"/>
                  <a:pt x="90918" y="11973"/>
                  <a:pt x="86763" y="6679"/>
                </a:cubicBezTo>
                <a:cubicBezTo>
                  <a:pt x="83260" y="2281"/>
                  <a:pt x="78372" y="0"/>
                  <a:pt x="72180" y="0"/>
                </a:cubicBezTo>
                <a:cubicBezTo>
                  <a:pt x="65989" y="0"/>
                  <a:pt x="61101" y="2199"/>
                  <a:pt x="57679" y="6597"/>
                </a:cubicBezTo>
                <a:lnTo>
                  <a:pt x="57679" y="6597"/>
                </a:lnTo>
                <a:close/>
                <a:moveTo>
                  <a:pt x="76254" y="11729"/>
                </a:moveTo>
                <a:cubicBezTo>
                  <a:pt x="77394" y="12706"/>
                  <a:pt x="78372" y="14579"/>
                  <a:pt x="79105" y="17349"/>
                </a:cubicBezTo>
                <a:cubicBezTo>
                  <a:pt x="79838" y="20199"/>
                  <a:pt x="80246" y="25331"/>
                  <a:pt x="80246" y="32824"/>
                </a:cubicBezTo>
                <a:cubicBezTo>
                  <a:pt x="80246" y="40317"/>
                  <a:pt x="79838" y="45693"/>
                  <a:pt x="78942" y="48869"/>
                </a:cubicBezTo>
                <a:cubicBezTo>
                  <a:pt x="78291" y="51313"/>
                  <a:pt x="77394" y="53023"/>
                  <a:pt x="76254" y="54001"/>
                </a:cubicBezTo>
                <a:cubicBezTo>
                  <a:pt x="75113" y="54978"/>
                  <a:pt x="73728" y="55385"/>
                  <a:pt x="72262" y="55385"/>
                </a:cubicBezTo>
                <a:cubicBezTo>
                  <a:pt x="70796" y="55385"/>
                  <a:pt x="69492" y="54897"/>
                  <a:pt x="68270" y="54001"/>
                </a:cubicBezTo>
                <a:cubicBezTo>
                  <a:pt x="67130" y="53105"/>
                  <a:pt x="66152" y="51231"/>
                  <a:pt x="65419" y="48381"/>
                </a:cubicBezTo>
                <a:cubicBezTo>
                  <a:pt x="64685" y="45530"/>
                  <a:pt x="64278" y="40399"/>
                  <a:pt x="64278" y="32905"/>
                </a:cubicBezTo>
                <a:cubicBezTo>
                  <a:pt x="64278" y="25412"/>
                  <a:pt x="64685" y="20037"/>
                  <a:pt x="65582" y="16860"/>
                </a:cubicBezTo>
                <a:cubicBezTo>
                  <a:pt x="66233" y="14417"/>
                  <a:pt x="67130" y="12706"/>
                  <a:pt x="68270" y="11729"/>
                </a:cubicBezTo>
                <a:cubicBezTo>
                  <a:pt x="69411" y="10751"/>
                  <a:pt x="70796" y="10344"/>
                  <a:pt x="72262" y="10344"/>
                </a:cubicBezTo>
                <a:cubicBezTo>
                  <a:pt x="73728" y="10344"/>
                  <a:pt x="75032" y="10833"/>
                  <a:pt x="76254" y="11729"/>
                </a:cubicBezTo>
                <a:lnTo>
                  <a:pt x="76254" y="11729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1" name="자유형 60">
            <a:extLst>
              <a:ext uri="{FF2B5EF4-FFF2-40B4-BE49-F238E27FC236}">
                <a16:creationId xmlns:a16="http://schemas.microsoft.com/office/drawing/2014/main" id="{62BB8682-5C67-032C-C05A-4584AB59CA8D}"/>
              </a:ext>
            </a:extLst>
          </p:cNvPr>
          <p:cNvSpPr/>
          <p:nvPr/>
        </p:nvSpPr>
        <p:spPr>
          <a:xfrm>
            <a:off x="4399673" y="1098640"/>
            <a:ext cx="91732" cy="65566"/>
          </a:xfrm>
          <a:custGeom>
            <a:avLst/>
            <a:gdLst>
              <a:gd name="connsiteX0" fmla="*/ 6599 w 91732"/>
              <a:gd name="connsiteY0" fmla="*/ 60598 h 65566"/>
              <a:gd name="connsiteX1" fmla="*/ 21019 w 91732"/>
              <a:gd name="connsiteY1" fmla="*/ 65566 h 65566"/>
              <a:gd name="connsiteX2" fmla="*/ 36416 w 91732"/>
              <a:gd name="connsiteY2" fmla="*/ 59621 h 65566"/>
              <a:gd name="connsiteX3" fmla="*/ 42608 w 91732"/>
              <a:gd name="connsiteY3" fmla="*/ 45204 h 65566"/>
              <a:gd name="connsiteX4" fmla="*/ 39267 w 91732"/>
              <a:gd name="connsiteY4" fmla="*/ 35267 h 65566"/>
              <a:gd name="connsiteX5" fmla="*/ 30469 w 91732"/>
              <a:gd name="connsiteY5" fmla="*/ 29973 h 65566"/>
              <a:gd name="connsiteX6" fmla="*/ 39675 w 91732"/>
              <a:gd name="connsiteY6" fmla="*/ 16534 h 65566"/>
              <a:gd name="connsiteX7" fmla="*/ 35194 w 91732"/>
              <a:gd name="connsiteY7" fmla="*/ 5864 h 65566"/>
              <a:gd name="connsiteX8" fmla="*/ 20693 w 91732"/>
              <a:gd name="connsiteY8" fmla="*/ 82 h 65566"/>
              <a:gd name="connsiteX9" fmla="*/ 11161 w 91732"/>
              <a:gd name="connsiteY9" fmla="*/ 2036 h 65566"/>
              <a:gd name="connsiteX10" fmla="*/ 4481 w 91732"/>
              <a:gd name="connsiteY10" fmla="*/ 7493 h 65566"/>
              <a:gd name="connsiteX11" fmla="*/ 896 w 91732"/>
              <a:gd name="connsiteY11" fmla="*/ 16778 h 65566"/>
              <a:gd name="connsiteX12" fmla="*/ 12220 w 91732"/>
              <a:gd name="connsiteY12" fmla="*/ 18733 h 65566"/>
              <a:gd name="connsiteX13" fmla="*/ 14909 w 91732"/>
              <a:gd name="connsiteY13" fmla="*/ 12380 h 65566"/>
              <a:gd name="connsiteX14" fmla="*/ 20286 w 91732"/>
              <a:gd name="connsiteY14" fmla="*/ 10181 h 65566"/>
              <a:gd name="connsiteX15" fmla="*/ 25418 w 91732"/>
              <a:gd name="connsiteY15" fmla="*/ 12136 h 65566"/>
              <a:gd name="connsiteX16" fmla="*/ 27373 w 91732"/>
              <a:gd name="connsiteY16" fmla="*/ 17267 h 65566"/>
              <a:gd name="connsiteX17" fmla="*/ 24766 w 91732"/>
              <a:gd name="connsiteY17" fmla="*/ 23376 h 65566"/>
              <a:gd name="connsiteX18" fmla="*/ 17190 w 91732"/>
              <a:gd name="connsiteY18" fmla="*/ 25575 h 65566"/>
              <a:gd name="connsiteX19" fmla="*/ 15805 w 91732"/>
              <a:gd name="connsiteY19" fmla="*/ 35593 h 65566"/>
              <a:gd name="connsiteX20" fmla="*/ 21426 w 91732"/>
              <a:gd name="connsiteY20" fmla="*/ 34697 h 65566"/>
              <a:gd name="connsiteX21" fmla="*/ 27536 w 91732"/>
              <a:gd name="connsiteY21" fmla="*/ 37385 h 65566"/>
              <a:gd name="connsiteX22" fmla="*/ 30062 w 91732"/>
              <a:gd name="connsiteY22" fmla="*/ 44715 h 65566"/>
              <a:gd name="connsiteX23" fmla="*/ 27455 w 91732"/>
              <a:gd name="connsiteY23" fmla="*/ 52534 h 65566"/>
              <a:gd name="connsiteX24" fmla="*/ 21019 w 91732"/>
              <a:gd name="connsiteY24" fmla="*/ 55385 h 65566"/>
              <a:gd name="connsiteX25" fmla="*/ 14990 w 91732"/>
              <a:gd name="connsiteY25" fmla="*/ 52942 h 65566"/>
              <a:gd name="connsiteX26" fmla="*/ 11894 w 91732"/>
              <a:gd name="connsiteY26" fmla="*/ 46019 h 65566"/>
              <a:gd name="connsiteX27" fmla="*/ 0 w 91732"/>
              <a:gd name="connsiteY27" fmla="*/ 47485 h 65566"/>
              <a:gd name="connsiteX28" fmla="*/ 6680 w 91732"/>
              <a:gd name="connsiteY28" fmla="*/ 60598 h 65566"/>
              <a:gd name="connsiteX29" fmla="*/ 6680 w 91732"/>
              <a:gd name="connsiteY29" fmla="*/ 60598 h 65566"/>
              <a:gd name="connsiteX30" fmla="*/ 56457 w 91732"/>
              <a:gd name="connsiteY30" fmla="*/ 6679 h 65566"/>
              <a:gd name="connsiteX31" fmla="*/ 50184 w 91732"/>
              <a:gd name="connsiteY31" fmla="*/ 32742 h 65566"/>
              <a:gd name="connsiteX32" fmla="*/ 55887 w 91732"/>
              <a:gd name="connsiteY32" fmla="*/ 58399 h 65566"/>
              <a:gd name="connsiteX33" fmla="*/ 70958 w 91732"/>
              <a:gd name="connsiteY33" fmla="*/ 65566 h 65566"/>
              <a:gd name="connsiteX34" fmla="*/ 85460 w 91732"/>
              <a:gd name="connsiteY34" fmla="*/ 58969 h 65566"/>
              <a:gd name="connsiteX35" fmla="*/ 91733 w 91732"/>
              <a:gd name="connsiteY35" fmla="*/ 32824 h 65566"/>
              <a:gd name="connsiteX36" fmla="*/ 85460 w 91732"/>
              <a:gd name="connsiteY36" fmla="*/ 6679 h 65566"/>
              <a:gd name="connsiteX37" fmla="*/ 70877 w 91732"/>
              <a:gd name="connsiteY37" fmla="*/ 0 h 65566"/>
              <a:gd name="connsiteX38" fmla="*/ 56376 w 91732"/>
              <a:gd name="connsiteY38" fmla="*/ 6597 h 65566"/>
              <a:gd name="connsiteX39" fmla="*/ 56376 w 91732"/>
              <a:gd name="connsiteY39" fmla="*/ 6597 h 65566"/>
              <a:gd name="connsiteX40" fmla="*/ 74950 w 91732"/>
              <a:gd name="connsiteY40" fmla="*/ 11729 h 65566"/>
              <a:gd name="connsiteX41" fmla="*/ 77802 w 91732"/>
              <a:gd name="connsiteY41" fmla="*/ 17349 h 65566"/>
              <a:gd name="connsiteX42" fmla="*/ 78942 w 91732"/>
              <a:gd name="connsiteY42" fmla="*/ 32824 h 65566"/>
              <a:gd name="connsiteX43" fmla="*/ 77639 w 91732"/>
              <a:gd name="connsiteY43" fmla="*/ 48869 h 65566"/>
              <a:gd name="connsiteX44" fmla="*/ 74950 w 91732"/>
              <a:gd name="connsiteY44" fmla="*/ 54001 h 65566"/>
              <a:gd name="connsiteX45" fmla="*/ 70958 w 91732"/>
              <a:gd name="connsiteY45" fmla="*/ 55385 h 65566"/>
              <a:gd name="connsiteX46" fmla="*/ 66967 w 91732"/>
              <a:gd name="connsiteY46" fmla="*/ 54001 h 65566"/>
              <a:gd name="connsiteX47" fmla="*/ 64115 w 91732"/>
              <a:gd name="connsiteY47" fmla="*/ 48381 h 65566"/>
              <a:gd name="connsiteX48" fmla="*/ 62975 w 91732"/>
              <a:gd name="connsiteY48" fmla="*/ 32905 h 65566"/>
              <a:gd name="connsiteX49" fmla="*/ 64278 w 91732"/>
              <a:gd name="connsiteY49" fmla="*/ 16860 h 65566"/>
              <a:gd name="connsiteX50" fmla="*/ 66967 w 91732"/>
              <a:gd name="connsiteY50" fmla="*/ 11729 h 65566"/>
              <a:gd name="connsiteX51" fmla="*/ 70958 w 91732"/>
              <a:gd name="connsiteY51" fmla="*/ 10344 h 65566"/>
              <a:gd name="connsiteX52" fmla="*/ 74950 w 91732"/>
              <a:gd name="connsiteY52" fmla="*/ 11729 h 65566"/>
              <a:gd name="connsiteX53" fmla="*/ 74950 w 91732"/>
              <a:gd name="connsiteY53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91732" h="65566">
                <a:moveTo>
                  <a:pt x="6599" y="60598"/>
                </a:moveTo>
                <a:cubicBezTo>
                  <a:pt x="10428" y="63937"/>
                  <a:pt x="15234" y="65566"/>
                  <a:pt x="21019" y="65566"/>
                </a:cubicBezTo>
                <a:cubicBezTo>
                  <a:pt x="27129" y="65566"/>
                  <a:pt x="32261" y="63612"/>
                  <a:pt x="36416" y="59621"/>
                </a:cubicBezTo>
                <a:cubicBezTo>
                  <a:pt x="40490" y="55630"/>
                  <a:pt x="42608" y="50824"/>
                  <a:pt x="42608" y="45204"/>
                </a:cubicBezTo>
                <a:cubicBezTo>
                  <a:pt x="42608" y="41295"/>
                  <a:pt x="41467" y="38037"/>
                  <a:pt x="39267" y="35267"/>
                </a:cubicBezTo>
                <a:cubicBezTo>
                  <a:pt x="37068" y="32498"/>
                  <a:pt x="34135" y="30788"/>
                  <a:pt x="30469" y="29973"/>
                </a:cubicBezTo>
                <a:cubicBezTo>
                  <a:pt x="36661" y="26634"/>
                  <a:pt x="39675" y="22154"/>
                  <a:pt x="39675" y="16534"/>
                </a:cubicBezTo>
                <a:cubicBezTo>
                  <a:pt x="39675" y="12543"/>
                  <a:pt x="38208" y="9041"/>
                  <a:pt x="35194" y="5864"/>
                </a:cubicBezTo>
                <a:cubicBezTo>
                  <a:pt x="31528" y="2036"/>
                  <a:pt x="26721" y="82"/>
                  <a:pt x="20693" y="82"/>
                </a:cubicBezTo>
                <a:cubicBezTo>
                  <a:pt x="17190" y="82"/>
                  <a:pt x="14012" y="733"/>
                  <a:pt x="11161" y="2036"/>
                </a:cubicBezTo>
                <a:cubicBezTo>
                  <a:pt x="8310" y="3339"/>
                  <a:pt x="6110" y="5213"/>
                  <a:pt x="4481" y="7493"/>
                </a:cubicBezTo>
                <a:cubicBezTo>
                  <a:pt x="2851" y="9774"/>
                  <a:pt x="1711" y="12950"/>
                  <a:pt x="896" y="16778"/>
                </a:cubicBezTo>
                <a:lnTo>
                  <a:pt x="12220" y="18733"/>
                </a:lnTo>
                <a:cubicBezTo>
                  <a:pt x="12546" y="15964"/>
                  <a:pt x="13442" y="13765"/>
                  <a:pt x="14909" y="12380"/>
                </a:cubicBezTo>
                <a:cubicBezTo>
                  <a:pt x="16375" y="10914"/>
                  <a:pt x="18167" y="10181"/>
                  <a:pt x="20286" y="10181"/>
                </a:cubicBezTo>
                <a:cubicBezTo>
                  <a:pt x="22404" y="10181"/>
                  <a:pt x="24114" y="10833"/>
                  <a:pt x="25418" y="12136"/>
                </a:cubicBezTo>
                <a:cubicBezTo>
                  <a:pt x="26721" y="13439"/>
                  <a:pt x="27373" y="15149"/>
                  <a:pt x="27373" y="17267"/>
                </a:cubicBezTo>
                <a:cubicBezTo>
                  <a:pt x="27373" y="19792"/>
                  <a:pt x="26477" y="21828"/>
                  <a:pt x="24766" y="23376"/>
                </a:cubicBezTo>
                <a:cubicBezTo>
                  <a:pt x="23055" y="24923"/>
                  <a:pt x="20448" y="25656"/>
                  <a:pt x="17190" y="25575"/>
                </a:cubicBezTo>
                <a:lnTo>
                  <a:pt x="15805" y="35593"/>
                </a:lnTo>
                <a:cubicBezTo>
                  <a:pt x="18004" y="34942"/>
                  <a:pt x="19878" y="34697"/>
                  <a:pt x="21426" y="34697"/>
                </a:cubicBezTo>
                <a:cubicBezTo>
                  <a:pt x="23789" y="34697"/>
                  <a:pt x="25825" y="35593"/>
                  <a:pt x="27536" y="37385"/>
                </a:cubicBezTo>
                <a:cubicBezTo>
                  <a:pt x="29165" y="39177"/>
                  <a:pt x="30062" y="41620"/>
                  <a:pt x="30062" y="44715"/>
                </a:cubicBezTo>
                <a:cubicBezTo>
                  <a:pt x="30062" y="47973"/>
                  <a:pt x="29165" y="50580"/>
                  <a:pt x="27455" y="52534"/>
                </a:cubicBezTo>
                <a:cubicBezTo>
                  <a:pt x="25744" y="54489"/>
                  <a:pt x="23544" y="55385"/>
                  <a:pt x="21019" y="55385"/>
                </a:cubicBezTo>
                <a:cubicBezTo>
                  <a:pt x="18656" y="55385"/>
                  <a:pt x="16619" y="54571"/>
                  <a:pt x="14990" y="52942"/>
                </a:cubicBezTo>
                <a:cubicBezTo>
                  <a:pt x="13361" y="51313"/>
                  <a:pt x="12302" y="49032"/>
                  <a:pt x="11894" y="46019"/>
                </a:cubicBezTo>
                <a:lnTo>
                  <a:pt x="0" y="47485"/>
                </a:lnTo>
                <a:cubicBezTo>
                  <a:pt x="652" y="52860"/>
                  <a:pt x="2851" y="57259"/>
                  <a:pt x="6680" y="60598"/>
                </a:cubicBezTo>
                <a:lnTo>
                  <a:pt x="6680" y="60598"/>
                </a:lnTo>
                <a:close/>
                <a:moveTo>
                  <a:pt x="56457" y="6679"/>
                </a:moveTo>
                <a:cubicBezTo>
                  <a:pt x="52221" y="11973"/>
                  <a:pt x="50184" y="20688"/>
                  <a:pt x="50184" y="32742"/>
                </a:cubicBezTo>
                <a:cubicBezTo>
                  <a:pt x="50184" y="44797"/>
                  <a:pt x="52058" y="53593"/>
                  <a:pt x="55887" y="58399"/>
                </a:cubicBezTo>
                <a:cubicBezTo>
                  <a:pt x="59716" y="63204"/>
                  <a:pt x="64767" y="65566"/>
                  <a:pt x="70958" y="65566"/>
                </a:cubicBezTo>
                <a:cubicBezTo>
                  <a:pt x="77150" y="65566"/>
                  <a:pt x="82038" y="63367"/>
                  <a:pt x="85460" y="58969"/>
                </a:cubicBezTo>
                <a:cubicBezTo>
                  <a:pt x="89696" y="53675"/>
                  <a:pt x="91733" y="44960"/>
                  <a:pt x="91733" y="32824"/>
                </a:cubicBezTo>
                <a:cubicBezTo>
                  <a:pt x="91733" y="20688"/>
                  <a:pt x="89615" y="11973"/>
                  <a:pt x="85460" y="6679"/>
                </a:cubicBezTo>
                <a:cubicBezTo>
                  <a:pt x="81957" y="2281"/>
                  <a:pt x="77068" y="0"/>
                  <a:pt x="70877" y="0"/>
                </a:cubicBezTo>
                <a:cubicBezTo>
                  <a:pt x="64685" y="0"/>
                  <a:pt x="59797" y="2199"/>
                  <a:pt x="56376" y="6597"/>
                </a:cubicBezTo>
                <a:lnTo>
                  <a:pt x="56376" y="6597"/>
                </a:lnTo>
                <a:close/>
                <a:moveTo>
                  <a:pt x="74950" y="11729"/>
                </a:moveTo>
                <a:cubicBezTo>
                  <a:pt x="76091" y="12706"/>
                  <a:pt x="77068" y="14579"/>
                  <a:pt x="77802" y="17349"/>
                </a:cubicBezTo>
                <a:cubicBezTo>
                  <a:pt x="78535" y="20199"/>
                  <a:pt x="78942" y="25330"/>
                  <a:pt x="78942" y="32824"/>
                </a:cubicBezTo>
                <a:cubicBezTo>
                  <a:pt x="78942" y="40317"/>
                  <a:pt x="78535" y="45693"/>
                  <a:pt x="77639" y="48869"/>
                </a:cubicBezTo>
                <a:cubicBezTo>
                  <a:pt x="76987" y="51313"/>
                  <a:pt x="76091" y="53023"/>
                  <a:pt x="74950" y="54001"/>
                </a:cubicBezTo>
                <a:cubicBezTo>
                  <a:pt x="73810" y="54978"/>
                  <a:pt x="72425" y="55385"/>
                  <a:pt x="70958" y="55385"/>
                </a:cubicBezTo>
                <a:cubicBezTo>
                  <a:pt x="69492" y="55385"/>
                  <a:pt x="68189" y="54897"/>
                  <a:pt x="66967" y="54001"/>
                </a:cubicBezTo>
                <a:cubicBezTo>
                  <a:pt x="65826" y="53105"/>
                  <a:pt x="64848" y="51231"/>
                  <a:pt x="64115" y="48381"/>
                </a:cubicBezTo>
                <a:cubicBezTo>
                  <a:pt x="63382" y="45530"/>
                  <a:pt x="62975" y="40399"/>
                  <a:pt x="62975" y="32905"/>
                </a:cubicBezTo>
                <a:cubicBezTo>
                  <a:pt x="62975" y="25412"/>
                  <a:pt x="63382" y="20036"/>
                  <a:pt x="64278" y="16860"/>
                </a:cubicBezTo>
                <a:cubicBezTo>
                  <a:pt x="64930" y="14416"/>
                  <a:pt x="65826" y="12706"/>
                  <a:pt x="66967" y="11729"/>
                </a:cubicBezTo>
                <a:cubicBezTo>
                  <a:pt x="68107" y="10751"/>
                  <a:pt x="69492" y="10344"/>
                  <a:pt x="70958" y="10344"/>
                </a:cubicBezTo>
                <a:cubicBezTo>
                  <a:pt x="72425" y="10344"/>
                  <a:pt x="73728" y="10833"/>
                  <a:pt x="74950" y="11729"/>
                </a:cubicBezTo>
                <a:lnTo>
                  <a:pt x="74950" y="11729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2" name="자유형 61">
            <a:extLst>
              <a:ext uri="{FF2B5EF4-FFF2-40B4-BE49-F238E27FC236}">
                <a16:creationId xmlns:a16="http://schemas.microsoft.com/office/drawing/2014/main" id="{EAFB2B7E-97EE-BCE9-91EC-8006C3B758AB}"/>
              </a:ext>
            </a:extLst>
          </p:cNvPr>
          <p:cNvSpPr/>
          <p:nvPr/>
        </p:nvSpPr>
        <p:spPr>
          <a:xfrm>
            <a:off x="4397799" y="864067"/>
            <a:ext cx="93606" cy="65566"/>
          </a:xfrm>
          <a:custGeom>
            <a:avLst/>
            <a:gdLst>
              <a:gd name="connsiteX0" fmla="*/ 38208 w 93606"/>
              <a:gd name="connsiteY0" fmla="*/ 64508 h 65566"/>
              <a:gd name="connsiteX1" fmla="*/ 38208 w 93606"/>
              <a:gd name="connsiteY1" fmla="*/ 51639 h 65566"/>
              <a:gd name="connsiteX2" fmla="*/ 46192 w 93606"/>
              <a:gd name="connsiteY2" fmla="*/ 51639 h 65566"/>
              <a:gd name="connsiteX3" fmla="*/ 46192 w 93606"/>
              <a:gd name="connsiteY3" fmla="*/ 40806 h 65566"/>
              <a:gd name="connsiteX4" fmla="*/ 38208 w 93606"/>
              <a:gd name="connsiteY4" fmla="*/ 40806 h 65566"/>
              <a:gd name="connsiteX5" fmla="*/ 38208 w 93606"/>
              <a:gd name="connsiteY5" fmla="*/ 82 h 65566"/>
              <a:gd name="connsiteX6" fmla="*/ 27862 w 93606"/>
              <a:gd name="connsiteY6" fmla="*/ 82 h 65566"/>
              <a:gd name="connsiteX7" fmla="*/ 0 w 93606"/>
              <a:gd name="connsiteY7" fmla="*/ 40806 h 65566"/>
              <a:gd name="connsiteX8" fmla="*/ 0 w 93606"/>
              <a:gd name="connsiteY8" fmla="*/ 51557 h 65566"/>
              <a:gd name="connsiteX9" fmla="*/ 26233 w 93606"/>
              <a:gd name="connsiteY9" fmla="*/ 51557 h 65566"/>
              <a:gd name="connsiteX10" fmla="*/ 26233 w 93606"/>
              <a:gd name="connsiteY10" fmla="*/ 64426 h 65566"/>
              <a:gd name="connsiteX11" fmla="*/ 38127 w 93606"/>
              <a:gd name="connsiteY11" fmla="*/ 64426 h 65566"/>
              <a:gd name="connsiteX12" fmla="*/ 11568 w 93606"/>
              <a:gd name="connsiteY12" fmla="*/ 40806 h 65566"/>
              <a:gd name="connsiteX13" fmla="*/ 26314 w 93606"/>
              <a:gd name="connsiteY13" fmla="*/ 18896 h 65566"/>
              <a:gd name="connsiteX14" fmla="*/ 26314 w 93606"/>
              <a:gd name="connsiteY14" fmla="*/ 40806 h 65566"/>
              <a:gd name="connsiteX15" fmla="*/ 11568 w 93606"/>
              <a:gd name="connsiteY15" fmla="*/ 40806 h 65566"/>
              <a:gd name="connsiteX16" fmla="*/ 58331 w 93606"/>
              <a:gd name="connsiteY16" fmla="*/ 6679 h 65566"/>
              <a:gd name="connsiteX17" fmla="*/ 52058 w 93606"/>
              <a:gd name="connsiteY17" fmla="*/ 32743 h 65566"/>
              <a:gd name="connsiteX18" fmla="*/ 57761 w 93606"/>
              <a:gd name="connsiteY18" fmla="*/ 58399 h 65566"/>
              <a:gd name="connsiteX19" fmla="*/ 72832 w 93606"/>
              <a:gd name="connsiteY19" fmla="*/ 65567 h 65566"/>
              <a:gd name="connsiteX20" fmla="*/ 87333 w 93606"/>
              <a:gd name="connsiteY20" fmla="*/ 58969 h 65566"/>
              <a:gd name="connsiteX21" fmla="*/ 93606 w 93606"/>
              <a:gd name="connsiteY21" fmla="*/ 32824 h 65566"/>
              <a:gd name="connsiteX22" fmla="*/ 87333 w 93606"/>
              <a:gd name="connsiteY22" fmla="*/ 6679 h 65566"/>
              <a:gd name="connsiteX23" fmla="*/ 72751 w 93606"/>
              <a:gd name="connsiteY23" fmla="*/ 0 h 65566"/>
              <a:gd name="connsiteX24" fmla="*/ 58249 w 93606"/>
              <a:gd name="connsiteY24" fmla="*/ 6598 h 65566"/>
              <a:gd name="connsiteX25" fmla="*/ 58249 w 93606"/>
              <a:gd name="connsiteY25" fmla="*/ 6598 h 65566"/>
              <a:gd name="connsiteX26" fmla="*/ 76824 w 93606"/>
              <a:gd name="connsiteY26" fmla="*/ 11729 h 65566"/>
              <a:gd name="connsiteX27" fmla="*/ 79676 w 93606"/>
              <a:gd name="connsiteY27" fmla="*/ 17349 h 65566"/>
              <a:gd name="connsiteX28" fmla="*/ 80816 w 93606"/>
              <a:gd name="connsiteY28" fmla="*/ 32824 h 65566"/>
              <a:gd name="connsiteX29" fmla="*/ 79513 w 93606"/>
              <a:gd name="connsiteY29" fmla="*/ 48869 h 65566"/>
              <a:gd name="connsiteX30" fmla="*/ 76824 w 93606"/>
              <a:gd name="connsiteY30" fmla="*/ 54001 h 65566"/>
              <a:gd name="connsiteX31" fmla="*/ 72832 w 93606"/>
              <a:gd name="connsiteY31" fmla="*/ 55385 h 65566"/>
              <a:gd name="connsiteX32" fmla="*/ 68840 w 93606"/>
              <a:gd name="connsiteY32" fmla="*/ 54001 h 65566"/>
              <a:gd name="connsiteX33" fmla="*/ 65989 w 93606"/>
              <a:gd name="connsiteY33" fmla="*/ 48381 h 65566"/>
              <a:gd name="connsiteX34" fmla="*/ 64848 w 93606"/>
              <a:gd name="connsiteY34" fmla="*/ 32905 h 65566"/>
              <a:gd name="connsiteX35" fmla="*/ 66152 w 93606"/>
              <a:gd name="connsiteY35" fmla="*/ 16860 h 65566"/>
              <a:gd name="connsiteX36" fmla="*/ 68840 w 93606"/>
              <a:gd name="connsiteY36" fmla="*/ 11729 h 65566"/>
              <a:gd name="connsiteX37" fmla="*/ 72832 w 93606"/>
              <a:gd name="connsiteY37" fmla="*/ 10344 h 65566"/>
              <a:gd name="connsiteX38" fmla="*/ 76824 w 93606"/>
              <a:gd name="connsiteY38" fmla="*/ 11729 h 65566"/>
              <a:gd name="connsiteX39" fmla="*/ 76824 w 93606"/>
              <a:gd name="connsiteY39" fmla="*/ 11729 h 6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3606" h="65566">
                <a:moveTo>
                  <a:pt x="38208" y="64508"/>
                </a:moveTo>
                <a:lnTo>
                  <a:pt x="38208" y="51639"/>
                </a:lnTo>
                <a:lnTo>
                  <a:pt x="46192" y="51639"/>
                </a:lnTo>
                <a:lnTo>
                  <a:pt x="46192" y="40806"/>
                </a:lnTo>
                <a:lnTo>
                  <a:pt x="38208" y="40806"/>
                </a:lnTo>
                <a:lnTo>
                  <a:pt x="38208" y="82"/>
                </a:lnTo>
                <a:lnTo>
                  <a:pt x="27862" y="82"/>
                </a:lnTo>
                <a:lnTo>
                  <a:pt x="0" y="40806"/>
                </a:lnTo>
                <a:lnTo>
                  <a:pt x="0" y="51557"/>
                </a:lnTo>
                <a:lnTo>
                  <a:pt x="26233" y="51557"/>
                </a:lnTo>
                <a:lnTo>
                  <a:pt x="26233" y="64426"/>
                </a:lnTo>
                <a:lnTo>
                  <a:pt x="38127" y="64426"/>
                </a:lnTo>
                <a:close/>
                <a:moveTo>
                  <a:pt x="11568" y="40806"/>
                </a:moveTo>
                <a:lnTo>
                  <a:pt x="26314" y="18896"/>
                </a:lnTo>
                <a:lnTo>
                  <a:pt x="26314" y="40806"/>
                </a:lnTo>
                <a:lnTo>
                  <a:pt x="11568" y="40806"/>
                </a:lnTo>
                <a:close/>
                <a:moveTo>
                  <a:pt x="58331" y="6679"/>
                </a:moveTo>
                <a:cubicBezTo>
                  <a:pt x="54095" y="11973"/>
                  <a:pt x="52058" y="20688"/>
                  <a:pt x="52058" y="32743"/>
                </a:cubicBezTo>
                <a:cubicBezTo>
                  <a:pt x="52058" y="44797"/>
                  <a:pt x="53932" y="53594"/>
                  <a:pt x="57761" y="58399"/>
                </a:cubicBezTo>
                <a:cubicBezTo>
                  <a:pt x="61590" y="63204"/>
                  <a:pt x="66641" y="65567"/>
                  <a:pt x="72832" y="65567"/>
                </a:cubicBezTo>
                <a:cubicBezTo>
                  <a:pt x="79024" y="65567"/>
                  <a:pt x="83912" y="63368"/>
                  <a:pt x="87333" y="58969"/>
                </a:cubicBezTo>
                <a:cubicBezTo>
                  <a:pt x="91570" y="53675"/>
                  <a:pt x="93606" y="44960"/>
                  <a:pt x="93606" y="32824"/>
                </a:cubicBezTo>
                <a:cubicBezTo>
                  <a:pt x="93606" y="20688"/>
                  <a:pt x="91488" y="11973"/>
                  <a:pt x="87333" y="6679"/>
                </a:cubicBezTo>
                <a:cubicBezTo>
                  <a:pt x="83830" y="2281"/>
                  <a:pt x="78942" y="0"/>
                  <a:pt x="72751" y="0"/>
                </a:cubicBezTo>
                <a:cubicBezTo>
                  <a:pt x="66559" y="0"/>
                  <a:pt x="61671" y="2199"/>
                  <a:pt x="58249" y="6598"/>
                </a:cubicBezTo>
                <a:lnTo>
                  <a:pt x="58249" y="6598"/>
                </a:lnTo>
                <a:close/>
                <a:moveTo>
                  <a:pt x="76824" y="11729"/>
                </a:moveTo>
                <a:cubicBezTo>
                  <a:pt x="77965" y="12706"/>
                  <a:pt x="78942" y="14579"/>
                  <a:pt x="79676" y="17349"/>
                </a:cubicBezTo>
                <a:cubicBezTo>
                  <a:pt x="80409" y="20199"/>
                  <a:pt x="80816" y="25331"/>
                  <a:pt x="80816" y="32824"/>
                </a:cubicBezTo>
                <a:cubicBezTo>
                  <a:pt x="80816" y="40317"/>
                  <a:pt x="80409" y="45693"/>
                  <a:pt x="79513" y="48869"/>
                </a:cubicBezTo>
                <a:cubicBezTo>
                  <a:pt x="78861" y="51313"/>
                  <a:pt x="77965" y="53023"/>
                  <a:pt x="76824" y="54001"/>
                </a:cubicBezTo>
                <a:cubicBezTo>
                  <a:pt x="75684" y="54978"/>
                  <a:pt x="74299" y="55385"/>
                  <a:pt x="72832" y="55385"/>
                </a:cubicBezTo>
                <a:cubicBezTo>
                  <a:pt x="71366" y="55385"/>
                  <a:pt x="70062" y="54897"/>
                  <a:pt x="68840" y="54001"/>
                </a:cubicBezTo>
                <a:cubicBezTo>
                  <a:pt x="67700" y="53105"/>
                  <a:pt x="66722" y="51231"/>
                  <a:pt x="65989" y="48381"/>
                </a:cubicBezTo>
                <a:cubicBezTo>
                  <a:pt x="65256" y="45530"/>
                  <a:pt x="64848" y="40399"/>
                  <a:pt x="64848" y="32905"/>
                </a:cubicBezTo>
                <a:cubicBezTo>
                  <a:pt x="64848" y="25412"/>
                  <a:pt x="65256" y="20037"/>
                  <a:pt x="66152" y="16860"/>
                </a:cubicBezTo>
                <a:cubicBezTo>
                  <a:pt x="66804" y="14417"/>
                  <a:pt x="67700" y="12706"/>
                  <a:pt x="68840" y="11729"/>
                </a:cubicBezTo>
                <a:cubicBezTo>
                  <a:pt x="69981" y="10751"/>
                  <a:pt x="71366" y="10344"/>
                  <a:pt x="72832" y="10344"/>
                </a:cubicBezTo>
                <a:cubicBezTo>
                  <a:pt x="74299" y="10344"/>
                  <a:pt x="75602" y="10833"/>
                  <a:pt x="76824" y="11729"/>
                </a:cubicBezTo>
                <a:lnTo>
                  <a:pt x="76824" y="11729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3" name="자유형 62">
            <a:extLst>
              <a:ext uri="{FF2B5EF4-FFF2-40B4-BE49-F238E27FC236}">
                <a16:creationId xmlns:a16="http://schemas.microsoft.com/office/drawing/2014/main" id="{DDC68A7E-EDA1-4AFE-0D87-66BAC7C832EB}"/>
              </a:ext>
            </a:extLst>
          </p:cNvPr>
          <p:cNvSpPr/>
          <p:nvPr/>
        </p:nvSpPr>
        <p:spPr>
          <a:xfrm>
            <a:off x="4400324" y="629494"/>
            <a:ext cx="91080" cy="65647"/>
          </a:xfrm>
          <a:custGeom>
            <a:avLst/>
            <a:gdLst>
              <a:gd name="connsiteX0" fmla="*/ 6599 w 91080"/>
              <a:gd name="connsiteY0" fmla="*/ 60842 h 65647"/>
              <a:gd name="connsiteX1" fmla="*/ 21100 w 91080"/>
              <a:gd name="connsiteY1" fmla="*/ 65648 h 65647"/>
              <a:gd name="connsiteX2" fmla="*/ 38453 w 91080"/>
              <a:gd name="connsiteY2" fmla="*/ 57177 h 65647"/>
              <a:gd name="connsiteX3" fmla="*/ 43015 w 91080"/>
              <a:gd name="connsiteY3" fmla="*/ 43087 h 65647"/>
              <a:gd name="connsiteX4" fmla="*/ 37312 w 91080"/>
              <a:gd name="connsiteY4" fmla="*/ 27611 h 65647"/>
              <a:gd name="connsiteX5" fmla="*/ 23463 w 91080"/>
              <a:gd name="connsiteY5" fmla="*/ 21665 h 65647"/>
              <a:gd name="connsiteX6" fmla="*/ 15071 w 91080"/>
              <a:gd name="connsiteY6" fmla="*/ 23702 h 65647"/>
              <a:gd name="connsiteX7" fmla="*/ 17027 w 91080"/>
              <a:gd name="connsiteY7" fmla="*/ 12788 h 65647"/>
              <a:gd name="connsiteX8" fmla="*/ 40245 w 91080"/>
              <a:gd name="connsiteY8" fmla="*/ 12788 h 65647"/>
              <a:gd name="connsiteX9" fmla="*/ 40245 w 91080"/>
              <a:gd name="connsiteY9" fmla="*/ 1303 h 65647"/>
              <a:gd name="connsiteX10" fmla="*/ 7739 w 91080"/>
              <a:gd name="connsiteY10" fmla="*/ 1303 h 65647"/>
              <a:gd name="connsiteX11" fmla="*/ 1466 w 91080"/>
              <a:gd name="connsiteY11" fmla="*/ 34697 h 65647"/>
              <a:gd name="connsiteX12" fmla="*/ 11405 w 91080"/>
              <a:gd name="connsiteY12" fmla="*/ 36163 h 65647"/>
              <a:gd name="connsiteX13" fmla="*/ 20937 w 91080"/>
              <a:gd name="connsiteY13" fmla="*/ 31521 h 65647"/>
              <a:gd name="connsiteX14" fmla="*/ 27862 w 91080"/>
              <a:gd name="connsiteY14" fmla="*/ 34453 h 65647"/>
              <a:gd name="connsiteX15" fmla="*/ 30469 w 91080"/>
              <a:gd name="connsiteY15" fmla="*/ 43331 h 65647"/>
              <a:gd name="connsiteX16" fmla="*/ 27781 w 91080"/>
              <a:gd name="connsiteY16" fmla="*/ 52779 h 65647"/>
              <a:gd name="connsiteX17" fmla="*/ 21263 w 91080"/>
              <a:gd name="connsiteY17" fmla="*/ 55874 h 65647"/>
              <a:gd name="connsiteX18" fmla="*/ 15316 w 91080"/>
              <a:gd name="connsiteY18" fmla="*/ 53430 h 65647"/>
              <a:gd name="connsiteX19" fmla="*/ 12220 w 91080"/>
              <a:gd name="connsiteY19" fmla="*/ 46833 h 65647"/>
              <a:gd name="connsiteX20" fmla="*/ 0 w 91080"/>
              <a:gd name="connsiteY20" fmla="*/ 48136 h 65647"/>
              <a:gd name="connsiteX21" fmla="*/ 6680 w 91080"/>
              <a:gd name="connsiteY21" fmla="*/ 60924 h 65647"/>
              <a:gd name="connsiteX22" fmla="*/ 6680 w 91080"/>
              <a:gd name="connsiteY22" fmla="*/ 60924 h 65647"/>
              <a:gd name="connsiteX23" fmla="*/ 55805 w 91080"/>
              <a:gd name="connsiteY23" fmla="*/ 6679 h 65647"/>
              <a:gd name="connsiteX24" fmla="*/ 49532 w 91080"/>
              <a:gd name="connsiteY24" fmla="*/ 32742 h 65647"/>
              <a:gd name="connsiteX25" fmla="*/ 55235 w 91080"/>
              <a:gd name="connsiteY25" fmla="*/ 58399 h 65647"/>
              <a:gd name="connsiteX26" fmla="*/ 70307 w 91080"/>
              <a:gd name="connsiteY26" fmla="*/ 65566 h 65647"/>
              <a:gd name="connsiteX27" fmla="*/ 84808 w 91080"/>
              <a:gd name="connsiteY27" fmla="*/ 58969 h 65647"/>
              <a:gd name="connsiteX28" fmla="*/ 91081 w 91080"/>
              <a:gd name="connsiteY28" fmla="*/ 32824 h 65647"/>
              <a:gd name="connsiteX29" fmla="*/ 84808 w 91080"/>
              <a:gd name="connsiteY29" fmla="*/ 6679 h 65647"/>
              <a:gd name="connsiteX30" fmla="*/ 70225 w 91080"/>
              <a:gd name="connsiteY30" fmla="*/ 0 h 65647"/>
              <a:gd name="connsiteX31" fmla="*/ 55724 w 91080"/>
              <a:gd name="connsiteY31" fmla="*/ 6597 h 65647"/>
              <a:gd name="connsiteX32" fmla="*/ 55724 w 91080"/>
              <a:gd name="connsiteY32" fmla="*/ 6597 h 65647"/>
              <a:gd name="connsiteX33" fmla="*/ 74299 w 91080"/>
              <a:gd name="connsiteY33" fmla="*/ 11729 h 65647"/>
              <a:gd name="connsiteX34" fmla="*/ 77150 w 91080"/>
              <a:gd name="connsiteY34" fmla="*/ 17349 h 65647"/>
              <a:gd name="connsiteX35" fmla="*/ 78291 w 91080"/>
              <a:gd name="connsiteY35" fmla="*/ 32824 h 65647"/>
              <a:gd name="connsiteX36" fmla="*/ 76987 w 91080"/>
              <a:gd name="connsiteY36" fmla="*/ 48869 h 65647"/>
              <a:gd name="connsiteX37" fmla="*/ 74299 w 91080"/>
              <a:gd name="connsiteY37" fmla="*/ 54001 h 65647"/>
              <a:gd name="connsiteX38" fmla="*/ 70307 w 91080"/>
              <a:gd name="connsiteY38" fmla="*/ 55385 h 65647"/>
              <a:gd name="connsiteX39" fmla="*/ 66315 w 91080"/>
              <a:gd name="connsiteY39" fmla="*/ 54001 h 65647"/>
              <a:gd name="connsiteX40" fmla="*/ 63463 w 91080"/>
              <a:gd name="connsiteY40" fmla="*/ 48381 h 65647"/>
              <a:gd name="connsiteX41" fmla="*/ 62323 w 91080"/>
              <a:gd name="connsiteY41" fmla="*/ 32905 h 65647"/>
              <a:gd name="connsiteX42" fmla="*/ 63626 w 91080"/>
              <a:gd name="connsiteY42" fmla="*/ 16860 h 65647"/>
              <a:gd name="connsiteX43" fmla="*/ 66315 w 91080"/>
              <a:gd name="connsiteY43" fmla="*/ 11729 h 65647"/>
              <a:gd name="connsiteX44" fmla="*/ 70307 w 91080"/>
              <a:gd name="connsiteY44" fmla="*/ 10344 h 65647"/>
              <a:gd name="connsiteX45" fmla="*/ 74299 w 91080"/>
              <a:gd name="connsiteY45" fmla="*/ 11729 h 65647"/>
              <a:gd name="connsiteX46" fmla="*/ 74299 w 91080"/>
              <a:gd name="connsiteY46" fmla="*/ 11729 h 65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91080" h="65647">
                <a:moveTo>
                  <a:pt x="6599" y="60842"/>
                </a:moveTo>
                <a:cubicBezTo>
                  <a:pt x="10346" y="64019"/>
                  <a:pt x="15153" y="65648"/>
                  <a:pt x="21100" y="65648"/>
                </a:cubicBezTo>
                <a:cubicBezTo>
                  <a:pt x="28514" y="65648"/>
                  <a:pt x="34298" y="62797"/>
                  <a:pt x="38453" y="57177"/>
                </a:cubicBezTo>
                <a:cubicBezTo>
                  <a:pt x="41549" y="53023"/>
                  <a:pt x="43015" y="48299"/>
                  <a:pt x="43015" y="43087"/>
                </a:cubicBezTo>
                <a:cubicBezTo>
                  <a:pt x="43015" y="36734"/>
                  <a:pt x="41141" y="31602"/>
                  <a:pt x="37312" y="27611"/>
                </a:cubicBezTo>
                <a:cubicBezTo>
                  <a:pt x="33483" y="23620"/>
                  <a:pt x="28921" y="21665"/>
                  <a:pt x="23463" y="21665"/>
                </a:cubicBezTo>
                <a:cubicBezTo>
                  <a:pt x="20611" y="21665"/>
                  <a:pt x="17841" y="22317"/>
                  <a:pt x="15071" y="23702"/>
                </a:cubicBezTo>
                <a:lnTo>
                  <a:pt x="17027" y="12788"/>
                </a:lnTo>
                <a:lnTo>
                  <a:pt x="40245" y="12788"/>
                </a:lnTo>
                <a:lnTo>
                  <a:pt x="40245" y="1303"/>
                </a:lnTo>
                <a:lnTo>
                  <a:pt x="7739" y="1303"/>
                </a:lnTo>
                <a:lnTo>
                  <a:pt x="1466" y="34697"/>
                </a:lnTo>
                <a:lnTo>
                  <a:pt x="11405" y="36163"/>
                </a:lnTo>
                <a:cubicBezTo>
                  <a:pt x="14175" y="33068"/>
                  <a:pt x="17353" y="31521"/>
                  <a:pt x="20937" y="31521"/>
                </a:cubicBezTo>
                <a:cubicBezTo>
                  <a:pt x="23789" y="31521"/>
                  <a:pt x="26070" y="32498"/>
                  <a:pt x="27862" y="34453"/>
                </a:cubicBezTo>
                <a:cubicBezTo>
                  <a:pt x="29654" y="36408"/>
                  <a:pt x="30469" y="39340"/>
                  <a:pt x="30469" y="43331"/>
                </a:cubicBezTo>
                <a:cubicBezTo>
                  <a:pt x="30469" y="47566"/>
                  <a:pt x="29573" y="50661"/>
                  <a:pt x="27781" y="52779"/>
                </a:cubicBezTo>
                <a:cubicBezTo>
                  <a:pt x="25988" y="54897"/>
                  <a:pt x="23789" y="55874"/>
                  <a:pt x="21263" y="55874"/>
                </a:cubicBezTo>
                <a:cubicBezTo>
                  <a:pt x="18982" y="55874"/>
                  <a:pt x="17027" y="55060"/>
                  <a:pt x="15316" y="53430"/>
                </a:cubicBezTo>
                <a:cubicBezTo>
                  <a:pt x="13605" y="51802"/>
                  <a:pt x="12546" y="49602"/>
                  <a:pt x="12220" y="46833"/>
                </a:cubicBezTo>
                <a:lnTo>
                  <a:pt x="0" y="48136"/>
                </a:lnTo>
                <a:cubicBezTo>
                  <a:pt x="733" y="53512"/>
                  <a:pt x="2933" y="57747"/>
                  <a:pt x="6680" y="60924"/>
                </a:cubicBezTo>
                <a:lnTo>
                  <a:pt x="6680" y="60924"/>
                </a:lnTo>
                <a:close/>
                <a:moveTo>
                  <a:pt x="55805" y="6679"/>
                </a:moveTo>
                <a:cubicBezTo>
                  <a:pt x="51569" y="11973"/>
                  <a:pt x="49532" y="20688"/>
                  <a:pt x="49532" y="32742"/>
                </a:cubicBezTo>
                <a:cubicBezTo>
                  <a:pt x="49532" y="44797"/>
                  <a:pt x="51406" y="53594"/>
                  <a:pt x="55235" y="58399"/>
                </a:cubicBezTo>
                <a:cubicBezTo>
                  <a:pt x="59064" y="63204"/>
                  <a:pt x="64115" y="65566"/>
                  <a:pt x="70307" y="65566"/>
                </a:cubicBezTo>
                <a:cubicBezTo>
                  <a:pt x="76498" y="65566"/>
                  <a:pt x="81386" y="63367"/>
                  <a:pt x="84808" y="58969"/>
                </a:cubicBezTo>
                <a:cubicBezTo>
                  <a:pt x="89044" y="53675"/>
                  <a:pt x="91081" y="44960"/>
                  <a:pt x="91081" y="32824"/>
                </a:cubicBezTo>
                <a:cubicBezTo>
                  <a:pt x="91081" y="20688"/>
                  <a:pt x="88963" y="11973"/>
                  <a:pt x="84808" y="6679"/>
                </a:cubicBezTo>
                <a:cubicBezTo>
                  <a:pt x="81305" y="2281"/>
                  <a:pt x="76417" y="0"/>
                  <a:pt x="70225" y="0"/>
                </a:cubicBezTo>
                <a:cubicBezTo>
                  <a:pt x="64034" y="0"/>
                  <a:pt x="59146" y="2199"/>
                  <a:pt x="55724" y="6597"/>
                </a:cubicBezTo>
                <a:lnTo>
                  <a:pt x="55724" y="6597"/>
                </a:lnTo>
                <a:close/>
                <a:moveTo>
                  <a:pt x="74299" y="11729"/>
                </a:moveTo>
                <a:cubicBezTo>
                  <a:pt x="75439" y="12706"/>
                  <a:pt x="76417" y="14579"/>
                  <a:pt x="77150" y="17349"/>
                </a:cubicBezTo>
                <a:cubicBezTo>
                  <a:pt x="77883" y="20199"/>
                  <a:pt x="78291" y="25331"/>
                  <a:pt x="78291" y="32824"/>
                </a:cubicBezTo>
                <a:cubicBezTo>
                  <a:pt x="78291" y="40317"/>
                  <a:pt x="77883" y="45693"/>
                  <a:pt x="76987" y="48869"/>
                </a:cubicBezTo>
                <a:cubicBezTo>
                  <a:pt x="76335" y="51313"/>
                  <a:pt x="75439" y="53023"/>
                  <a:pt x="74299" y="54001"/>
                </a:cubicBezTo>
                <a:cubicBezTo>
                  <a:pt x="73158" y="54978"/>
                  <a:pt x="71773" y="55385"/>
                  <a:pt x="70307" y="55385"/>
                </a:cubicBezTo>
                <a:cubicBezTo>
                  <a:pt x="68840" y="55385"/>
                  <a:pt x="67537" y="54897"/>
                  <a:pt x="66315" y="54001"/>
                </a:cubicBezTo>
                <a:cubicBezTo>
                  <a:pt x="65174" y="53105"/>
                  <a:pt x="64197" y="51231"/>
                  <a:pt x="63463" y="48381"/>
                </a:cubicBezTo>
                <a:cubicBezTo>
                  <a:pt x="62730" y="45530"/>
                  <a:pt x="62323" y="40399"/>
                  <a:pt x="62323" y="32905"/>
                </a:cubicBezTo>
                <a:cubicBezTo>
                  <a:pt x="62323" y="25412"/>
                  <a:pt x="62730" y="20036"/>
                  <a:pt x="63626" y="16860"/>
                </a:cubicBezTo>
                <a:cubicBezTo>
                  <a:pt x="64278" y="14416"/>
                  <a:pt x="65174" y="12706"/>
                  <a:pt x="66315" y="11729"/>
                </a:cubicBezTo>
                <a:cubicBezTo>
                  <a:pt x="67455" y="10751"/>
                  <a:pt x="68840" y="10344"/>
                  <a:pt x="70307" y="10344"/>
                </a:cubicBezTo>
                <a:cubicBezTo>
                  <a:pt x="71773" y="10344"/>
                  <a:pt x="73077" y="10833"/>
                  <a:pt x="74299" y="11729"/>
                </a:cubicBezTo>
                <a:lnTo>
                  <a:pt x="74299" y="11729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48DDD80F-5291-7278-3E4A-819C3195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931" y="1560130"/>
            <a:ext cx="88718" cy="16126"/>
          </a:xfrm>
          <a:custGeom>
            <a:avLst/>
            <a:gdLst>
              <a:gd name="connsiteX0" fmla="*/ 222 w 88718"/>
              <a:gd name="connsiteY0" fmla="*/ 434 h 16126"/>
              <a:gd name="connsiteX1" fmla="*/ 88940 w 88718"/>
              <a:gd name="connsiteY1" fmla="*/ 434 h 16126"/>
              <a:gd name="connsiteX2" fmla="*/ 88940 w 88718"/>
              <a:gd name="connsiteY2" fmla="*/ 16561 h 16126"/>
              <a:gd name="connsiteX3" fmla="*/ 222 w 88718"/>
              <a:gd name="connsiteY3" fmla="*/ 16561 h 1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8" h="16126">
                <a:moveTo>
                  <a:pt x="222" y="434"/>
                </a:moveTo>
                <a:lnTo>
                  <a:pt x="88940" y="434"/>
                </a:lnTo>
                <a:lnTo>
                  <a:pt x="88940" y="16561"/>
                </a:lnTo>
                <a:lnTo>
                  <a:pt x="222" y="16561"/>
                </a:lnTo>
                <a:close/>
              </a:path>
            </a:pathLst>
          </a:custGeom>
        </p:spPr>
      </p:pic>
      <p:grpSp>
        <p:nvGrpSpPr>
          <p:cNvPr id="65" name="그래픽 260">
            <a:extLst>
              <a:ext uri="{FF2B5EF4-FFF2-40B4-BE49-F238E27FC236}">
                <a16:creationId xmlns:a16="http://schemas.microsoft.com/office/drawing/2014/main" id="{A20DF67A-809E-2CA2-A31B-889B49522F1F}"/>
              </a:ext>
            </a:extLst>
          </p:cNvPr>
          <p:cNvGrpSpPr/>
          <p:nvPr/>
        </p:nvGrpSpPr>
        <p:grpSpPr>
          <a:xfrm>
            <a:off x="4624931" y="1343150"/>
            <a:ext cx="88962" cy="258030"/>
            <a:chOff x="5569473" y="3332727"/>
            <a:chExt cx="88962" cy="258030"/>
          </a:xfrm>
          <a:noFill/>
        </p:grpSpPr>
        <p:sp>
          <p:nvSpPr>
            <p:cNvPr id="66" name="자유형 65">
              <a:extLst>
                <a:ext uri="{FF2B5EF4-FFF2-40B4-BE49-F238E27FC236}">
                  <a16:creationId xmlns:a16="http://schemas.microsoft.com/office/drawing/2014/main" id="{A81D9090-D249-5144-933F-865370C0C804}"/>
                </a:ext>
              </a:extLst>
            </p:cNvPr>
            <p:cNvSpPr/>
            <p:nvPr/>
          </p:nvSpPr>
          <p:spPr>
            <a:xfrm>
              <a:off x="5569473" y="3546368"/>
              <a:ext cx="88962" cy="18406"/>
            </a:xfrm>
            <a:custGeom>
              <a:avLst/>
              <a:gdLst>
                <a:gd name="connsiteX0" fmla="*/ 0 w 88962"/>
                <a:gd name="connsiteY0" fmla="*/ 0 h 5864"/>
                <a:gd name="connsiteX1" fmla="*/ 88963 w 88962"/>
                <a:gd name="connsiteY1" fmla="*/ 0 h 5864"/>
                <a:gd name="connsiteX2" fmla="*/ 88963 w 88962"/>
                <a:gd name="connsiteY2" fmla="*/ 5864 h 5864"/>
                <a:gd name="connsiteX3" fmla="*/ 0 w 88962"/>
                <a:gd name="connsiteY3" fmla="*/ 5864 h 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62" h="5864">
                  <a:moveTo>
                    <a:pt x="0" y="0"/>
                  </a:moveTo>
                  <a:lnTo>
                    <a:pt x="88963" y="0"/>
                  </a:lnTo>
                  <a:lnTo>
                    <a:pt x="88963" y="5864"/>
                  </a:lnTo>
                  <a:lnTo>
                    <a:pt x="0" y="5864"/>
                  </a:lnTo>
                  <a:close/>
                </a:path>
              </a:pathLst>
            </a:custGeom>
            <a:noFill/>
            <a:ln w="1756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 66">
              <a:extLst>
                <a:ext uri="{FF2B5EF4-FFF2-40B4-BE49-F238E27FC236}">
                  <a16:creationId xmlns:a16="http://schemas.microsoft.com/office/drawing/2014/main" id="{E131FDE1-E2CC-829F-C321-D4CDB3B3EB9A}"/>
                </a:ext>
              </a:extLst>
            </p:cNvPr>
            <p:cNvSpPr/>
            <p:nvPr/>
          </p:nvSpPr>
          <p:spPr>
            <a:xfrm>
              <a:off x="5569473" y="3332727"/>
              <a:ext cx="87985" cy="258030"/>
            </a:xfrm>
            <a:custGeom>
              <a:avLst/>
              <a:gdLst>
                <a:gd name="connsiteX0" fmla="*/ 43993 w 87985"/>
                <a:gd name="connsiteY0" fmla="*/ 0 h 258030"/>
                <a:gd name="connsiteX1" fmla="*/ 43993 w 87985"/>
                <a:gd name="connsiteY1" fmla="*/ 211116 h 258030"/>
                <a:gd name="connsiteX2" fmla="*/ 17597 w 87985"/>
                <a:gd name="connsiteY2" fmla="*/ 0 h 258030"/>
                <a:gd name="connsiteX3" fmla="*/ 71366 w 87985"/>
                <a:gd name="connsiteY3" fmla="*/ 0 h 258030"/>
                <a:gd name="connsiteX4" fmla="*/ 43993 w 87985"/>
                <a:gd name="connsiteY4" fmla="*/ 234573 h 258030"/>
                <a:gd name="connsiteX5" fmla="*/ 43993 w 87985"/>
                <a:gd name="connsiteY5" fmla="*/ 258030 h 258030"/>
                <a:gd name="connsiteX6" fmla="*/ 17597 w 87985"/>
                <a:gd name="connsiteY6" fmla="*/ 258030 h 258030"/>
                <a:gd name="connsiteX7" fmla="*/ 71366 w 87985"/>
                <a:gd name="connsiteY7" fmla="*/ 258030 h 258030"/>
                <a:gd name="connsiteX8" fmla="*/ 0 w 87985"/>
                <a:gd name="connsiteY8" fmla="*/ 234573 h 258030"/>
                <a:gd name="connsiteX9" fmla="*/ 87985 w 87985"/>
                <a:gd name="connsiteY9" fmla="*/ 234573 h 25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7985" h="258030">
                  <a:moveTo>
                    <a:pt x="43993" y="0"/>
                  </a:moveTo>
                  <a:lnTo>
                    <a:pt x="43993" y="211116"/>
                  </a:lnTo>
                  <a:moveTo>
                    <a:pt x="17597" y="0"/>
                  </a:moveTo>
                  <a:lnTo>
                    <a:pt x="71366" y="0"/>
                  </a:lnTo>
                  <a:moveTo>
                    <a:pt x="43993" y="234573"/>
                  </a:moveTo>
                  <a:lnTo>
                    <a:pt x="43993" y="258030"/>
                  </a:lnTo>
                  <a:moveTo>
                    <a:pt x="17597" y="258030"/>
                  </a:moveTo>
                  <a:lnTo>
                    <a:pt x="71366" y="258030"/>
                  </a:lnTo>
                  <a:moveTo>
                    <a:pt x="0" y="234573"/>
                  </a:moveTo>
                  <a:lnTo>
                    <a:pt x="87985" y="234573"/>
                  </a:lnTo>
                </a:path>
              </a:pathLst>
            </a:custGeom>
            <a:noFill/>
            <a:ln w="17566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68" name="자유형 67">
            <a:extLst>
              <a:ext uri="{FF2B5EF4-FFF2-40B4-BE49-F238E27FC236}">
                <a16:creationId xmlns:a16="http://schemas.microsoft.com/office/drawing/2014/main" id="{B257A1BE-8BAF-03A2-9287-AB09E83F21B5}"/>
              </a:ext>
            </a:extLst>
          </p:cNvPr>
          <p:cNvSpPr/>
          <p:nvPr/>
        </p:nvSpPr>
        <p:spPr>
          <a:xfrm>
            <a:off x="4775484" y="1833310"/>
            <a:ext cx="106559" cy="8144"/>
          </a:xfrm>
          <a:custGeom>
            <a:avLst/>
            <a:gdLst>
              <a:gd name="connsiteX0" fmla="*/ 0 w 106559"/>
              <a:gd name="connsiteY0" fmla="*/ 0 h 8144"/>
              <a:gd name="connsiteX1" fmla="*/ 106560 w 106559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559" h="8144">
                <a:moveTo>
                  <a:pt x="0" y="0"/>
                </a:moveTo>
                <a:lnTo>
                  <a:pt x="106560" y="0"/>
                </a:lnTo>
              </a:path>
            </a:pathLst>
          </a:custGeom>
          <a:ln w="1756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9" name="자유형 68">
            <a:extLst>
              <a:ext uri="{FF2B5EF4-FFF2-40B4-BE49-F238E27FC236}">
                <a16:creationId xmlns:a16="http://schemas.microsoft.com/office/drawing/2014/main" id="{A94AC3F5-AA33-284B-EA77-C3A01804CAD0}"/>
              </a:ext>
            </a:extLst>
          </p:cNvPr>
          <p:cNvSpPr/>
          <p:nvPr/>
        </p:nvSpPr>
        <p:spPr>
          <a:xfrm>
            <a:off x="4784282" y="1765381"/>
            <a:ext cx="87985" cy="68417"/>
          </a:xfrm>
          <a:custGeom>
            <a:avLst/>
            <a:gdLst>
              <a:gd name="connsiteX0" fmla="*/ 43993 w 87985"/>
              <a:gd name="connsiteY0" fmla="*/ 0 h 68417"/>
              <a:gd name="connsiteX1" fmla="*/ 43993 w 87985"/>
              <a:gd name="connsiteY1" fmla="*/ 67440 h 68417"/>
              <a:gd name="connsiteX2" fmla="*/ 17597 w 87985"/>
              <a:gd name="connsiteY2" fmla="*/ 0 h 68417"/>
              <a:gd name="connsiteX3" fmla="*/ 71366 w 87985"/>
              <a:gd name="connsiteY3" fmla="*/ 0 h 68417"/>
              <a:gd name="connsiteX4" fmla="*/ 0 w 87985"/>
              <a:gd name="connsiteY4" fmla="*/ 68417 h 68417"/>
              <a:gd name="connsiteX5" fmla="*/ 87985 w 87985"/>
              <a:gd name="connsiteY5" fmla="*/ 68417 h 68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985" h="68417">
                <a:moveTo>
                  <a:pt x="43993" y="0"/>
                </a:moveTo>
                <a:lnTo>
                  <a:pt x="43993" y="67440"/>
                </a:lnTo>
                <a:moveTo>
                  <a:pt x="17597" y="0"/>
                </a:moveTo>
                <a:lnTo>
                  <a:pt x="71366" y="0"/>
                </a:lnTo>
                <a:moveTo>
                  <a:pt x="0" y="68417"/>
                </a:moveTo>
                <a:lnTo>
                  <a:pt x="87985" y="68417"/>
                </a:lnTo>
              </a:path>
            </a:pathLst>
          </a:custGeom>
          <a:noFill/>
          <a:ln w="17566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0" name="자유형 69">
            <a:extLst>
              <a:ext uri="{FF2B5EF4-FFF2-40B4-BE49-F238E27FC236}">
                <a16:creationId xmlns:a16="http://schemas.microsoft.com/office/drawing/2014/main" id="{40BBACA1-EE00-61BB-15F0-D82F5D694DEF}"/>
              </a:ext>
            </a:extLst>
          </p:cNvPr>
          <p:cNvSpPr/>
          <p:nvPr/>
        </p:nvSpPr>
        <p:spPr>
          <a:xfrm>
            <a:off x="4943633" y="1818160"/>
            <a:ext cx="88962" cy="3909"/>
          </a:xfrm>
          <a:custGeom>
            <a:avLst/>
            <a:gdLst>
              <a:gd name="connsiteX0" fmla="*/ 0 w 88962"/>
              <a:gd name="connsiteY0" fmla="*/ 0 h 3909"/>
              <a:gd name="connsiteX1" fmla="*/ 88963 w 88962"/>
              <a:gd name="connsiteY1" fmla="*/ 0 h 3909"/>
              <a:gd name="connsiteX2" fmla="*/ 88963 w 88962"/>
              <a:gd name="connsiteY2" fmla="*/ 3910 h 3909"/>
              <a:gd name="connsiteX3" fmla="*/ 0 w 88962"/>
              <a:gd name="connsiteY3" fmla="*/ 3910 h 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62" h="3909">
                <a:moveTo>
                  <a:pt x="0" y="0"/>
                </a:moveTo>
                <a:lnTo>
                  <a:pt x="88963" y="0"/>
                </a:lnTo>
                <a:lnTo>
                  <a:pt x="88963" y="3910"/>
                </a:lnTo>
                <a:lnTo>
                  <a:pt x="0" y="3910"/>
                </a:lnTo>
                <a:close/>
              </a:path>
            </a:pathLst>
          </a:custGeom>
          <a:solidFill>
            <a:srgbClr val="919191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71" name="그래픽 260">
            <a:extLst>
              <a:ext uri="{FF2B5EF4-FFF2-40B4-BE49-F238E27FC236}">
                <a16:creationId xmlns:a16="http://schemas.microsoft.com/office/drawing/2014/main" id="{0FB40ADB-2F0A-E33B-ABD9-90FF26C2ED3E}"/>
              </a:ext>
            </a:extLst>
          </p:cNvPr>
          <p:cNvGrpSpPr/>
          <p:nvPr/>
        </p:nvGrpSpPr>
        <p:grpSpPr>
          <a:xfrm>
            <a:off x="4943633" y="1776132"/>
            <a:ext cx="88962" cy="56688"/>
            <a:chOff x="5888175" y="3765709"/>
            <a:chExt cx="88962" cy="56688"/>
          </a:xfrm>
          <a:noFill/>
        </p:grpSpPr>
        <p:sp>
          <p:nvSpPr>
            <p:cNvPr id="72" name="자유형 71">
              <a:extLst>
                <a:ext uri="{FF2B5EF4-FFF2-40B4-BE49-F238E27FC236}">
                  <a16:creationId xmlns:a16="http://schemas.microsoft.com/office/drawing/2014/main" id="{0B8D7A0B-3BA8-F9F2-C87C-C04987B0B9DB}"/>
                </a:ext>
              </a:extLst>
            </p:cNvPr>
            <p:cNvSpPr/>
            <p:nvPr/>
          </p:nvSpPr>
          <p:spPr>
            <a:xfrm>
              <a:off x="5888175" y="3807737"/>
              <a:ext cx="88962" cy="3909"/>
            </a:xfrm>
            <a:custGeom>
              <a:avLst/>
              <a:gdLst>
                <a:gd name="connsiteX0" fmla="*/ 0 w 88962"/>
                <a:gd name="connsiteY0" fmla="*/ 0 h 3909"/>
                <a:gd name="connsiteX1" fmla="*/ 88963 w 88962"/>
                <a:gd name="connsiteY1" fmla="*/ 0 h 3909"/>
                <a:gd name="connsiteX2" fmla="*/ 88963 w 88962"/>
                <a:gd name="connsiteY2" fmla="*/ 3910 h 3909"/>
                <a:gd name="connsiteX3" fmla="*/ 0 w 88962"/>
                <a:gd name="connsiteY3" fmla="*/ 3910 h 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62" h="3909">
                  <a:moveTo>
                    <a:pt x="0" y="0"/>
                  </a:moveTo>
                  <a:lnTo>
                    <a:pt x="88963" y="0"/>
                  </a:lnTo>
                  <a:lnTo>
                    <a:pt x="88963" y="3910"/>
                  </a:lnTo>
                  <a:lnTo>
                    <a:pt x="0" y="3910"/>
                  </a:lnTo>
                  <a:close/>
                </a:path>
              </a:pathLst>
            </a:custGeom>
            <a:noFill/>
            <a:ln w="1756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 72">
              <a:extLst>
                <a:ext uri="{FF2B5EF4-FFF2-40B4-BE49-F238E27FC236}">
                  <a16:creationId xmlns:a16="http://schemas.microsoft.com/office/drawing/2014/main" id="{415B5F18-E887-D881-98A6-B6D12547B29B}"/>
                </a:ext>
              </a:extLst>
            </p:cNvPr>
            <p:cNvSpPr/>
            <p:nvPr/>
          </p:nvSpPr>
          <p:spPr>
            <a:xfrm>
              <a:off x="5888175" y="3765709"/>
              <a:ext cx="87985" cy="56688"/>
            </a:xfrm>
            <a:custGeom>
              <a:avLst/>
              <a:gdLst>
                <a:gd name="connsiteX0" fmla="*/ 43993 w 87985"/>
                <a:gd name="connsiteY0" fmla="*/ 0 h 56688"/>
                <a:gd name="connsiteX1" fmla="*/ 43993 w 87985"/>
                <a:gd name="connsiteY1" fmla="*/ 33231 h 56688"/>
                <a:gd name="connsiteX2" fmla="*/ 17597 w 87985"/>
                <a:gd name="connsiteY2" fmla="*/ 0 h 56688"/>
                <a:gd name="connsiteX3" fmla="*/ 71366 w 87985"/>
                <a:gd name="connsiteY3" fmla="*/ 0 h 56688"/>
                <a:gd name="connsiteX4" fmla="*/ 43993 w 87985"/>
                <a:gd name="connsiteY4" fmla="*/ 54734 h 56688"/>
                <a:gd name="connsiteX5" fmla="*/ 43993 w 87985"/>
                <a:gd name="connsiteY5" fmla="*/ 56688 h 56688"/>
                <a:gd name="connsiteX6" fmla="*/ 17597 w 87985"/>
                <a:gd name="connsiteY6" fmla="*/ 56688 h 56688"/>
                <a:gd name="connsiteX7" fmla="*/ 71366 w 87985"/>
                <a:gd name="connsiteY7" fmla="*/ 56688 h 56688"/>
                <a:gd name="connsiteX8" fmla="*/ 0 w 87985"/>
                <a:gd name="connsiteY8" fmla="*/ 40073 h 56688"/>
                <a:gd name="connsiteX9" fmla="*/ 87985 w 87985"/>
                <a:gd name="connsiteY9" fmla="*/ 40073 h 5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7985" h="56688">
                  <a:moveTo>
                    <a:pt x="43993" y="0"/>
                  </a:moveTo>
                  <a:lnTo>
                    <a:pt x="43993" y="33231"/>
                  </a:lnTo>
                  <a:moveTo>
                    <a:pt x="17597" y="0"/>
                  </a:moveTo>
                  <a:lnTo>
                    <a:pt x="71366" y="0"/>
                  </a:lnTo>
                  <a:moveTo>
                    <a:pt x="43993" y="54734"/>
                  </a:moveTo>
                  <a:lnTo>
                    <a:pt x="43993" y="56688"/>
                  </a:lnTo>
                  <a:moveTo>
                    <a:pt x="17597" y="56688"/>
                  </a:moveTo>
                  <a:lnTo>
                    <a:pt x="71366" y="56688"/>
                  </a:lnTo>
                  <a:moveTo>
                    <a:pt x="0" y="40073"/>
                  </a:moveTo>
                  <a:lnTo>
                    <a:pt x="87985" y="40073"/>
                  </a:lnTo>
                </a:path>
              </a:pathLst>
            </a:custGeom>
            <a:noFill/>
            <a:ln w="17566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74" name="자유형 73">
            <a:extLst>
              <a:ext uri="{FF2B5EF4-FFF2-40B4-BE49-F238E27FC236}">
                <a16:creationId xmlns:a16="http://schemas.microsoft.com/office/drawing/2014/main" id="{43931D71-D063-2B49-2CE7-F4C3294A63A0}"/>
              </a:ext>
            </a:extLst>
          </p:cNvPr>
          <p:cNvSpPr/>
          <p:nvPr/>
        </p:nvSpPr>
        <p:spPr>
          <a:xfrm>
            <a:off x="5102984" y="1527876"/>
            <a:ext cx="88962" cy="5864"/>
          </a:xfrm>
          <a:custGeom>
            <a:avLst/>
            <a:gdLst>
              <a:gd name="connsiteX0" fmla="*/ 0 w 88962"/>
              <a:gd name="connsiteY0" fmla="*/ 0 h 5864"/>
              <a:gd name="connsiteX1" fmla="*/ 88963 w 88962"/>
              <a:gd name="connsiteY1" fmla="*/ 0 h 5864"/>
              <a:gd name="connsiteX2" fmla="*/ 88963 w 88962"/>
              <a:gd name="connsiteY2" fmla="*/ 5864 h 5864"/>
              <a:gd name="connsiteX3" fmla="*/ 0 w 88962"/>
              <a:gd name="connsiteY3" fmla="*/ 5864 h 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62" h="5864">
                <a:moveTo>
                  <a:pt x="0" y="0"/>
                </a:moveTo>
                <a:lnTo>
                  <a:pt x="88963" y="0"/>
                </a:lnTo>
                <a:lnTo>
                  <a:pt x="88963" y="5864"/>
                </a:lnTo>
                <a:lnTo>
                  <a:pt x="0" y="5864"/>
                </a:lnTo>
                <a:close/>
              </a:path>
            </a:pathLst>
          </a:custGeom>
          <a:solidFill>
            <a:srgbClr val="DBDBDB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5" name="자유형 74">
            <a:extLst>
              <a:ext uri="{FF2B5EF4-FFF2-40B4-BE49-F238E27FC236}">
                <a16:creationId xmlns:a16="http://schemas.microsoft.com/office/drawing/2014/main" id="{BD64F649-9CA9-429F-1049-6AD876148B55}"/>
              </a:ext>
            </a:extLst>
          </p:cNvPr>
          <p:cNvSpPr/>
          <p:nvPr/>
        </p:nvSpPr>
        <p:spPr>
          <a:xfrm>
            <a:off x="5102984" y="1527876"/>
            <a:ext cx="88962" cy="5864"/>
          </a:xfrm>
          <a:custGeom>
            <a:avLst/>
            <a:gdLst>
              <a:gd name="connsiteX0" fmla="*/ 0 w 88962"/>
              <a:gd name="connsiteY0" fmla="*/ 0 h 5864"/>
              <a:gd name="connsiteX1" fmla="*/ 88963 w 88962"/>
              <a:gd name="connsiteY1" fmla="*/ 0 h 5864"/>
              <a:gd name="connsiteX2" fmla="*/ 88963 w 88962"/>
              <a:gd name="connsiteY2" fmla="*/ 5864 h 5864"/>
              <a:gd name="connsiteX3" fmla="*/ 0 w 88962"/>
              <a:gd name="connsiteY3" fmla="*/ 5864 h 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62" h="5864">
                <a:moveTo>
                  <a:pt x="0" y="0"/>
                </a:moveTo>
                <a:lnTo>
                  <a:pt x="88963" y="0"/>
                </a:lnTo>
                <a:lnTo>
                  <a:pt x="88963" y="5864"/>
                </a:lnTo>
                <a:lnTo>
                  <a:pt x="0" y="5864"/>
                </a:lnTo>
                <a:close/>
              </a:path>
            </a:pathLst>
          </a:custGeom>
          <a:noFill/>
          <a:ln w="1756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6" name="자유형 75">
            <a:extLst>
              <a:ext uri="{FF2B5EF4-FFF2-40B4-BE49-F238E27FC236}">
                <a16:creationId xmlns:a16="http://schemas.microsoft.com/office/drawing/2014/main" id="{44322A9E-19EB-A4A7-9257-05105CE151A8}"/>
              </a:ext>
            </a:extLst>
          </p:cNvPr>
          <p:cNvSpPr/>
          <p:nvPr/>
        </p:nvSpPr>
        <p:spPr>
          <a:xfrm>
            <a:off x="5102984" y="1413522"/>
            <a:ext cx="87985" cy="164201"/>
          </a:xfrm>
          <a:custGeom>
            <a:avLst/>
            <a:gdLst>
              <a:gd name="connsiteX0" fmla="*/ 43993 w 87985"/>
              <a:gd name="connsiteY0" fmla="*/ 0 h 164201"/>
              <a:gd name="connsiteX1" fmla="*/ 43993 w 87985"/>
              <a:gd name="connsiteY1" fmla="*/ 105558 h 164201"/>
              <a:gd name="connsiteX2" fmla="*/ 17597 w 87985"/>
              <a:gd name="connsiteY2" fmla="*/ 0 h 164201"/>
              <a:gd name="connsiteX3" fmla="*/ 71366 w 87985"/>
              <a:gd name="connsiteY3" fmla="*/ 0 h 164201"/>
              <a:gd name="connsiteX4" fmla="*/ 43993 w 87985"/>
              <a:gd name="connsiteY4" fmla="*/ 129015 h 164201"/>
              <a:gd name="connsiteX5" fmla="*/ 43993 w 87985"/>
              <a:gd name="connsiteY5" fmla="*/ 164201 h 164201"/>
              <a:gd name="connsiteX6" fmla="*/ 17597 w 87985"/>
              <a:gd name="connsiteY6" fmla="*/ 164201 h 164201"/>
              <a:gd name="connsiteX7" fmla="*/ 71366 w 87985"/>
              <a:gd name="connsiteY7" fmla="*/ 164201 h 164201"/>
              <a:gd name="connsiteX8" fmla="*/ 0 w 87985"/>
              <a:gd name="connsiteY8" fmla="*/ 117286 h 164201"/>
              <a:gd name="connsiteX9" fmla="*/ 87985 w 87985"/>
              <a:gd name="connsiteY9" fmla="*/ 117286 h 164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7985" h="164201">
                <a:moveTo>
                  <a:pt x="43993" y="0"/>
                </a:moveTo>
                <a:lnTo>
                  <a:pt x="43993" y="105558"/>
                </a:lnTo>
                <a:moveTo>
                  <a:pt x="17597" y="0"/>
                </a:moveTo>
                <a:lnTo>
                  <a:pt x="71366" y="0"/>
                </a:lnTo>
                <a:moveTo>
                  <a:pt x="43993" y="129015"/>
                </a:moveTo>
                <a:lnTo>
                  <a:pt x="43993" y="164201"/>
                </a:lnTo>
                <a:moveTo>
                  <a:pt x="17597" y="164201"/>
                </a:moveTo>
                <a:lnTo>
                  <a:pt x="71366" y="164201"/>
                </a:lnTo>
                <a:moveTo>
                  <a:pt x="0" y="117286"/>
                </a:moveTo>
                <a:lnTo>
                  <a:pt x="87985" y="117286"/>
                </a:lnTo>
              </a:path>
            </a:pathLst>
          </a:custGeom>
          <a:noFill/>
          <a:ln w="17566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7" name="자유형 76">
            <a:extLst>
              <a:ext uri="{FF2B5EF4-FFF2-40B4-BE49-F238E27FC236}">
                <a16:creationId xmlns:a16="http://schemas.microsoft.com/office/drawing/2014/main" id="{D50AF908-2291-FD67-4363-D38B0784E76A}"/>
              </a:ext>
            </a:extLst>
          </p:cNvPr>
          <p:cNvSpPr/>
          <p:nvPr/>
        </p:nvSpPr>
        <p:spPr>
          <a:xfrm>
            <a:off x="5253537" y="1536673"/>
            <a:ext cx="106559" cy="8144"/>
          </a:xfrm>
          <a:custGeom>
            <a:avLst/>
            <a:gdLst>
              <a:gd name="connsiteX0" fmla="*/ 0 w 106559"/>
              <a:gd name="connsiteY0" fmla="*/ 0 h 8144"/>
              <a:gd name="connsiteX1" fmla="*/ 106560 w 106559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559" h="8144">
                <a:moveTo>
                  <a:pt x="0" y="0"/>
                </a:moveTo>
                <a:lnTo>
                  <a:pt x="106560" y="0"/>
                </a:lnTo>
              </a:path>
            </a:pathLst>
          </a:custGeom>
          <a:ln w="1756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8" name="자유형 77">
            <a:extLst>
              <a:ext uri="{FF2B5EF4-FFF2-40B4-BE49-F238E27FC236}">
                <a16:creationId xmlns:a16="http://schemas.microsoft.com/office/drawing/2014/main" id="{6D8DBA5E-5B3F-7038-CE82-8C7DF7C6C640}"/>
              </a:ext>
            </a:extLst>
          </p:cNvPr>
          <p:cNvSpPr/>
          <p:nvPr/>
        </p:nvSpPr>
        <p:spPr>
          <a:xfrm>
            <a:off x="5262335" y="1526899"/>
            <a:ext cx="87985" cy="132924"/>
          </a:xfrm>
          <a:custGeom>
            <a:avLst/>
            <a:gdLst>
              <a:gd name="connsiteX0" fmla="*/ 43993 w 87985"/>
              <a:gd name="connsiteY0" fmla="*/ 0 h 132924"/>
              <a:gd name="connsiteX1" fmla="*/ 43993 w 87985"/>
              <a:gd name="connsiteY1" fmla="*/ 3910 h 132924"/>
              <a:gd name="connsiteX2" fmla="*/ 17597 w 87985"/>
              <a:gd name="connsiteY2" fmla="*/ 0 h 132924"/>
              <a:gd name="connsiteX3" fmla="*/ 71366 w 87985"/>
              <a:gd name="connsiteY3" fmla="*/ 0 h 132924"/>
              <a:gd name="connsiteX4" fmla="*/ 43993 w 87985"/>
              <a:gd name="connsiteY4" fmla="*/ 15638 h 132924"/>
              <a:gd name="connsiteX5" fmla="*/ 43993 w 87985"/>
              <a:gd name="connsiteY5" fmla="*/ 132925 h 132924"/>
              <a:gd name="connsiteX6" fmla="*/ 17597 w 87985"/>
              <a:gd name="connsiteY6" fmla="*/ 132925 h 132924"/>
              <a:gd name="connsiteX7" fmla="*/ 71366 w 87985"/>
              <a:gd name="connsiteY7" fmla="*/ 132925 h 132924"/>
              <a:gd name="connsiteX8" fmla="*/ 0 w 87985"/>
              <a:gd name="connsiteY8" fmla="*/ 3910 h 132924"/>
              <a:gd name="connsiteX9" fmla="*/ 87985 w 87985"/>
              <a:gd name="connsiteY9" fmla="*/ 3910 h 1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7985" h="132924">
                <a:moveTo>
                  <a:pt x="43993" y="0"/>
                </a:moveTo>
                <a:lnTo>
                  <a:pt x="43993" y="3910"/>
                </a:lnTo>
                <a:moveTo>
                  <a:pt x="17597" y="0"/>
                </a:moveTo>
                <a:lnTo>
                  <a:pt x="71366" y="0"/>
                </a:lnTo>
                <a:moveTo>
                  <a:pt x="43993" y="15638"/>
                </a:moveTo>
                <a:lnTo>
                  <a:pt x="43993" y="132925"/>
                </a:lnTo>
                <a:moveTo>
                  <a:pt x="17597" y="132925"/>
                </a:moveTo>
                <a:lnTo>
                  <a:pt x="71366" y="132925"/>
                </a:lnTo>
                <a:moveTo>
                  <a:pt x="0" y="3910"/>
                </a:moveTo>
                <a:lnTo>
                  <a:pt x="87985" y="3910"/>
                </a:lnTo>
              </a:path>
            </a:pathLst>
          </a:custGeom>
          <a:noFill/>
          <a:ln w="17566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9" name="자유형 78">
            <a:extLst>
              <a:ext uri="{FF2B5EF4-FFF2-40B4-BE49-F238E27FC236}">
                <a16:creationId xmlns:a16="http://schemas.microsoft.com/office/drawing/2014/main" id="{4C63CFAD-0CA7-A431-42B1-E0CFEE9E7EAC}"/>
              </a:ext>
            </a:extLst>
          </p:cNvPr>
          <p:cNvSpPr/>
          <p:nvPr/>
        </p:nvSpPr>
        <p:spPr>
          <a:xfrm>
            <a:off x="5412888" y="1415965"/>
            <a:ext cx="106559" cy="8144"/>
          </a:xfrm>
          <a:custGeom>
            <a:avLst/>
            <a:gdLst>
              <a:gd name="connsiteX0" fmla="*/ 0 w 106559"/>
              <a:gd name="connsiteY0" fmla="*/ 0 h 8144"/>
              <a:gd name="connsiteX1" fmla="*/ 106560 w 106559"/>
              <a:gd name="connsiteY1" fmla="*/ 0 h 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559" h="8144">
                <a:moveTo>
                  <a:pt x="0" y="0"/>
                </a:moveTo>
                <a:lnTo>
                  <a:pt x="106560" y="0"/>
                </a:lnTo>
              </a:path>
            </a:pathLst>
          </a:custGeom>
          <a:ln w="1756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0" name="자유형 79">
            <a:extLst>
              <a:ext uri="{FF2B5EF4-FFF2-40B4-BE49-F238E27FC236}">
                <a16:creationId xmlns:a16="http://schemas.microsoft.com/office/drawing/2014/main" id="{651482A9-1F3D-EC28-8BD0-FC52A5F07474}"/>
              </a:ext>
            </a:extLst>
          </p:cNvPr>
          <p:cNvSpPr/>
          <p:nvPr/>
        </p:nvSpPr>
        <p:spPr>
          <a:xfrm>
            <a:off x="5421686" y="1409612"/>
            <a:ext cx="87985" cy="74281"/>
          </a:xfrm>
          <a:custGeom>
            <a:avLst/>
            <a:gdLst>
              <a:gd name="connsiteX0" fmla="*/ 43993 w 87985"/>
              <a:gd name="connsiteY0" fmla="*/ 0 h 74281"/>
              <a:gd name="connsiteX1" fmla="*/ 43993 w 87985"/>
              <a:gd name="connsiteY1" fmla="*/ 3910 h 74281"/>
              <a:gd name="connsiteX2" fmla="*/ 17597 w 87985"/>
              <a:gd name="connsiteY2" fmla="*/ 0 h 74281"/>
              <a:gd name="connsiteX3" fmla="*/ 71366 w 87985"/>
              <a:gd name="connsiteY3" fmla="*/ 0 h 74281"/>
              <a:gd name="connsiteX4" fmla="*/ 43993 w 87985"/>
              <a:gd name="connsiteY4" fmla="*/ 8797 h 74281"/>
              <a:gd name="connsiteX5" fmla="*/ 43993 w 87985"/>
              <a:gd name="connsiteY5" fmla="*/ 74281 h 74281"/>
              <a:gd name="connsiteX6" fmla="*/ 17597 w 87985"/>
              <a:gd name="connsiteY6" fmla="*/ 74281 h 74281"/>
              <a:gd name="connsiteX7" fmla="*/ 71366 w 87985"/>
              <a:gd name="connsiteY7" fmla="*/ 74281 h 74281"/>
              <a:gd name="connsiteX8" fmla="*/ 0 w 87985"/>
              <a:gd name="connsiteY8" fmla="*/ 3910 h 74281"/>
              <a:gd name="connsiteX9" fmla="*/ 87985 w 87985"/>
              <a:gd name="connsiteY9" fmla="*/ 3910 h 7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7985" h="74281">
                <a:moveTo>
                  <a:pt x="43993" y="0"/>
                </a:moveTo>
                <a:lnTo>
                  <a:pt x="43993" y="3910"/>
                </a:lnTo>
                <a:moveTo>
                  <a:pt x="17597" y="0"/>
                </a:moveTo>
                <a:lnTo>
                  <a:pt x="71366" y="0"/>
                </a:lnTo>
                <a:moveTo>
                  <a:pt x="43993" y="8797"/>
                </a:moveTo>
                <a:lnTo>
                  <a:pt x="43993" y="74281"/>
                </a:lnTo>
                <a:moveTo>
                  <a:pt x="17597" y="74281"/>
                </a:moveTo>
                <a:lnTo>
                  <a:pt x="71366" y="74281"/>
                </a:lnTo>
                <a:moveTo>
                  <a:pt x="0" y="3910"/>
                </a:moveTo>
                <a:lnTo>
                  <a:pt x="87985" y="3910"/>
                </a:lnTo>
              </a:path>
            </a:pathLst>
          </a:custGeom>
          <a:noFill/>
          <a:ln w="17566" cap="rnd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1" name="자유형 80">
            <a:extLst>
              <a:ext uri="{FF2B5EF4-FFF2-40B4-BE49-F238E27FC236}">
                <a16:creationId xmlns:a16="http://schemas.microsoft.com/office/drawing/2014/main" id="{F7ED84C3-F855-DF69-A645-AA7D5330D4DD}"/>
              </a:ext>
            </a:extLst>
          </p:cNvPr>
          <p:cNvSpPr/>
          <p:nvPr/>
        </p:nvSpPr>
        <p:spPr>
          <a:xfrm>
            <a:off x="5581037" y="1065572"/>
            <a:ext cx="88962" cy="33231"/>
          </a:xfrm>
          <a:custGeom>
            <a:avLst/>
            <a:gdLst>
              <a:gd name="connsiteX0" fmla="*/ 0 w 88962"/>
              <a:gd name="connsiteY0" fmla="*/ 0 h 33231"/>
              <a:gd name="connsiteX1" fmla="*/ 88963 w 88962"/>
              <a:gd name="connsiteY1" fmla="*/ 0 h 33231"/>
              <a:gd name="connsiteX2" fmla="*/ 88963 w 88962"/>
              <a:gd name="connsiteY2" fmla="*/ 33231 h 33231"/>
              <a:gd name="connsiteX3" fmla="*/ 0 w 88962"/>
              <a:gd name="connsiteY3" fmla="*/ 33231 h 33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62" h="33231">
                <a:moveTo>
                  <a:pt x="0" y="0"/>
                </a:moveTo>
                <a:lnTo>
                  <a:pt x="88963" y="0"/>
                </a:lnTo>
                <a:lnTo>
                  <a:pt x="88963" y="33231"/>
                </a:lnTo>
                <a:lnTo>
                  <a:pt x="0" y="33231"/>
                </a:lnTo>
                <a:close/>
              </a:path>
            </a:pathLst>
          </a:custGeom>
          <a:solidFill>
            <a:srgbClr val="737373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82" name="그래픽 260">
            <a:extLst>
              <a:ext uri="{FF2B5EF4-FFF2-40B4-BE49-F238E27FC236}">
                <a16:creationId xmlns:a16="http://schemas.microsoft.com/office/drawing/2014/main" id="{FEE8F9F7-9092-401C-D19E-1AF637DDF541}"/>
              </a:ext>
            </a:extLst>
          </p:cNvPr>
          <p:cNvGrpSpPr/>
          <p:nvPr/>
        </p:nvGrpSpPr>
        <p:grpSpPr>
          <a:xfrm>
            <a:off x="5581037" y="896484"/>
            <a:ext cx="88962" cy="281487"/>
            <a:chOff x="6525579" y="2886061"/>
            <a:chExt cx="88962" cy="281487"/>
          </a:xfrm>
          <a:noFill/>
        </p:grpSpPr>
        <p:sp>
          <p:nvSpPr>
            <p:cNvPr id="83" name="자유형 82">
              <a:extLst>
                <a:ext uri="{FF2B5EF4-FFF2-40B4-BE49-F238E27FC236}">
                  <a16:creationId xmlns:a16="http://schemas.microsoft.com/office/drawing/2014/main" id="{A0625EFF-112E-E42C-45E6-2479BC1585F7}"/>
                </a:ext>
              </a:extLst>
            </p:cNvPr>
            <p:cNvSpPr/>
            <p:nvPr/>
          </p:nvSpPr>
          <p:spPr>
            <a:xfrm>
              <a:off x="6525579" y="3055149"/>
              <a:ext cx="88962" cy="33231"/>
            </a:xfrm>
            <a:custGeom>
              <a:avLst/>
              <a:gdLst>
                <a:gd name="connsiteX0" fmla="*/ 0 w 88962"/>
                <a:gd name="connsiteY0" fmla="*/ 0 h 33231"/>
                <a:gd name="connsiteX1" fmla="*/ 88963 w 88962"/>
                <a:gd name="connsiteY1" fmla="*/ 0 h 33231"/>
                <a:gd name="connsiteX2" fmla="*/ 88963 w 88962"/>
                <a:gd name="connsiteY2" fmla="*/ 33231 h 33231"/>
                <a:gd name="connsiteX3" fmla="*/ 0 w 88962"/>
                <a:gd name="connsiteY3" fmla="*/ 33231 h 33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62" h="33231">
                  <a:moveTo>
                    <a:pt x="0" y="0"/>
                  </a:moveTo>
                  <a:lnTo>
                    <a:pt x="88963" y="0"/>
                  </a:lnTo>
                  <a:lnTo>
                    <a:pt x="88963" y="33231"/>
                  </a:lnTo>
                  <a:lnTo>
                    <a:pt x="0" y="33231"/>
                  </a:lnTo>
                  <a:close/>
                </a:path>
              </a:pathLst>
            </a:custGeom>
            <a:noFill/>
            <a:ln w="1756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" name="자유형 83">
              <a:extLst>
                <a:ext uri="{FF2B5EF4-FFF2-40B4-BE49-F238E27FC236}">
                  <a16:creationId xmlns:a16="http://schemas.microsoft.com/office/drawing/2014/main" id="{46EA561E-AB3F-03B0-71BD-9AF39BEFAD66}"/>
                </a:ext>
              </a:extLst>
            </p:cNvPr>
            <p:cNvSpPr/>
            <p:nvPr/>
          </p:nvSpPr>
          <p:spPr>
            <a:xfrm>
              <a:off x="6525579" y="2886061"/>
              <a:ext cx="87985" cy="281487"/>
            </a:xfrm>
            <a:custGeom>
              <a:avLst/>
              <a:gdLst>
                <a:gd name="connsiteX0" fmla="*/ 43993 w 87985"/>
                <a:gd name="connsiteY0" fmla="*/ 0 h 281487"/>
                <a:gd name="connsiteX1" fmla="*/ 43993 w 87985"/>
                <a:gd name="connsiteY1" fmla="*/ 160291 h 281487"/>
                <a:gd name="connsiteX2" fmla="*/ 17597 w 87985"/>
                <a:gd name="connsiteY2" fmla="*/ 0 h 281487"/>
                <a:gd name="connsiteX3" fmla="*/ 71366 w 87985"/>
                <a:gd name="connsiteY3" fmla="*/ 0 h 281487"/>
                <a:gd name="connsiteX4" fmla="*/ 43993 w 87985"/>
                <a:gd name="connsiteY4" fmla="*/ 211116 h 281487"/>
                <a:gd name="connsiteX5" fmla="*/ 43993 w 87985"/>
                <a:gd name="connsiteY5" fmla="*/ 281488 h 281487"/>
                <a:gd name="connsiteX6" fmla="*/ 17597 w 87985"/>
                <a:gd name="connsiteY6" fmla="*/ 281488 h 281487"/>
                <a:gd name="connsiteX7" fmla="*/ 71366 w 87985"/>
                <a:gd name="connsiteY7" fmla="*/ 281488 h 281487"/>
                <a:gd name="connsiteX8" fmla="*/ 0 w 87985"/>
                <a:gd name="connsiteY8" fmla="*/ 164201 h 281487"/>
                <a:gd name="connsiteX9" fmla="*/ 87985 w 87985"/>
                <a:gd name="connsiteY9" fmla="*/ 164201 h 28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7985" h="281487">
                  <a:moveTo>
                    <a:pt x="43993" y="0"/>
                  </a:moveTo>
                  <a:lnTo>
                    <a:pt x="43993" y="160291"/>
                  </a:lnTo>
                  <a:moveTo>
                    <a:pt x="17597" y="0"/>
                  </a:moveTo>
                  <a:lnTo>
                    <a:pt x="71366" y="0"/>
                  </a:lnTo>
                  <a:moveTo>
                    <a:pt x="43993" y="211116"/>
                  </a:moveTo>
                  <a:lnTo>
                    <a:pt x="43993" y="281488"/>
                  </a:lnTo>
                  <a:moveTo>
                    <a:pt x="17597" y="281488"/>
                  </a:moveTo>
                  <a:lnTo>
                    <a:pt x="71366" y="281488"/>
                  </a:lnTo>
                  <a:moveTo>
                    <a:pt x="0" y="164201"/>
                  </a:moveTo>
                  <a:lnTo>
                    <a:pt x="87985" y="164201"/>
                  </a:lnTo>
                </a:path>
              </a:pathLst>
            </a:custGeom>
            <a:noFill/>
            <a:ln w="17566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85" name="자유형 84">
            <a:extLst>
              <a:ext uri="{FF2B5EF4-FFF2-40B4-BE49-F238E27FC236}">
                <a16:creationId xmlns:a16="http://schemas.microsoft.com/office/drawing/2014/main" id="{4EB9DEC2-FF31-D538-E4C1-7EC72A3F712B}"/>
              </a:ext>
            </a:extLst>
          </p:cNvPr>
          <p:cNvSpPr/>
          <p:nvPr/>
        </p:nvSpPr>
        <p:spPr>
          <a:xfrm>
            <a:off x="4427942" y="428478"/>
            <a:ext cx="1459658" cy="105639"/>
          </a:xfrm>
          <a:custGeom>
            <a:avLst/>
            <a:gdLst>
              <a:gd name="connsiteX0" fmla="*/ 15397 w 1459658"/>
              <a:gd name="connsiteY0" fmla="*/ 81693 h 105639"/>
              <a:gd name="connsiteX1" fmla="*/ 15397 w 1459658"/>
              <a:gd name="connsiteY1" fmla="*/ 17430 h 105639"/>
              <a:gd name="connsiteX2" fmla="*/ 31528 w 1459658"/>
              <a:gd name="connsiteY2" fmla="*/ 81693 h 105639"/>
              <a:gd name="connsiteX3" fmla="*/ 47414 w 1459658"/>
              <a:gd name="connsiteY3" fmla="*/ 81693 h 105639"/>
              <a:gd name="connsiteX4" fmla="*/ 63626 w 1459658"/>
              <a:gd name="connsiteY4" fmla="*/ 17430 h 105639"/>
              <a:gd name="connsiteX5" fmla="*/ 63626 w 1459658"/>
              <a:gd name="connsiteY5" fmla="*/ 81693 h 105639"/>
              <a:gd name="connsiteX6" fmla="*/ 78942 w 1459658"/>
              <a:gd name="connsiteY6" fmla="*/ 81693 h 105639"/>
              <a:gd name="connsiteX7" fmla="*/ 78942 w 1459658"/>
              <a:gd name="connsiteY7" fmla="*/ 82 h 105639"/>
              <a:gd name="connsiteX8" fmla="*/ 54176 w 1459658"/>
              <a:gd name="connsiteY8" fmla="*/ 82 h 105639"/>
              <a:gd name="connsiteX9" fmla="*/ 39512 w 1459658"/>
              <a:gd name="connsiteY9" fmla="*/ 55793 h 105639"/>
              <a:gd name="connsiteX10" fmla="*/ 24685 w 1459658"/>
              <a:gd name="connsiteY10" fmla="*/ 82 h 105639"/>
              <a:gd name="connsiteX11" fmla="*/ 0 w 1459658"/>
              <a:gd name="connsiteY11" fmla="*/ 82 h 105639"/>
              <a:gd name="connsiteX12" fmla="*/ 0 w 1459658"/>
              <a:gd name="connsiteY12" fmla="*/ 81693 h 105639"/>
              <a:gd name="connsiteX13" fmla="*/ 15316 w 1459658"/>
              <a:gd name="connsiteY13" fmla="*/ 81693 h 105639"/>
              <a:gd name="connsiteX14" fmla="*/ 124075 w 1459658"/>
              <a:gd name="connsiteY14" fmla="*/ 69313 h 105639"/>
              <a:gd name="connsiteX15" fmla="*/ 117884 w 1459658"/>
              <a:gd name="connsiteY15" fmla="*/ 71349 h 105639"/>
              <a:gd name="connsiteX16" fmla="*/ 108841 w 1459658"/>
              <a:gd name="connsiteY16" fmla="*/ 67440 h 105639"/>
              <a:gd name="connsiteX17" fmla="*/ 105093 w 1459658"/>
              <a:gd name="connsiteY17" fmla="*/ 56607 h 105639"/>
              <a:gd name="connsiteX18" fmla="*/ 144279 w 1459658"/>
              <a:gd name="connsiteY18" fmla="*/ 56607 h 105639"/>
              <a:gd name="connsiteX19" fmla="*/ 136947 w 1459658"/>
              <a:gd name="connsiteY19" fmla="*/ 29892 h 105639"/>
              <a:gd name="connsiteX20" fmla="*/ 116092 w 1459658"/>
              <a:gd name="connsiteY20" fmla="*/ 21177 h 105639"/>
              <a:gd name="connsiteX21" fmla="*/ 96621 w 1459658"/>
              <a:gd name="connsiteY21" fmla="*/ 29484 h 105639"/>
              <a:gd name="connsiteX22" fmla="*/ 88963 w 1459658"/>
              <a:gd name="connsiteY22" fmla="*/ 52534 h 105639"/>
              <a:gd name="connsiteX23" fmla="*/ 94829 w 1459658"/>
              <a:gd name="connsiteY23" fmla="*/ 72897 h 105639"/>
              <a:gd name="connsiteX24" fmla="*/ 117640 w 1459658"/>
              <a:gd name="connsiteY24" fmla="*/ 82996 h 105639"/>
              <a:gd name="connsiteX25" fmla="*/ 133852 w 1459658"/>
              <a:gd name="connsiteY25" fmla="*/ 78517 h 105639"/>
              <a:gd name="connsiteX26" fmla="*/ 143383 w 1459658"/>
              <a:gd name="connsiteY26" fmla="*/ 65485 h 105639"/>
              <a:gd name="connsiteX27" fmla="*/ 127823 w 1459658"/>
              <a:gd name="connsiteY27" fmla="*/ 62879 h 105639"/>
              <a:gd name="connsiteX28" fmla="*/ 124075 w 1459658"/>
              <a:gd name="connsiteY28" fmla="*/ 69313 h 105639"/>
              <a:gd name="connsiteX29" fmla="*/ 124075 w 1459658"/>
              <a:gd name="connsiteY29" fmla="*/ 69313 h 105639"/>
              <a:gd name="connsiteX30" fmla="*/ 105338 w 1459658"/>
              <a:gd name="connsiteY30" fmla="*/ 47077 h 105639"/>
              <a:gd name="connsiteX31" fmla="*/ 108597 w 1459658"/>
              <a:gd name="connsiteY31" fmla="*/ 36978 h 105639"/>
              <a:gd name="connsiteX32" fmla="*/ 117069 w 1459658"/>
              <a:gd name="connsiteY32" fmla="*/ 33231 h 105639"/>
              <a:gd name="connsiteX33" fmla="*/ 125216 w 1459658"/>
              <a:gd name="connsiteY33" fmla="*/ 36734 h 105639"/>
              <a:gd name="connsiteX34" fmla="*/ 128719 w 1459658"/>
              <a:gd name="connsiteY34" fmla="*/ 47077 h 105639"/>
              <a:gd name="connsiteX35" fmla="*/ 105338 w 1459658"/>
              <a:gd name="connsiteY35" fmla="*/ 47077 h 105639"/>
              <a:gd name="connsiteX36" fmla="*/ 170919 w 1459658"/>
              <a:gd name="connsiteY36" fmla="*/ 34860 h 105639"/>
              <a:gd name="connsiteX37" fmla="*/ 177437 w 1459658"/>
              <a:gd name="connsiteY37" fmla="*/ 33231 h 105639"/>
              <a:gd name="connsiteX38" fmla="*/ 185828 w 1459658"/>
              <a:gd name="connsiteY38" fmla="*/ 35186 h 105639"/>
              <a:gd name="connsiteX39" fmla="*/ 188028 w 1459658"/>
              <a:gd name="connsiteY39" fmla="*/ 41620 h 105639"/>
              <a:gd name="connsiteX40" fmla="*/ 188028 w 1459658"/>
              <a:gd name="connsiteY40" fmla="*/ 43168 h 105639"/>
              <a:gd name="connsiteX41" fmla="*/ 172793 w 1459658"/>
              <a:gd name="connsiteY41" fmla="*/ 46996 h 105639"/>
              <a:gd name="connsiteX42" fmla="*/ 160329 w 1459658"/>
              <a:gd name="connsiteY42" fmla="*/ 50661 h 105639"/>
              <a:gd name="connsiteX43" fmla="*/ 153648 w 1459658"/>
              <a:gd name="connsiteY43" fmla="*/ 56688 h 105639"/>
              <a:gd name="connsiteX44" fmla="*/ 151286 w 1459658"/>
              <a:gd name="connsiteY44" fmla="*/ 65648 h 105639"/>
              <a:gd name="connsiteX45" fmla="*/ 156581 w 1459658"/>
              <a:gd name="connsiteY45" fmla="*/ 78191 h 105639"/>
              <a:gd name="connsiteX46" fmla="*/ 171001 w 1459658"/>
              <a:gd name="connsiteY46" fmla="*/ 83159 h 105639"/>
              <a:gd name="connsiteX47" fmla="*/ 180777 w 1459658"/>
              <a:gd name="connsiteY47" fmla="*/ 81205 h 105639"/>
              <a:gd name="connsiteX48" fmla="*/ 189331 w 1459658"/>
              <a:gd name="connsiteY48" fmla="*/ 75340 h 105639"/>
              <a:gd name="connsiteX49" fmla="*/ 189901 w 1459658"/>
              <a:gd name="connsiteY49" fmla="*/ 77213 h 105639"/>
              <a:gd name="connsiteX50" fmla="*/ 191368 w 1459658"/>
              <a:gd name="connsiteY50" fmla="*/ 81856 h 105639"/>
              <a:gd name="connsiteX51" fmla="*/ 206847 w 1459658"/>
              <a:gd name="connsiteY51" fmla="*/ 81856 h 105639"/>
              <a:gd name="connsiteX52" fmla="*/ 203995 w 1459658"/>
              <a:gd name="connsiteY52" fmla="*/ 73956 h 105639"/>
              <a:gd name="connsiteX53" fmla="*/ 203262 w 1459658"/>
              <a:gd name="connsiteY53" fmla="*/ 62471 h 105639"/>
              <a:gd name="connsiteX54" fmla="*/ 203425 w 1459658"/>
              <a:gd name="connsiteY54" fmla="*/ 44227 h 105639"/>
              <a:gd name="connsiteX55" fmla="*/ 201307 w 1459658"/>
              <a:gd name="connsiteY55" fmla="*/ 30217 h 105639"/>
              <a:gd name="connsiteX56" fmla="*/ 194056 w 1459658"/>
              <a:gd name="connsiteY56" fmla="*/ 23946 h 105639"/>
              <a:gd name="connsiteX57" fmla="*/ 178496 w 1459658"/>
              <a:gd name="connsiteY57" fmla="*/ 21502 h 105639"/>
              <a:gd name="connsiteX58" fmla="*/ 161143 w 1459658"/>
              <a:gd name="connsiteY58" fmla="*/ 25656 h 105639"/>
              <a:gd name="connsiteX59" fmla="*/ 152915 w 1459658"/>
              <a:gd name="connsiteY59" fmla="*/ 38362 h 105639"/>
              <a:gd name="connsiteX60" fmla="*/ 167090 w 1459658"/>
              <a:gd name="connsiteY60" fmla="*/ 40887 h 105639"/>
              <a:gd name="connsiteX61" fmla="*/ 170838 w 1459658"/>
              <a:gd name="connsiteY61" fmla="*/ 35104 h 105639"/>
              <a:gd name="connsiteX62" fmla="*/ 170838 w 1459658"/>
              <a:gd name="connsiteY62" fmla="*/ 35104 h 105639"/>
              <a:gd name="connsiteX63" fmla="*/ 188028 w 1459658"/>
              <a:gd name="connsiteY63" fmla="*/ 56444 h 105639"/>
              <a:gd name="connsiteX64" fmla="*/ 187376 w 1459658"/>
              <a:gd name="connsiteY64" fmla="*/ 64100 h 105639"/>
              <a:gd name="connsiteX65" fmla="*/ 183628 w 1459658"/>
              <a:gd name="connsiteY65" fmla="*/ 69313 h 105639"/>
              <a:gd name="connsiteX66" fmla="*/ 175563 w 1459658"/>
              <a:gd name="connsiteY66" fmla="*/ 72082 h 105639"/>
              <a:gd name="connsiteX67" fmla="*/ 169290 w 1459658"/>
              <a:gd name="connsiteY67" fmla="*/ 69720 h 105639"/>
              <a:gd name="connsiteX68" fmla="*/ 166846 w 1459658"/>
              <a:gd name="connsiteY68" fmla="*/ 64019 h 105639"/>
              <a:gd name="connsiteX69" fmla="*/ 169942 w 1459658"/>
              <a:gd name="connsiteY69" fmla="*/ 58480 h 105639"/>
              <a:gd name="connsiteX70" fmla="*/ 178496 w 1459658"/>
              <a:gd name="connsiteY70" fmla="*/ 55793 h 105639"/>
              <a:gd name="connsiteX71" fmla="*/ 188028 w 1459658"/>
              <a:gd name="connsiteY71" fmla="*/ 53430 h 105639"/>
              <a:gd name="connsiteX72" fmla="*/ 188028 w 1459658"/>
              <a:gd name="connsiteY72" fmla="*/ 56526 h 105639"/>
              <a:gd name="connsiteX73" fmla="*/ 188028 w 1459658"/>
              <a:gd name="connsiteY73" fmla="*/ 56526 h 105639"/>
              <a:gd name="connsiteX74" fmla="*/ 271043 w 1459658"/>
              <a:gd name="connsiteY74" fmla="*/ 44960 h 105639"/>
              <a:gd name="connsiteX75" fmla="*/ 270147 w 1459658"/>
              <a:gd name="connsiteY75" fmla="*/ 34453 h 105639"/>
              <a:gd name="connsiteX76" fmla="*/ 267051 w 1459658"/>
              <a:gd name="connsiteY76" fmla="*/ 27855 h 105639"/>
              <a:gd name="connsiteX77" fmla="*/ 260534 w 1459658"/>
              <a:gd name="connsiteY77" fmla="*/ 23131 h 105639"/>
              <a:gd name="connsiteX78" fmla="*/ 251084 w 1459658"/>
              <a:gd name="connsiteY78" fmla="*/ 21258 h 105639"/>
              <a:gd name="connsiteX79" fmla="*/ 231613 w 1459658"/>
              <a:gd name="connsiteY79" fmla="*/ 31276 h 105639"/>
              <a:gd name="connsiteX80" fmla="*/ 231613 w 1459658"/>
              <a:gd name="connsiteY80" fmla="*/ 22561 h 105639"/>
              <a:gd name="connsiteX81" fmla="*/ 217112 w 1459658"/>
              <a:gd name="connsiteY81" fmla="*/ 22561 h 105639"/>
              <a:gd name="connsiteX82" fmla="*/ 217112 w 1459658"/>
              <a:gd name="connsiteY82" fmla="*/ 81693 h 105639"/>
              <a:gd name="connsiteX83" fmla="*/ 232753 w 1459658"/>
              <a:gd name="connsiteY83" fmla="*/ 81693 h 105639"/>
              <a:gd name="connsiteX84" fmla="*/ 232753 w 1459658"/>
              <a:gd name="connsiteY84" fmla="*/ 54897 h 105639"/>
              <a:gd name="connsiteX85" fmla="*/ 233976 w 1459658"/>
              <a:gd name="connsiteY85" fmla="*/ 41295 h 105639"/>
              <a:gd name="connsiteX86" fmla="*/ 238375 w 1459658"/>
              <a:gd name="connsiteY86" fmla="*/ 35430 h 105639"/>
              <a:gd name="connsiteX87" fmla="*/ 245707 w 1459658"/>
              <a:gd name="connsiteY87" fmla="*/ 33231 h 105639"/>
              <a:gd name="connsiteX88" fmla="*/ 251165 w 1459658"/>
              <a:gd name="connsiteY88" fmla="*/ 34779 h 105639"/>
              <a:gd name="connsiteX89" fmla="*/ 254424 w 1459658"/>
              <a:gd name="connsiteY89" fmla="*/ 39177 h 105639"/>
              <a:gd name="connsiteX90" fmla="*/ 255401 w 1459658"/>
              <a:gd name="connsiteY90" fmla="*/ 51557 h 105639"/>
              <a:gd name="connsiteX91" fmla="*/ 255401 w 1459658"/>
              <a:gd name="connsiteY91" fmla="*/ 81775 h 105639"/>
              <a:gd name="connsiteX92" fmla="*/ 271043 w 1459658"/>
              <a:gd name="connsiteY92" fmla="*/ 81775 h 105639"/>
              <a:gd name="connsiteX93" fmla="*/ 271043 w 1459658"/>
              <a:gd name="connsiteY93" fmla="*/ 45041 h 105639"/>
              <a:gd name="connsiteX94" fmla="*/ 271043 w 1459658"/>
              <a:gd name="connsiteY94" fmla="*/ 45041 h 105639"/>
              <a:gd name="connsiteX95" fmla="*/ 332144 w 1459658"/>
              <a:gd name="connsiteY95" fmla="*/ 81693 h 105639"/>
              <a:gd name="connsiteX96" fmla="*/ 332144 w 1459658"/>
              <a:gd name="connsiteY96" fmla="*/ 46996 h 105639"/>
              <a:gd name="connsiteX97" fmla="*/ 366198 w 1459658"/>
              <a:gd name="connsiteY97" fmla="*/ 46996 h 105639"/>
              <a:gd name="connsiteX98" fmla="*/ 366198 w 1459658"/>
              <a:gd name="connsiteY98" fmla="*/ 33150 h 105639"/>
              <a:gd name="connsiteX99" fmla="*/ 332144 w 1459658"/>
              <a:gd name="connsiteY99" fmla="*/ 33150 h 105639"/>
              <a:gd name="connsiteX100" fmla="*/ 332144 w 1459658"/>
              <a:gd name="connsiteY100" fmla="*/ 13846 h 105639"/>
              <a:gd name="connsiteX101" fmla="*/ 371656 w 1459658"/>
              <a:gd name="connsiteY101" fmla="*/ 13846 h 105639"/>
              <a:gd name="connsiteX102" fmla="*/ 371656 w 1459658"/>
              <a:gd name="connsiteY102" fmla="*/ 0 h 105639"/>
              <a:gd name="connsiteX103" fmla="*/ 315688 w 1459658"/>
              <a:gd name="connsiteY103" fmla="*/ 0 h 105639"/>
              <a:gd name="connsiteX104" fmla="*/ 315688 w 1459658"/>
              <a:gd name="connsiteY104" fmla="*/ 81612 h 105639"/>
              <a:gd name="connsiteX105" fmla="*/ 332144 w 1459658"/>
              <a:gd name="connsiteY105" fmla="*/ 81612 h 105639"/>
              <a:gd name="connsiteX106" fmla="*/ 399111 w 1459658"/>
              <a:gd name="connsiteY106" fmla="*/ 14579 h 105639"/>
              <a:gd name="connsiteX107" fmla="*/ 399111 w 1459658"/>
              <a:gd name="connsiteY107" fmla="*/ 82 h 105639"/>
              <a:gd name="connsiteX108" fmla="*/ 383469 w 1459658"/>
              <a:gd name="connsiteY108" fmla="*/ 82 h 105639"/>
              <a:gd name="connsiteX109" fmla="*/ 383469 w 1459658"/>
              <a:gd name="connsiteY109" fmla="*/ 14579 h 105639"/>
              <a:gd name="connsiteX110" fmla="*/ 399111 w 1459658"/>
              <a:gd name="connsiteY110" fmla="*/ 14579 h 105639"/>
              <a:gd name="connsiteX111" fmla="*/ 399111 w 1459658"/>
              <a:gd name="connsiteY111" fmla="*/ 81693 h 105639"/>
              <a:gd name="connsiteX112" fmla="*/ 399111 w 1459658"/>
              <a:gd name="connsiteY112" fmla="*/ 22561 h 105639"/>
              <a:gd name="connsiteX113" fmla="*/ 383469 w 1459658"/>
              <a:gd name="connsiteY113" fmla="*/ 22561 h 105639"/>
              <a:gd name="connsiteX114" fmla="*/ 383469 w 1459658"/>
              <a:gd name="connsiteY114" fmla="*/ 81693 h 105639"/>
              <a:gd name="connsiteX115" fmla="*/ 399111 w 1459658"/>
              <a:gd name="connsiteY115" fmla="*/ 81693 h 105639"/>
              <a:gd name="connsiteX116" fmla="*/ 428521 w 1459658"/>
              <a:gd name="connsiteY116" fmla="*/ 63449 h 105639"/>
              <a:gd name="connsiteX117" fmla="*/ 429824 w 1459658"/>
              <a:gd name="connsiteY117" fmla="*/ 43657 h 105639"/>
              <a:gd name="connsiteX118" fmla="*/ 433409 w 1459658"/>
              <a:gd name="connsiteY118" fmla="*/ 37141 h 105639"/>
              <a:gd name="connsiteX119" fmla="*/ 438949 w 1459658"/>
              <a:gd name="connsiteY119" fmla="*/ 35349 h 105639"/>
              <a:gd name="connsiteX120" fmla="*/ 446281 w 1459658"/>
              <a:gd name="connsiteY120" fmla="*/ 37874 h 105639"/>
              <a:gd name="connsiteX121" fmla="*/ 451087 w 1459658"/>
              <a:gd name="connsiteY121" fmla="*/ 24272 h 105639"/>
              <a:gd name="connsiteX122" fmla="*/ 440822 w 1459658"/>
              <a:gd name="connsiteY122" fmla="*/ 21340 h 105639"/>
              <a:gd name="connsiteX123" fmla="*/ 434060 w 1459658"/>
              <a:gd name="connsiteY123" fmla="*/ 23213 h 105639"/>
              <a:gd name="connsiteX124" fmla="*/ 427380 w 1459658"/>
              <a:gd name="connsiteY124" fmla="*/ 31032 h 105639"/>
              <a:gd name="connsiteX125" fmla="*/ 427380 w 1459658"/>
              <a:gd name="connsiteY125" fmla="*/ 22643 h 105639"/>
              <a:gd name="connsiteX126" fmla="*/ 412879 w 1459658"/>
              <a:gd name="connsiteY126" fmla="*/ 22643 h 105639"/>
              <a:gd name="connsiteX127" fmla="*/ 412879 w 1459658"/>
              <a:gd name="connsiteY127" fmla="*/ 81775 h 105639"/>
              <a:gd name="connsiteX128" fmla="*/ 428521 w 1459658"/>
              <a:gd name="connsiteY128" fmla="*/ 81775 h 105639"/>
              <a:gd name="connsiteX129" fmla="*/ 428521 w 1459658"/>
              <a:gd name="connsiteY129" fmla="*/ 63530 h 105639"/>
              <a:gd name="connsiteX130" fmla="*/ 428521 w 1459658"/>
              <a:gd name="connsiteY130" fmla="*/ 63530 h 105639"/>
              <a:gd name="connsiteX131" fmla="*/ 472024 w 1459658"/>
              <a:gd name="connsiteY131" fmla="*/ 14579 h 105639"/>
              <a:gd name="connsiteX132" fmla="*/ 472024 w 1459658"/>
              <a:gd name="connsiteY132" fmla="*/ 82 h 105639"/>
              <a:gd name="connsiteX133" fmla="*/ 456383 w 1459658"/>
              <a:gd name="connsiteY133" fmla="*/ 82 h 105639"/>
              <a:gd name="connsiteX134" fmla="*/ 456383 w 1459658"/>
              <a:gd name="connsiteY134" fmla="*/ 14579 h 105639"/>
              <a:gd name="connsiteX135" fmla="*/ 472024 w 1459658"/>
              <a:gd name="connsiteY135" fmla="*/ 14579 h 105639"/>
              <a:gd name="connsiteX136" fmla="*/ 472024 w 1459658"/>
              <a:gd name="connsiteY136" fmla="*/ 81693 h 105639"/>
              <a:gd name="connsiteX137" fmla="*/ 472024 w 1459658"/>
              <a:gd name="connsiteY137" fmla="*/ 22561 h 105639"/>
              <a:gd name="connsiteX138" fmla="*/ 456383 w 1459658"/>
              <a:gd name="connsiteY138" fmla="*/ 22561 h 105639"/>
              <a:gd name="connsiteX139" fmla="*/ 456383 w 1459658"/>
              <a:gd name="connsiteY139" fmla="*/ 81693 h 105639"/>
              <a:gd name="connsiteX140" fmla="*/ 472024 w 1459658"/>
              <a:gd name="connsiteY140" fmla="*/ 81693 h 105639"/>
              <a:gd name="connsiteX141" fmla="*/ 540295 w 1459658"/>
              <a:gd name="connsiteY141" fmla="*/ 44960 h 105639"/>
              <a:gd name="connsiteX142" fmla="*/ 539398 w 1459658"/>
              <a:gd name="connsiteY142" fmla="*/ 34453 h 105639"/>
              <a:gd name="connsiteX143" fmla="*/ 536302 w 1459658"/>
              <a:gd name="connsiteY143" fmla="*/ 27855 h 105639"/>
              <a:gd name="connsiteX144" fmla="*/ 529785 w 1459658"/>
              <a:gd name="connsiteY144" fmla="*/ 23131 h 105639"/>
              <a:gd name="connsiteX145" fmla="*/ 520335 w 1459658"/>
              <a:gd name="connsiteY145" fmla="*/ 21258 h 105639"/>
              <a:gd name="connsiteX146" fmla="*/ 500864 w 1459658"/>
              <a:gd name="connsiteY146" fmla="*/ 31276 h 105639"/>
              <a:gd name="connsiteX147" fmla="*/ 500864 w 1459658"/>
              <a:gd name="connsiteY147" fmla="*/ 22561 h 105639"/>
              <a:gd name="connsiteX148" fmla="*/ 486363 w 1459658"/>
              <a:gd name="connsiteY148" fmla="*/ 22561 h 105639"/>
              <a:gd name="connsiteX149" fmla="*/ 486363 w 1459658"/>
              <a:gd name="connsiteY149" fmla="*/ 81693 h 105639"/>
              <a:gd name="connsiteX150" fmla="*/ 502005 w 1459658"/>
              <a:gd name="connsiteY150" fmla="*/ 81693 h 105639"/>
              <a:gd name="connsiteX151" fmla="*/ 502005 w 1459658"/>
              <a:gd name="connsiteY151" fmla="*/ 54897 h 105639"/>
              <a:gd name="connsiteX152" fmla="*/ 503227 w 1459658"/>
              <a:gd name="connsiteY152" fmla="*/ 41295 h 105639"/>
              <a:gd name="connsiteX153" fmla="*/ 507626 w 1459658"/>
              <a:gd name="connsiteY153" fmla="*/ 35430 h 105639"/>
              <a:gd name="connsiteX154" fmla="*/ 514958 w 1459658"/>
              <a:gd name="connsiteY154" fmla="*/ 33231 h 105639"/>
              <a:gd name="connsiteX155" fmla="*/ 520416 w 1459658"/>
              <a:gd name="connsiteY155" fmla="*/ 34779 h 105639"/>
              <a:gd name="connsiteX156" fmla="*/ 523675 w 1459658"/>
              <a:gd name="connsiteY156" fmla="*/ 39177 h 105639"/>
              <a:gd name="connsiteX157" fmla="*/ 524653 w 1459658"/>
              <a:gd name="connsiteY157" fmla="*/ 51557 h 105639"/>
              <a:gd name="connsiteX158" fmla="*/ 524653 w 1459658"/>
              <a:gd name="connsiteY158" fmla="*/ 81775 h 105639"/>
              <a:gd name="connsiteX159" fmla="*/ 540295 w 1459658"/>
              <a:gd name="connsiteY159" fmla="*/ 81775 h 105639"/>
              <a:gd name="connsiteX160" fmla="*/ 540295 w 1459658"/>
              <a:gd name="connsiteY160" fmla="*/ 45041 h 105639"/>
              <a:gd name="connsiteX161" fmla="*/ 540295 w 1459658"/>
              <a:gd name="connsiteY161" fmla="*/ 45041 h 105639"/>
              <a:gd name="connsiteX162" fmla="*/ 553003 w 1459658"/>
              <a:gd name="connsiteY162" fmla="*/ 87476 h 105639"/>
              <a:gd name="connsiteX163" fmla="*/ 559276 w 1459658"/>
              <a:gd name="connsiteY163" fmla="*/ 100508 h 105639"/>
              <a:gd name="connsiteX164" fmla="*/ 580621 w 1459658"/>
              <a:gd name="connsiteY164" fmla="*/ 105639 h 105639"/>
              <a:gd name="connsiteX165" fmla="*/ 593819 w 1459658"/>
              <a:gd name="connsiteY165" fmla="*/ 103929 h 105639"/>
              <a:gd name="connsiteX166" fmla="*/ 602129 w 1459658"/>
              <a:gd name="connsiteY166" fmla="*/ 99286 h 105639"/>
              <a:gd name="connsiteX167" fmla="*/ 606935 w 1459658"/>
              <a:gd name="connsiteY167" fmla="*/ 91141 h 105639"/>
              <a:gd name="connsiteX168" fmla="*/ 608646 w 1459658"/>
              <a:gd name="connsiteY168" fmla="*/ 75503 h 105639"/>
              <a:gd name="connsiteX169" fmla="*/ 608646 w 1459658"/>
              <a:gd name="connsiteY169" fmla="*/ 22480 h 105639"/>
              <a:gd name="connsiteX170" fmla="*/ 593982 w 1459658"/>
              <a:gd name="connsiteY170" fmla="*/ 22480 h 105639"/>
              <a:gd name="connsiteX171" fmla="*/ 593982 w 1459658"/>
              <a:gd name="connsiteY171" fmla="*/ 30788 h 105639"/>
              <a:gd name="connsiteX172" fmla="*/ 575896 w 1459658"/>
              <a:gd name="connsiteY172" fmla="*/ 21177 h 105639"/>
              <a:gd name="connsiteX173" fmla="*/ 558136 w 1459658"/>
              <a:gd name="connsiteY173" fmla="*/ 28996 h 105639"/>
              <a:gd name="connsiteX174" fmla="*/ 550967 w 1459658"/>
              <a:gd name="connsiteY174" fmla="*/ 51720 h 105639"/>
              <a:gd name="connsiteX175" fmla="*/ 556425 w 1459658"/>
              <a:gd name="connsiteY175" fmla="*/ 71512 h 105639"/>
              <a:gd name="connsiteX176" fmla="*/ 575326 w 1459658"/>
              <a:gd name="connsiteY176" fmla="*/ 81612 h 105639"/>
              <a:gd name="connsiteX177" fmla="*/ 593004 w 1459658"/>
              <a:gd name="connsiteY177" fmla="*/ 72001 h 105639"/>
              <a:gd name="connsiteX178" fmla="*/ 593004 w 1459658"/>
              <a:gd name="connsiteY178" fmla="*/ 80634 h 105639"/>
              <a:gd name="connsiteX179" fmla="*/ 592271 w 1459658"/>
              <a:gd name="connsiteY179" fmla="*/ 87802 h 105639"/>
              <a:gd name="connsiteX180" fmla="*/ 589175 w 1459658"/>
              <a:gd name="connsiteY180" fmla="*/ 91793 h 105639"/>
              <a:gd name="connsiteX181" fmla="*/ 579969 w 1459658"/>
              <a:gd name="connsiteY181" fmla="*/ 93666 h 105639"/>
              <a:gd name="connsiteX182" fmla="*/ 572963 w 1459658"/>
              <a:gd name="connsiteY182" fmla="*/ 91956 h 105639"/>
              <a:gd name="connsiteX183" fmla="*/ 570926 w 1459658"/>
              <a:gd name="connsiteY183" fmla="*/ 87639 h 105639"/>
              <a:gd name="connsiteX184" fmla="*/ 553085 w 1459658"/>
              <a:gd name="connsiteY184" fmla="*/ 85440 h 105639"/>
              <a:gd name="connsiteX185" fmla="*/ 553085 w 1459658"/>
              <a:gd name="connsiteY185" fmla="*/ 87313 h 105639"/>
              <a:gd name="connsiteX186" fmla="*/ 553085 w 1459658"/>
              <a:gd name="connsiteY186" fmla="*/ 87313 h 105639"/>
              <a:gd name="connsiteX187" fmla="*/ 570682 w 1459658"/>
              <a:gd name="connsiteY187" fmla="*/ 37548 h 105639"/>
              <a:gd name="connsiteX188" fmla="*/ 579969 w 1459658"/>
              <a:gd name="connsiteY188" fmla="*/ 33150 h 105639"/>
              <a:gd name="connsiteX189" fmla="*/ 589582 w 1459658"/>
              <a:gd name="connsiteY189" fmla="*/ 37629 h 105639"/>
              <a:gd name="connsiteX190" fmla="*/ 593330 w 1459658"/>
              <a:gd name="connsiteY190" fmla="*/ 51231 h 105639"/>
              <a:gd name="connsiteX191" fmla="*/ 589338 w 1459658"/>
              <a:gd name="connsiteY191" fmla="*/ 64507 h 105639"/>
              <a:gd name="connsiteX192" fmla="*/ 579643 w 1459658"/>
              <a:gd name="connsiteY192" fmla="*/ 68987 h 105639"/>
              <a:gd name="connsiteX193" fmla="*/ 570682 w 1459658"/>
              <a:gd name="connsiteY193" fmla="*/ 64589 h 105639"/>
              <a:gd name="connsiteX194" fmla="*/ 567016 w 1459658"/>
              <a:gd name="connsiteY194" fmla="*/ 50824 h 105639"/>
              <a:gd name="connsiteX195" fmla="*/ 570682 w 1459658"/>
              <a:gd name="connsiteY195" fmla="*/ 37467 h 105639"/>
              <a:gd name="connsiteX196" fmla="*/ 570682 w 1459658"/>
              <a:gd name="connsiteY196" fmla="*/ 37467 h 105639"/>
              <a:gd name="connsiteX197" fmla="*/ 669339 w 1459658"/>
              <a:gd name="connsiteY197" fmla="*/ 81693 h 105639"/>
              <a:gd name="connsiteX198" fmla="*/ 669339 w 1459658"/>
              <a:gd name="connsiteY198" fmla="*/ 47648 h 105639"/>
              <a:gd name="connsiteX199" fmla="*/ 672680 w 1459658"/>
              <a:gd name="connsiteY199" fmla="*/ 47648 h 105639"/>
              <a:gd name="connsiteX200" fmla="*/ 680989 w 1459658"/>
              <a:gd name="connsiteY200" fmla="*/ 48543 h 105639"/>
              <a:gd name="connsiteX201" fmla="*/ 685959 w 1459658"/>
              <a:gd name="connsiteY201" fmla="*/ 51964 h 105639"/>
              <a:gd name="connsiteX202" fmla="*/ 694676 w 1459658"/>
              <a:gd name="connsiteY202" fmla="*/ 63937 h 105639"/>
              <a:gd name="connsiteX203" fmla="*/ 706570 w 1459658"/>
              <a:gd name="connsiteY203" fmla="*/ 81693 h 105639"/>
              <a:gd name="connsiteX204" fmla="*/ 726285 w 1459658"/>
              <a:gd name="connsiteY204" fmla="*/ 81693 h 105639"/>
              <a:gd name="connsiteX205" fmla="*/ 716346 w 1459658"/>
              <a:gd name="connsiteY205" fmla="*/ 65729 h 105639"/>
              <a:gd name="connsiteX206" fmla="*/ 706978 w 1459658"/>
              <a:gd name="connsiteY206" fmla="*/ 52453 h 105639"/>
              <a:gd name="connsiteX207" fmla="*/ 698179 w 1459658"/>
              <a:gd name="connsiteY207" fmla="*/ 45611 h 105639"/>
              <a:gd name="connsiteX208" fmla="*/ 714310 w 1459658"/>
              <a:gd name="connsiteY208" fmla="*/ 38037 h 105639"/>
              <a:gd name="connsiteX209" fmla="*/ 719687 w 1459658"/>
              <a:gd name="connsiteY209" fmla="*/ 22887 h 105639"/>
              <a:gd name="connsiteX210" fmla="*/ 716102 w 1459658"/>
              <a:gd name="connsiteY210" fmla="*/ 10018 h 105639"/>
              <a:gd name="connsiteX211" fmla="*/ 706570 w 1459658"/>
              <a:gd name="connsiteY211" fmla="*/ 2199 h 105639"/>
              <a:gd name="connsiteX212" fmla="*/ 687588 w 1459658"/>
              <a:gd name="connsiteY212" fmla="*/ 0 h 105639"/>
              <a:gd name="connsiteX213" fmla="*/ 652883 w 1459658"/>
              <a:gd name="connsiteY213" fmla="*/ 0 h 105639"/>
              <a:gd name="connsiteX214" fmla="*/ 652883 w 1459658"/>
              <a:gd name="connsiteY214" fmla="*/ 81612 h 105639"/>
              <a:gd name="connsiteX215" fmla="*/ 669339 w 1459658"/>
              <a:gd name="connsiteY215" fmla="*/ 81612 h 105639"/>
              <a:gd name="connsiteX216" fmla="*/ 669339 w 1459658"/>
              <a:gd name="connsiteY216" fmla="*/ 13928 h 105639"/>
              <a:gd name="connsiteX217" fmla="*/ 682211 w 1459658"/>
              <a:gd name="connsiteY217" fmla="*/ 13928 h 105639"/>
              <a:gd name="connsiteX218" fmla="*/ 694269 w 1459658"/>
              <a:gd name="connsiteY218" fmla="*/ 14172 h 105639"/>
              <a:gd name="connsiteX219" fmla="*/ 700460 w 1459658"/>
              <a:gd name="connsiteY219" fmla="*/ 17349 h 105639"/>
              <a:gd name="connsiteX220" fmla="*/ 702660 w 1459658"/>
              <a:gd name="connsiteY220" fmla="*/ 24027 h 105639"/>
              <a:gd name="connsiteX221" fmla="*/ 700949 w 1459658"/>
              <a:gd name="connsiteY221" fmla="*/ 30136 h 105639"/>
              <a:gd name="connsiteX222" fmla="*/ 696305 w 1459658"/>
              <a:gd name="connsiteY222" fmla="*/ 33557 h 105639"/>
              <a:gd name="connsiteX223" fmla="*/ 681478 w 1459658"/>
              <a:gd name="connsiteY223" fmla="*/ 34534 h 105639"/>
              <a:gd name="connsiteX224" fmla="*/ 669258 w 1459658"/>
              <a:gd name="connsiteY224" fmla="*/ 34534 h 105639"/>
              <a:gd name="connsiteX225" fmla="*/ 669258 w 1459658"/>
              <a:gd name="connsiteY225" fmla="*/ 13846 h 105639"/>
              <a:gd name="connsiteX226" fmla="*/ 669258 w 1459658"/>
              <a:gd name="connsiteY226" fmla="*/ 13846 h 105639"/>
              <a:gd name="connsiteX227" fmla="*/ 748933 w 1459658"/>
              <a:gd name="connsiteY227" fmla="*/ 34860 h 105639"/>
              <a:gd name="connsiteX228" fmla="*/ 755451 w 1459658"/>
              <a:gd name="connsiteY228" fmla="*/ 33231 h 105639"/>
              <a:gd name="connsiteX229" fmla="*/ 763842 w 1459658"/>
              <a:gd name="connsiteY229" fmla="*/ 35186 h 105639"/>
              <a:gd name="connsiteX230" fmla="*/ 766042 w 1459658"/>
              <a:gd name="connsiteY230" fmla="*/ 41620 h 105639"/>
              <a:gd name="connsiteX231" fmla="*/ 766042 w 1459658"/>
              <a:gd name="connsiteY231" fmla="*/ 43168 h 105639"/>
              <a:gd name="connsiteX232" fmla="*/ 750807 w 1459658"/>
              <a:gd name="connsiteY232" fmla="*/ 46996 h 105639"/>
              <a:gd name="connsiteX233" fmla="*/ 738343 w 1459658"/>
              <a:gd name="connsiteY233" fmla="*/ 50661 h 105639"/>
              <a:gd name="connsiteX234" fmla="*/ 731662 w 1459658"/>
              <a:gd name="connsiteY234" fmla="*/ 56688 h 105639"/>
              <a:gd name="connsiteX235" fmla="*/ 729300 w 1459658"/>
              <a:gd name="connsiteY235" fmla="*/ 65648 h 105639"/>
              <a:gd name="connsiteX236" fmla="*/ 734595 w 1459658"/>
              <a:gd name="connsiteY236" fmla="*/ 78191 h 105639"/>
              <a:gd name="connsiteX237" fmla="*/ 749015 w 1459658"/>
              <a:gd name="connsiteY237" fmla="*/ 83159 h 105639"/>
              <a:gd name="connsiteX238" fmla="*/ 758791 w 1459658"/>
              <a:gd name="connsiteY238" fmla="*/ 81205 h 105639"/>
              <a:gd name="connsiteX239" fmla="*/ 767345 w 1459658"/>
              <a:gd name="connsiteY239" fmla="*/ 75340 h 105639"/>
              <a:gd name="connsiteX240" fmla="*/ 767916 w 1459658"/>
              <a:gd name="connsiteY240" fmla="*/ 77213 h 105639"/>
              <a:gd name="connsiteX241" fmla="*/ 769382 w 1459658"/>
              <a:gd name="connsiteY241" fmla="*/ 81856 h 105639"/>
              <a:gd name="connsiteX242" fmla="*/ 784861 w 1459658"/>
              <a:gd name="connsiteY242" fmla="*/ 81856 h 105639"/>
              <a:gd name="connsiteX243" fmla="*/ 782009 w 1459658"/>
              <a:gd name="connsiteY243" fmla="*/ 73956 h 105639"/>
              <a:gd name="connsiteX244" fmla="*/ 781276 w 1459658"/>
              <a:gd name="connsiteY244" fmla="*/ 62471 h 105639"/>
              <a:gd name="connsiteX245" fmla="*/ 781439 w 1459658"/>
              <a:gd name="connsiteY245" fmla="*/ 44227 h 105639"/>
              <a:gd name="connsiteX246" fmla="*/ 779321 w 1459658"/>
              <a:gd name="connsiteY246" fmla="*/ 30217 h 105639"/>
              <a:gd name="connsiteX247" fmla="*/ 772070 w 1459658"/>
              <a:gd name="connsiteY247" fmla="*/ 23946 h 105639"/>
              <a:gd name="connsiteX248" fmla="*/ 756510 w 1459658"/>
              <a:gd name="connsiteY248" fmla="*/ 21502 h 105639"/>
              <a:gd name="connsiteX249" fmla="*/ 739157 w 1459658"/>
              <a:gd name="connsiteY249" fmla="*/ 25656 h 105639"/>
              <a:gd name="connsiteX250" fmla="*/ 730929 w 1459658"/>
              <a:gd name="connsiteY250" fmla="*/ 38362 h 105639"/>
              <a:gd name="connsiteX251" fmla="*/ 745104 w 1459658"/>
              <a:gd name="connsiteY251" fmla="*/ 40887 h 105639"/>
              <a:gd name="connsiteX252" fmla="*/ 748852 w 1459658"/>
              <a:gd name="connsiteY252" fmla="*/ 35104 h 105639"/>
              <a:gd name="connsiteX253" fmla="*/ 748852 w 1459658"/>
              <a:gd name="connsiteY253" fmla="*/ 35104 h 105639"/>
              <a:gd name="connsiteX254" fmla="*/ 766123 w 1459658"/>
              <a:gd name="connsiteY254" fmla="*/ 56444 h 105639"/>
              <a:gd name="connsiteX255" fmla="*/ 765471 w 1459658"/>
              <a:gd name="connsiteY255" fmla="*/ 64100 h 105639"/>
              <a:gd name="connsiteX256" fmla="*/ 761724 w 1459658"/>
              <a:gd name="connsiteY256" fmla="*/ 69313 h 105639"/>
              <a:gd name="connsiteX257" fmla="*/ 753659 w 1459658"/>
              <a:gd name="connsiteY257" fmla="*/ 72082 h 105639"/>
              <a:gd name="connsiteX258" fmla="*/ 747386 w 1459658"/>
              <a:gd name="connsiteY258" fmla="*/ 69720 h 105639"/>
              <a:gd name="connsiteX259" fmla="*/ 744942 w 1459658"/>
              <a:gd name="connsiteY259" fmla="*/ 64019 h 105639"/>
              <a:gd name="connsiteX260" fmla="*/ 748037 w 1459658"/>
              <a:gd name="connsiteY260" fmla="*/ 58480 h 105639"/>
              <a:gd name="connsiteX261" fmla="*/ 756591 w 1459658"/>
              <a:gd name="connsiteY261" fmla="*/ 55793 h 105639"/>
              <a:gd name="connsiteX262" fmla="*/ 766123 w 1459658"/>
              <a:gd name="connsiteY262" fmla="*/ 53430 h 105639"/>
              <a:gd name="connsiteX263" fmla="*/ 766123 w 1459658"/>
              <a:gd name="connsiteY263" fmla="*/ 56526 h 105639"/>
              <a:gd name="connsiteX264" fmla="*/ 766123 w 1459658"/>
              <a:gd name="connsiteY264" fmla="*/ 56526 h 105639"/>
              <a:gd name="connsiteX265" fmla="*/ 811745 w 1459658"/>
              <a:gd name="connsiteY265" fmla="*/ 22561 h 105639"/>
              <a:gd name="connsiteX266" fmla="*/ 811745 w 1459658"/>
              <a:gd name="connsiteY266" fmla="*/ 1710 h 105639"/>
              <a:gd name="connsiteX267" fmla="*/ 796022 w 1459658"/>
              <a:gd name="connsiteY267" fmla="*/ 10833 h 105639"/>
              <a:gd name="connsiteX268" fmla="*/ 796022 w 1459658"/>
              <a:gd name="connsiteY268" fmla="*/ 22561 h 105639"/>
              <a:gd name="connsiteX269" fmla="*/ 788853 w 1459658"/>
              <a:gd name="connsiteY269" fmla="*/ 22561 h 105639"/>
              <a:gd name="connsiteX270" fmla="*/ 788853 w 1459658"/>
              <a:gd name="connsiteY270" fmla="*/ 35023 h 105639"/>
              <a:gd name="connsiteX271" fmla="*/ 796022 w 1459658"/>
              <a:gd name="connsiteY271" fmla="*/ 35023 h 105639"/>
              <a:gd name="connsiteX272" fmla="*/ 796022 w 1459658"/>
              <a:gd name="connsiteY272" fmla="*/ 60842 h 105639"/>
              <a:gd name="connsiteX273" fmla="*/ 796511 w 1459658"/>
              <a:gd name="connsiteY273" fmla="*/ 71838 h 105639"/>
              <a:gd name="connsiteX274" fmla="*/ 798710 w 1459658"/>
              <a:gd name="connsiteY274" fmla="*/ 77947 h 105639"/>
              <a:gd name="connsiteX275" fmla="*/ 803680 w 1459658"/>
              <a:gd name="connsiteY275" fmla="*/ 81612 h 105639"/>
              <a:gd name="connsiteX276" fmla="*/ 811338 w 1459658"/>
              <a:gd name="connsiteY276" fmla="*/ 82996 h 105639"/>
              <a:gd name="connsiteX277" fmla="*/ 823721 w 1459658"/>
              <a:gd name="connsiteY277" fmla="*/ 80634 h 105639"/>
              <a:gd name="connsiteX278" fmla="*/ 822418 w 1459658"/>
              <a:gd name="connsiteY278" fmla="*/ 68499 h 105639"/>
              <a:gd name="connsiteX279" fmla="*/ 816144 w 1459658"/>
              <a:gd name="connsiteY279" fmla="*/ 69965 h 105639"/>
              <a:gd name="connsiteX280" fmla="*/ 813537 w 1459658"/>
              <a:gd name="connsiteY280" fmla="*/ 69150 h 105639"/>
              <a:gd name="connsiteX281" fmla="*/ 812153 w 1459658"/>
              <a:gd name="connsiteY281" fmla="*/ 67195 h 105639"/>
              <a:gd name="connsiteX282" fmla="*/ 811827 w 1459658"/>
              <a:gd name="connsiteY282" fmla="*/ 58725 h 105639"/>
              <a:gd name="connsiteX283" fmla="*/ 811827 w 1459658"/>
              <a:gd name="connsiteY283" fmla="*/ 34860 h 105639"/>
              <a:gd name="connsiteX284" fmla="*/ 822499 w 1459658"/>
              <a:gd name="connsiteY284" fmla="*/ 34860 h 105639"/>
              <a:gd name="connsiteX285" fmla="*/ 822499 w 1459658"/>
              <a:gd name="connsiteY285" fmla="*/ 22398 h 105639"/>
              <a:gd name="connsiteX286" fmla="*/ 811827 w 1459658"/>
              <a:gd name="connsiteY286" fmla="*/ 22398 h 105639"/>
              <a:gd name="connsiteX287" fmla="*/ 862174 w 1459658"/>
              <a:gd name="connsiteY287" fmla="*/ 69313 h 105639"/>
              <a:gd name="connsiteX288" fmla="*/ 855982 w 1459658"/>
              <a:gd name="connsiteY288" fmla="*/ 71349 h 105639"/>
              <a:gd name="connsiteX289" fmla="*/ 846939 w 1459658"/>
              <a:gd name="connsiteY289" fmla="*/ 67440 h 105639"/>
              <a:gd name="connsiteX290" fmla="*/ 843192 w 1459658"/>
              <a:gd name="connsiteY290" fmla="*/ 56607 h 105639"/>
              <a:gd name="connsiteX291" fmla="*/ 882378 w 1459658"/>
              <a:gd name="connsiteY291" fmla="*/ 56607 h 105639"/>
              <a:gd name="connsiteX292" fmla="*/ 875046 w 1459658"/>
              <a:gd name="connsiteY292" fmla="*/ 29892 h 105639"/>
              <a:gd name="connsiteX293" fmla="*/ 854190 w 1459658"/>
              <a:gd name="connsiteY293" fmla="*/ 21177 h 105639"/>
              <a:gd name="connsiteX294" fmla="*/ 834719 w 1459658"/>
              <a:gd name="connsiteY294" fmla="*/ 29484 h 105639"/>
              <a:gd name="connsiteX295" fmla="*/ 827061 w 1459658"/>
              <a:gd name="connsiteY295" fmla="*/ 52534 h 105639"/>
              <a:gd name="connsiteX296" fmla="*/ 832927 w 1459658"/>
              <a:gd name="connsiteY296" fmla="*/ 72897 h 105639"/>
              <a:gd name="connsiteX297" fmla="*/ 855738 w 1459658"/>
              <a:gd name="connsiteY297" fmla="*/ 82996 h 105639"/>
              <a:gd name="connsiteX298" fmla="*/ 871950 w 1459658"/>
              <a:gd name="connsiteY298" fmla="*/ 78517 h 105639"/>
              <a:gd name="connsiteX299" fmla="*/ 881482 w 1459658"/>
              <a:gd name="connsiteY299" fmla="*/ 65485 h 105639"/>
              <a:gd name="connsiteX300" fmla="*/ 865921 w 1459658"/>
              <a:gd name="connsiteY300" fmla="*/ 62879 h 105639"/>
              <a:gd name="connsiteX301" fmla="*/ 862174 w 1459658"/>
              <a:gd name="connsiteY301" fmla="*/ 69313 h 105639"/>
              <a:gd name="connsiteX302" fmla="*/ 862174 w 1459658"/>
              <a:gd name="connsiteY302" fmla="*/ 69313 h 105639"/>
              <a:gd name="connsiteX303" fmla="*/ 843436 w 1459658"/>
              <a:gd name="connsiteY303" fmla="*/ 47077 h 105639"/>
              <a:gd name="connsiteX304" fmla="*/ 846695 w 1459658"/>
              <a:gd name="connsiteY304" fmla="*/ 36978 h 105639"/>
              <a:gd name="connsiteX305" fmla="*/ 855168 w 1459658"/>
              <a:gd name="connsiteY305" fmla="*/ 33231 h 105639"/>
              <a:gd name="connsiteX306" fmla="*/ 863314 w 1459658"/>
              <a:gd name="connsiteY306" fmla="*/ 36734 h 105639"/>
              <a:gd name="connsiteX307" fmla="*/ 866817 w 1459658"/>
              <a:gd name="connsiteY307" fmla="*/ 47077 h 105639"/>
              <a:gd name="connsiteX308" fmla="*/ 843436 w 1459658"/>
              <a:gd name="connsiteY308" fmla="*/ 47077 h 105639"/>
              <a:gd name="connsiteX309" fmla="*/ 897205 w 1459658"/>
              <a:gd name="connsiteY309" fmla="*/ 78109 h 105639"/>
              <a:gd name="connsiteX310" fmla="*/ 916350 w 1459658"/>
              <a:gd name="connsiteY310" fmla="*/ 82996 h 105639"/>
              <a:gd name="connsiteX311" fmla="*/ 936472 w 1459658"/>
              <a:gd name="connsiteY311" fmla="*/ 77132 h 105639"/>
              <a:gd name="connsiteX312" fmla="*/ 943234 w 1459658"/>
              <a:gd name="connsiteY312" fmla="*/ 63123 h 105639"/>
              <a:gd name="connsiteX313" fmla="*/ 938346 w 1459658"/>
              <a:gd name="connsiteY313" fmla="*/ 51476 h 105639"/>
              <a:gd name="connsiteX314" fmla="*/ 920912 w 1459658"/>
              <a:gd name="connsiteY314" fmla="*/ 44553 h 105639"/>
              <a:gd name="connsiteX315" fmla="*/ 906329 w 1459658"/>
              <a:gd name="connsiteY315" fmla="*/ 40154 h 105639"/>
              <a:gd name="connsiteX316" fmla="*/ 904781 w 1459658"/>
              <a:gd name="connsiteY316" fmla="*/ 37304 h 105639"/>
              <a:gd name="connsiteX317" fmla="*/ 906574 w 1459658"/>
              <a:gd name="connsiteY317" fmla="*/ 34127 h 105639"/>
              <a:gd name="connsiteX318" fmla="*/ 915454 w 1459658"/>
              <a:gd name="connsiteY318" fmla="*/ 32417 h 105639"/>
              <a:gd name="connsiteX319" fmla="*/ 923030 w 1459658"/>
              <a:gd name="connsiteY319" fmla="*/ 34290 h 105639"/>
              <a:gd name="connsiteX320" fmla="*/ 926615 w 1459658"/>
              <a:gd name="connsiteY320" fmla="*/ 39584 h 105639"/>
              <a:gd name="connsiteX321" fmla="*/ 941360 w 1459658"/>
              <a:gd name="connsiteY321" fmla="*/ 36896 h 105639"/>
              <a:gd name="connsiteX322" fmla="*/ 933214 w 1459658"/>
              <a:gd name="connsiteY322" fmla="*/ 25168 h 105639"/>
              <a:gd name="connsiteX323" fmla="*/ 915209 w 1459658"/>
              <a:gd name="connsiteY323" fmla="*/ 21177 h 105639"/>
              <a:gd name="connsiteX324" fmla="*/ 896390 w 1459658"/>
              <a:gd name="connsiteY324" fmla="*/ 26389 h 105639"/>
              <a:gd name="connsiteX325" fmla="*/ 890280 w 1459658"/>
              <a:gd name="connsiteY325" fmla="*/ 39340 h 105639"/>
              <a:gd name="connsiteX326" fmla="*/ 897286 w 1459658"/>
              <a:gd name="connsiteY326" fmla="*/ 52616 h 105639"/>
              <a:gd name="connsiteX327" fmla="*/ 921319 w 1459658"/>
              <a:gd name="connsiteY327" fmla="*/ 60272 h 105639"/>
              <a:gd name="connsiteX328" fmla="*/ 926533 w 1459658"/>
              <a:gd name="connsiteY328" fmla="*/ 62308 h 105639"/>
              <a:gd name="connsiteX329" fmla="*/ 927674 w 1459658"/>
              <a:gd name="connsiteY329" fmla="*/ 65241 h 105639"/>
              <a:gd name="connsiteX330" fmla="*/ 925637 w 1459658"/>
              <a:gd name="connsiteY330" fmla="*/ 69394 h 105639"/>
              <a:gd name="connsiteX331" fmla="*/ 916513 w 1459658"/>
              <a:gd name="connsiteY331" fmla="*/ 71594 h 105639"/>
              <a:gd name="connsiteX332" fmla="*/ 907959 w 1459658"/>
              <a:gd name="connsiteY332" fmla="*/ 69232 h 105639"/>
              <a:gd name="connsiteX333" fmla="*/ 903885 w 1459658"/>
              <a:gd name="connsiteY333" fmla="*/ 62308 h 105639"/>
              <a:gd name="connsiteX334" fmla="*/ 888162 w 1459658"/>
              <a:gd name="connsiteY334" fmla="*/ 64670 h 105639"/>
              <a:gd name="connsiteX335" fmla="*/ 897368 w 1459658"/>
              <a:gd name="connsiteY335" fmla="*/ 77947 h 105639"/>
              <a:gd name="connsiteX336" fmla="*/ 897368 w 1459658"/>
              <a:gd name="connsiteY336" fmla="*/ 77947 h 105639"/>
              <a:gd name="connsiteX337" fmla="*/ 985598 w 1459658"/>
              <a:gd name="connsiteY337" fmla="*/ 81693 h 105639"/>
              <a:gd name="connsiteX338" fmla="*/ 1013378 w 1459658"/>
              <a:gd name="connsiteY338" fmla="*/ 81693 h 105639"/>
              <a:gd name="connsiteX339" fmla="*/ 1033256 w 1459658"/>
              <a:gd name="connsiteY339" fmla="*/ 81123 h 105639"/>
              <a:gd name="connsiteX340" fmla="*/ 1044336 w 1459658"/>
              <a:gd name="connsiteY340" fmla="*/ 77213 h 105639"/>
              <a:gd name="connsiteX341" fmla="*/ 1051423 w 1459658"/>
              <a:gd name="connsiteY341" fmla="*/ 68824 h 105639"/>
              <a:gd name="connsiteX342" fmla="*/ 1054030 w 1459658"/>
              <a:gd name="connsiteY342" fmla="*/ 57992 h 105639"/>
              <a:gd name="connsiteX343" fmla="*/ 1050038 w 1459658"/>
              <a:gd name="connsiteY343" fmla="*/ 45693 h 105639"/>
              <a:gd name="connsiteX344" fmla="*/ 1038552 w 1459658"/>
              <a:gd name="connsiteY344" fmla="*/ 38281 h 105639"/>
              <a:gd name="connsiteX345" fmla="*/ 1046943 w 1459658"/>
              <a:gd name="connsiteY345" fmla="*/ 31114 h 105639"/>
              <a:gd name="connsiteX346" fmla="*/ 1050038 w 1459658"/>
              <a:gd name="connsiteY346" fmla="*/ 20607 h 105639"/>
              <a:gd name="connsiteX347" fmla="*/ 1047513 w 1459658"/>
              <a:gd name="connsiteY347" fmla="*/ 11077 h 105639"/>
              <a:gd name="connsiteX348" fmla="*/ 1041240 w 1459658"/>
              <a:gd name="connsiteY348" fmla="*/ 4235 h 105639"/>
              <a:gd name="connsiteX349" fmla="*/ 1032686 w 1459658"/>
              <a:gd name="connsiteY349" fmla="*/ 896 h 105639"/>
              <a:gd name="connsiteX350" fmla="*/ 1018266 w 1459658"/>
              <a:gd name="connsiteY350" fmla="*/ 82 h 105639"/>
              <a:gd name="connsiteX351" fmla="*/ 985598 w 1459658"/>
              <a:gd name="connsiteY351" fmla="*/ 82 h 105639"/>
              <a:gd name="connsiteX352" fmla="*/ 985598 w 1459658"/>
              <a:gd name="connsiteY352" fmla="*/ 81693 h 105639"/>
              <a:gd name="connsiteX353" fmla="*/ 985598 w 1459658"/>
              <a:gd name="connsiteY353" fmla="*/ 81693 h 105639"/>
              <a:gd name="connsiteX354" fmla="*/ 1011586 w 1459658"/>
              <a:gd name="connsiteY354" fmla="*/ 13683 h 105639"/>
              <a:gd name="connsiteX355" fmla="*/ 1025680 w 1459658"/>
              <a:gd name="connsiteY355" fmla="*/ 13928 h 105639"/>
              <a:gd name="connsiteX356" fmla="*/ 1031871 w 1459658"/>
              <a:gd name="connsiteY356" fmla="*/ 16778 h 105639"/>
              <a:gd name="connsiteX357" fmla="*/ 1033989 w 1459658"/>
              <a:gd name="connsiteY357" fmla="*/ 22969 h 105639"/>
              <a:gd name="connsiteX358" fmla="*/ 1031545 w 1459658"/>
              <a:gd name="connsiteY358" fmla="*/ 29322 h 105639"/>
              <a:gd name="connsiteX359" fmla="*/ 1024865 w 1459658"/>
              <a:gd name="connsiteY359" fmla="*/ 32254 h 105639"/>
              <a:gd name="connsiteX360" fmla="*/ 1012889 w 1459658"/>
              <a:gd name="connsiteY360" fmla="*/ 32498 h 105639"/>
              <a:gd name="connsiteX361" fmla="*/ 1002054 w 1459658"/>
              <a:gd name="connsiteY361" fmla="*/ 32498 h 105639"/>
              <a:gd name="connsiteX362" fmla="*/ 1002054 w 1459658"/>
              <a:gd name="connsiteY362" fmla="*/ 13602 h 105639"/>
              <a:gd name="connsiteX363" fmla="*/ 1011504 w 1459658"/>
              <a:gd name="connsiteY363" fmla="*/ 13602 h 105639"/>
              <a:gd name="connsiteX364" fmla="*/ 1015415 w 1459658"/>
              <a:gd name="connsiteY364" fmla="*/ 46100 h 105639"/>
              <a:gd name="connsiteX365" fmla="*/ 1029997 w 1459658"/>
              <a:gd name="connsiteY365" fmla="*/ 47240 h 105639"/>
              <a:gd name="connsiteX366" fmla="*/ 1035130 w 1459658"/>
              <a:gd name="connsiteY366" fmla="*/ 50987 h 105639"/>
              <a:gd name="connsiteX367" fmla="*/ 1036922 w 1459658"/>
              <a:gd name="connsiteY367" fmla="*/ 57259 h 105639"/>
              <a:gd name="connsiteX368" fmla="*/ 1034641 w 1459658"/>
              <a:gd name="connsiteY368" fmla="*/ 64182 h 105639"/>
              <a:gd name="connsiteX369" fmla="*/ 1028694 w 1459658"/>
              <a:gd name="connsiteY369" fmla="*/ 67440 h 105639"/>
              <a:gd name="connsiteX370" fmla="*/ 1017370 w 1459658"/>
              <a:gd name="connsiteY370" fmla="*/ 67928 h 105639"/>
              <a:gd name="connsiteX371" fmla="*/ 1002135 w 1459658"/>
              <a:gd name="connsiteY371" fmla="*/ 67928 h 105639"/>
              <a:gd name="connsiteX372" fmla="*/ 1002135 w 1459658"/>
              <a:gd name="connsiteY372" fmla="*/ 46100 h 105639"/>
              <a:gd name="connsiteX373" fmla="*/ 1015415 w 1459658"/>
              <a:gd name="connsiteY373" fmla="*/ 46100 h 105639"/>
              <a:gd name="connsiteX374" fmla="*/ 1081729 w 1459658"/>
              <a:gd name="connsiteY374" fmla="*/ 34860 h 105639"/>
              <a:gd name="connsiteX375" fmla="*/ 1088247 w 1459658"/>
              <a:gd name="connsiteY375" fmla="*/ 33231 h 105639"/>
              <a:gd name="connsiteX376" fmla="*/ 1096638 w 1459658"/>
              <a:gd name="connsiteY376" fmla="*/ 35186 h 105639"/>
              <a:gd name="connsiteX377" fmla="*/ 1098838 w 1459658"/>
              <a:gd name="connsiteY377" fmla="*/ 41620 h 105639"/>
              <a:gd name="connsiteX378" fmla="*/ 1098838 w 1459658"/>
              <a:gd name="connsiteY378" fmla="*/ 43168 h 105639"/>
              <a:gd name="connsiteX379" fmla="*/ 1083603 w 1459658"/>
              <a:gd name="connsiteY379" fmla="*/ 46996 h 105639"/>
              <a:gd name="connsiteX380" fmla="*/ 1071139 w 1459658"/>
              <a:gd name="connsiteY380" fmla="*/ 50661 h 105639"/>
              <a:gd name="connsiteX381" fmla="*/ 1064458 w 1459658"/>
              <a:gd name="connsiteY381" fmla="*/ 56688 h 105639"/>
              <a:gd name="connsiteX382" fmla="*/ 1062096 w 1459658"/>
              <a:gd name="connsiteY382" fmla="*/ 65648 h 105639"/>
              <a:gd name="connsiteX383" fmla="*/ 1067391 w 1459658"/>
              <a:gd name="connsiteY383" fmla="*/ 78191 h 105639"/>
              <a:gd name="connsiteX384" fmla="*/ 1081811 w 1459658"/>
              <a:gd name="connsiteY384" fmla="*/ 83159 h 105639"/>
              <a:gd name="connsiteX385" fmla="*/ 1091587 w 1459658"/>
              <a:gd name="connsiteY385" fmla="*/ 81205 h 105639"/>
              <a:gd name="connsiteX386" fmla="*/ 1100141 w 1459658"/>
              <a:gd name="connsiteY386" fmla="*/ 75340 h 105639"/>
              <a:gd name="connsiteX387" fmla="*/ 1100711 w 1459658"/>
              <a:gd name="connsiteY387" fmla="*/ 77213 h 105639"/>
              <a:gd name="connsiteX388" fmla="*/ 1102178 w 1459658"/>
              <a:gd name="connsiteY388" fmla="*/ 81856 h 105639"/>
              <a:gd name="connsiteX389" fmla="*/ 1117657 w 1459658"/>
              <a:gd name="connsiteY389" fmla="*/ 81856 h 105639"/>
              <a:gd name="connsiteX390" fmla="*/ 1114805 w 1459658"/>
              <a:gd name="connsiteY390" fmla="*/ 73956 h 105639"/>
              <a:gd name="connsiteX391" fmla="*/ 1114072 w 1459658"/>
              <a:gd name="connsiteY391" fmla="*/ 62471 h 105639"/>
              <a:gd name="connsiteX392" fmla="*/ 1114235 w 1459658"/>
              <a:gd name="connsiteY392" fmla="*/ 44227 h 105639"/>
              <a:gd name="connsiteX393" fmla="*/ 1112117 w 1459658"/>
              <a:gd name="connsiteY393" fmla="*/ 30217 h 105639"/>
              <a:gd name="connsiteX394" fmla="*/ 1104866 w 1459658"/>
              <a:gd name="connsiteY394" fmla="*/ 23946 h 105639"/>
              <a:gd name="connsiteX395" fmla="*/ 1089306 w 1459658"/>
              <a:gd name="connsiteY395" fmla="*/ 21502 h 105639"/>
              <a:gd name="connsiteX396" fmla="*/ 1071953 w 1459658"/>
              <a:gd name="connsiteY396" fmla="*/ 25656 h 105639"/>
              <a:gd name="connsiteX397" fmla="*/ 1063725 w 1459658"/>
              <a:gd name="connsiteY397" fmla="*/ 38362 h 105639"/>
              <a:gd name="connsiteX398" fmla="*/ 1077900 w 1459658"/>
              <a:gd name="connsiteY398" fmla="*/ 40887 h 105639"/>
              <a:gd name="connsiteX399" fmla="*/ 1081648 w 1459658"/>
              <a:gd name="connsiteY399" fmla="*/ 35104 h 105639"/>
              <a:gd name="connsiteX400" fmla="*/ 1081648 w 1459658"/>
              <a:gd name="connsiteY400" fmla="*/ 35104 h 105639"/>
              <a:gd name="connsiteX401" fmla="*/ 1098838 w 1459658"/>
              <a:gd name="connsiteY401" fmla="*/ 56444 h 105639"/>
              <a:gd name="connsiteX402" fmla="*/ 1098186 w 1459658"/>
              <a:gd name="connsiteY402" fmla="*/ 64100 h 105639"/>
              <a:gd name="connsiteX403" fmla="*/ 1094438 w 1459658"/>
              <a:gd name="connsiteY403" fmla="*/ 69313 h 105639"/>
              <a:gd name="connsiteX404" fmla="*/ 1086373 w 1459658"/>
              <a:gd name="connsiteY404" fmla="*/ 72082 h 105639"/>
              <a:gd name="connsiteX405" fmla="*/ 1080100 w 1459658"/>
              <a:gd name="connsiteY405" fmla="*/ 69720 h 105639"/>
              <a:gd name="connsiteX406" fmla="*/ 1077656 w 1459658"/>
              <a:gd name="connsiteY406" fmla="*/ 64019 h 105639"/>
              <a:gd name="connsiteX407" fmla="*/ 1080752 w 1459658"/>
              <a:gd name="connsiteY407" fmla="*/ 58480 h 105639"/>
              <a:gd name="connsiteX408" fmla="*/ 1089306 w 1459658"/>
              <a:gd name="connsiteY408" fmla="*/ 55793 h 105639"/>
              <a:gd name="connsiteX409" fmla="*/ 1098838 w 1459658"/>
              <a:gd name="connsiteY409" fmla="*/ 53430 h 105639"/>
              <a:gd name="connsiteX410" fmla="*/ 1098838 w 1459658"/>
              <a:gd name="connsiteY410" fmla="*/ 56526 h 105639"/>
              <a:gd name="connsiteX411" fmla="*/ 1098838 w 1459658"/>
              <a:gd name="connsiteY411" fmla="*/ 56526 h 105639"/>
              <a:gd name="connsiteX412" fmla="*/ 1142993 w 1459658"/>
              <a:gd name="connsiteY412" fmla="*/ 63449 h 105639"/>
              <a:gd name="connsiteX413" fmla="*/ 1144297 w 1459658"/>
              <a:gd name="connsiteY413" fmla="*/ 43657 h 105639"/>
              <a:gd name="connsiteX414" fmla="*/ 1147881 w 1459658"/>
              <a:gd name="connsiteY414" fmla="*/ 37141 h 105639"/>
              <a:gd name="connsiteX415" fmla="*/ 1153421 w 1459658"/>
              <a:gd name="connsiteY415" fmla="*/ 35349 h 105639"/>
              <a:gd name="connsiteX416" fmla="*/ 1160753 w 1459658"/>
              <a:gd name="connsiteY416" fmla="*/ 37874 h 105639"/>
              <a:gd name="connsiteX417" fmla="*/ 1165560 w 1459658"/>
              <a:gd name="connsiteY417" fmla="*/ 24272 h 105639"/>
              <a:gd name="connsiteX418" fmla="*/ 1155295 w 1459658"/>
              <a:gd name="connsiteY418" fmla="*/ 21340 h 105639"/>
              <a:gd name="connsiteX419" fmla="*/ 1148533 w 1459658"/>
              <a:gd name="connsiteY419" fmla="*/ 23213 h 105639"/>
              <a:gd name="connsiteX420" fmla="*/ 1141853 w 1459658"/>
              <a:gd name="connsiteY420" fmla="*/ 31032 h 105639"/>
              <a:gd name="connsiteX421" fmla="*/ 1141853 w 1459658"/>
              <a:gd name="connsiteY421" fmla="*/ 22643 h 105639"/>
              <a:gd name="connsiteX422" fmla="*/ 1127351 w 1459658"/>
              <a:gd name="connsiteY422" fmla="*/ 22643 h 105639"/>
              <a:gd name="connsiteX423" fmla="*/ 1127351 w 1459658"/>
              <a:gd name="connsiteY423" fmla="*/ 81775 h 105639"/>
              <a:gd name="connsiteX424" fmla="*/ 1142993 w 1459658"/>
              <a:gd name="connsiteY424" fmla="*/ 81775 h 105639"/>
              <a:gd name="connsiteX425" fmla="*/ 1142993 w 1459658"/>
              <a:gd name="connsiteY425" fmla="*/ 63530 h 105639"/>
              <a:gd name="connsiteX426" fmla="*/ 1142993 w 1459658"/>
              <a:gd name="connsiteY426" fmla="*/ 63530 h 105639"/>
              <a:gd name="connsiteX427" fmla="*/ 1217536 w 1459658"/>
              <a:gd name="connsiteY427" fmla="*/ 81693 h 105639"/>
              <a:gd name="connsiteX428" fmla="*/ 1217536 w 1459658"/>
              <a:gd name="connsiteY428" fmla="*/ 50906 h 105639"/>
              <a:gd name="connsiteX429" fmla="*/ 1228290 w 1459658"/>
              <a:gd name="connsiteY429" fmla="*/ 50906 h 105639"/>
              <a:gd name="connsiteX430" fmla="*/ 1245398 w 1459658"/>
              <a:gd name="connsiteY430" fmla="*/ 49765 h 105639"/>
              <a:gd name="connsiteX431" fmla="*/ 1253952 w 1459658"/>
              <a:gd name="connsiteY431" fmla="*/ 45856 h 105639"/>
              <a:gd name="connsiteX432" fmla="*/ 1260877 w 1459658"/>
              <a:gd name="connsiteY432" fmla="*/ 37792 h 105639"/>
              <a:gd name="connsiteX433" fmla="*/ 1263566 w 1459658"/>
              <a:gd name="connsiteY433" fmla="*/ 25168 h 105639"/>
              <a:gd name="connsiteX434" fmla="*/ 1258840 w 1459658"/>
              <a:gd name="connsiteY434" fmla="*/ 9285 h 105639"/>
              <a:gd name="connsiteX435" fmla="*/ 1247109 w 1459658"/>
              <a:gd name="connsiteY435" fmla="*/ 1303 h 105639"/>
              <a:gd name="connsiteX436" fmla="*/ 1227475 w 1459658"/>
              <a:gd name="connsiteY436" fmla="*/ 82 h 105639"/>
              <a:gd name="connsiteX437" fmla="*/ 1200998 w 1459658"/>
              <a:gd name="connsiteY437" fmla="*/ 82 h 105639"/>
              <a:gd name="connsiteX438" fmla="*/ 1200998 w 1459658"/>
              <a:gd name="connsiteY438" fmla="*/ 81693 h 105639"/>
              <a:gd name="connsiteX439" fmla="*/ 1217455 w 1459658"/>
              <a:gd name="connsiteY439" fmla="*/ 81693 h 105639"/>
              <a:gd name="connsiteX440" fmla="*/ 1225520 w 1459658"/>
              <a:gd name="connsiteY440" fmla="*/ 13928 h 105639"/>
              <a:gd name="connsiteX441" fmla="*/ 1237414 w 1459658"/>
              <a:gd name="connsiteY441" fmla="*/ 14498 h 105639"/>
              <a:gd name="connsiteX442" fmla="*/ 1244013 w 1459658"/>
              <a:gd name="connsiteY442" fmla="*/ 18082 h 105639"/>
              <a:gd name="connsiteX443" fmla="*/ 1246620 w 1459658"/>
              <a:gd name="connsiteY443" fmla="*/ 25412 h 105639"/>
              <a:gd name="connsiteX444" fmla="*/ 1244747 w 1459658"/>
              <a:gd name="connsiteY444" fmla="*/ 31765 h 105639"/>
              <a:gd name="connsiteX445" fmla="*/ 1239614 w 1459658"/>
              <a:gd name="connsiteY445" fmla="*/ 35756 h 105639"/>
              <a:gd name="connsiteX446" fmla="*/ 1226579 w 1459658"/>
              <a:gd name="connsiteY446" fmla="*/ 37059 h 105639"/>
              <a:gd name="connsiteX447" fmla="*/ 1217536 w 1459658"/>
              <a:gd name="connsiteY447" fmla="*/ 37059 h 105639"/>
              <a:gd name="connsiteX448" fmla="*/ 1217536 w 1459658"/>
              <a:gd name="connsiteY448" fmla="*/ 13928 h 105639"/>
              <a:gd name="connsiteX449" fmla="*/ 1225520 w 1459658"/>
              <a:gd name="connsiteY449" fmla="*/ 13928 h 105639"/>
              <a:gd name="connsiteX450" fmla="*/ 1291020 w 1459658"/>
              <a:gd name="connsiteY450" fmla="*/ 81693 h 105639"/>
              <a:gd name="connsiteX451" fmla="*/ 1291020 w 1459658"/>
              <a:gd name="connsiteY451" fmla="*/ 82 h 105639"/>
              <a:gd name="connsiteX452" fmla="*/ 1275378 w 1459658"/>
              <a:gd name="connsiteY452" fmla="*/ 82 h 105639"/>
              <a:gd name="connsiteX453" fmla="*/ 1275378 w 1459658"/>
              <a:gd name="connsiteY453" fmla="*/ 81693 h 105639"/>
              <a:gd name="connsiteX454" fmla="*/ 1291020 w 1459658"/>
              <a:gd name="connsiteY454" fmla="*/ 81693 h 105639"/>
              <a:gd name="connsiteX455" fmla="*/ 1305684 w 1459658"/>
              <a:gd name="connsiteY455" fmla="*/ 68580 h 105639"/>
              <a:gd name="connsiteX456" fmla="*/ 1316927 w 1459658"/>
              <a:gd name="connsiteY456" fmla="*/ 79331 h 105639"/>
              <a:gd name="connsiteX457" fmla="*/ 1332406 w 1459658"/>
              <a:gd name="connsiteY457" fmla="*/ 82996 h 105639"/>
              <a:gd name="connsiteX458" fmla="*/ 1354239 w 1459658"/>
              <a:gd name="connsiteY458" fmla="*/ 74200 h 105639"/>
              <a:gd name="connsiteX459" fmla="*/ 1362875 w 1459658"/>
              <a:gd name="connsiteY459" fmla="*/ 51964 h 105639"/>
              <a:gd name="connsiteX460" fmla="*/ 1354321 w 1459658"/>
              <a:gd name="connsiteY460" fmla="*/ 29973 h 105639"/>
              <a:gd name="connsiteX461" fmla="*/ 1332325 w 1459658"/>
              <a:gd name="connsiteY461" fmla="*/ 21258 h 105639"/>
              <a:gd name="connsiteX462" fmla="*/ 1316601 w 1459658"/>
              <a:gd name="connsiteY462" fmla="*/ 25086 h 105639"/>
              <a:gd name="connsiteX463" fmla="*/ 1305684 w 1459658"/>
              <a:gd name="connsiteY463" fmla="*/ 36245 h 105639"/>
              <a:gd name="connsiteX464" fmla="*/ 1301855 w 1459658"/>
              <a:gd name="connsiteY464" fmla="*/ 51313 h 105639"/>
              <a:gd name="connsiteX465" fmla="*/ 1305684 w 1459658"/>
              <a:gd name="connsiteY465" fmla="*/ 68580 h 105639"/>
              <a:gd name="connsiteX466" fmla="*/ 1305684 w 1459658"/>
              <a:gd name="connsiteY466" fmla="*/ 68580 h 105639"/>
              <a:gd name="connsiteX467" fmla="*/ 1322059 w 1459658"/>
              <a:gd name="connsiteY467" fmla="*/ 38688 h 105639"/>
              <a:gd name="connsiteX468" fmla="*/ 1332325 w 1459658"/>
              <a:gd name="connsiteY468" fmla="*/ 34046 h 105639"/>
              <a:gd name="connsiteX469" fmla="*/ 1342589 w 1459658"/>
              <a:gd name="connsiteY469" fmla="*/ 38688 h 105639"/>
              <a:gd name="connsiteX470" fmla="*/ 1346744 w 1459658"/>
              <a:gd name="connsiteY470" fmla="*/ 52046 h 105639"/>
              <a:gd name="connsiteX471" fmla="*/ 1342589 w 1459658"/>
              <a:gd name="connsiteY471" fmla="*/ 65648 h 105639"/>
              <a:gd name="connsiteX472" fmla="*/ 1332325 w 1459658"/>
              <a:gd name="connsiteY472" fmla="*/ 70290 h 105639"/>
              <a:gd name="connsiteX473" fmla="*/ 1322059 w 1459658"/>
              <a:gd name="connsiteY473" fmla="*/ 65648 h 105639"/>
              <a:gd name="connsiteX474" fmla="*/ 1317905 w 1459658"/>
              <a:gd name="connsiteY474" fmla="*/ 52209 h 105639"/>
              <a:gd name="connsiteX475" fmla="*/ 1322059 w 1459658"/>
              <a:gd name="connsiteY475" fmla="*/ 38770 h 105639"/>
              <a:gd name="connsiteX476" fmla="*/ 1322059 w 1459658"/>
              <a:gd name="connsiteY476" fmla="*/ 38770 h 105639"/>
              <a:gd name="connsiteX477" fmla="*/ 1390004 w 1459658"/>
              <a:gd name="connsiteY477" fmla="*/ 22561 h 105639"/>
              <a:gd name="connsiteX478" fmla="*/ 1390004 w 1459658"/>
              <a:gd name="connsiteY478" fmla="*/ 1710 h 105639"/>
              <a:gd name="connsiteX479" fmla="*/ 1374280 w 1459658"/>
              <a:gd name="connsiteY479" fmla="*/ 10833 h 105639"/>
              <a:gd name="connsiteX480" fmla="*/ 1374280 w 1459658"/>
              <a:gd name="connsiteY480" fmla="*/ 22561 h 105639"/>
              <a:gd name="connsiteX481" fmla="*/ 1367111 w 1459658"/>
              <a:gd name="connsiteY481" fmla="*/ 22561 h 105639"/>
              <a:gd name="connsiteX482" fmla="*/ 1367111 w 1459658"/>
              <a:gd name="connsiteY482" fmla="*/ 35023 h 105639"/>
              <a:gd name="connsiteX483" fmla="*/ 1374280 w 1459658"/>
              <a:gd name="connsiteY483" fmla="*/ 35023 h 105639"/>
              <a:gd name="connsiteX484" fmla="*/ 1374280 w 1459658"/>
              <a:gd name="connsiteY484" fmla="*/ 60842 h 105639"/>
              <a:gd name="connsiteX485" fmla="*/ 1374769 w 1459658"/>
              <a:gd name="connsiteY485" fmla="*/ 71838 h 105639"/>
              <a:gd name="connsiteX486" fmla="*/ 1376969 w 1459658"/>
              <a:gd name="connsiteY486" fmla="*/ 77947 h 105639"/>
              <a:gd name="connsiteX487" fmla="*/ 1381938 w 1459658"/>
              <a:gd name="connsiteY487" fmla="*/ 81612 h 105639"/>
              <a:gd name="connsiteX488" fmla="*/ 1389596 w 1459658"/>
              <a:gd name="connsiteY488" fmla="*/ 82996 h 105639"/>
              <a:gd name="connsiteX489" fmla="*/ 1401979 w 1459658"/>
              <a:gd name="connsiteY489" fmla="*/ 80634 h 105639"/>
              <a:gd name="connsiteX490" fmla="*/ 1400676 w 1459658"/>
              <a:gd name="connsiteY490" fmla="*/ 68499 h 105639"/>
              <a:gd name="connsiteX491" fmla="*/ 1394403 w 1459658"/>
              <a:gd name="connsiteY491" fmla="*/ 69965 h 105639"/>
              <a:gd name="connsiteX492" fmla="*/ 1391796 w 1459658"/>
              <a:gd name="connsiteY492" fmla="*/ 69150 h 105639"/>
              <a:gd name="connsiteX493" fmla="*/ 1390411 w 1459658"/>
              <a:gd name="connsiteY493" fmla="*/ 67195 h 105639"/>
              <a:gd name="connsiteX494" fmla="*/ 1390085 w 1459658"/>
              <a:gd name="connsiteY494" fmla="*/ 58725 h 105639"/>
              <a:gd name="connsiteX495" fmla="*/ 1390085 w 1459658"/>
              <a:gd name="connsiteY495" fmla="*/ 34860 h 105639"/>
              <a:gd name="connsiteX496" fmla="*/ 1400757 w 1459658"/>
              <a:gd name="connsiteY496" fmla="*/ 34860 h 105639"/>
              <a:gd name="connsiteX497" fmla="*/ 1400757 w 1459658"/>
              <a:gd name="connsiteY497" fmla="*/ 22398 h 105639"/>
              <a:gd name="connsiteX498" fmla="*/ 1390085 w 1459658"/>
              <a:gd name="connsiteY498" fmla="*/ 22398 h 105639"/>
              <a:gd name="connsiteX499" fmla="*/ 1413629 w 1459658"/>
              <a:gd name="connsiteY499" fmla="*/ 78109 h 105639"/>
              <a:gd name="connsiteX500" fmla="*/ 1432774 w 1459658"/>
              <a:gd name="connsiteY500" fmla="*/ 82996 h 105639"/>
              <a:gd name="connsiteX501" fmla="*/ 1452897 w 1459658"/>
              <a:gd name="connsiteY501" fmla="*/ 77132 h 105639"/>
              <a:gd name="connsiteX502" fmla="*/ 1459658 w 1459658"/>
              <a:gd name="connsiteY502" fmla="*/ 63123 h 105639"/>
              <a:gd name="connsiteX503" fmla="*/ 1454771 w 1459658"/>
              <a:gd name="connsiteY503" fmla="*/ 51476 h 105639"/>
              <a:gd name="connsiteX504" fmla="*/ 1437336 w 1459658"/>
              <a:gd name="connsiteY504" fmla="*/ 44553 h 105639"/>
              <a:gd name="connsiteX505" fmla="*/ 1422754 w 1459658"/>
              <a:gd name="connsiteY505" fmla="*/ 40154 h 105639"/>
              <a:gd name="connsiteX506" fmla="*/ 1421206 w 1459658"/>
              <a:gd name="connsiteY506" fmla="*/ 37304 h 105639"/>
              <a:gd name="connsiteX507" fmla="*/ 1422998 w 1459658"/>
              <a:gd name="connsiteY507" fmla="*/ 34127 h 105639"/>
              <a:gd name="connsiteX508" fmla="*/ 1431878 w 1459658"/>
              <a:gd name="connsiteY508" fmla="*/ 32417 h 105639"/>
              <a:gd name="connsiteX509" fmla="*/ 1439455 w 1459658"/>
              <a:gd name="connsiteY509" fmla="*/ 34290 h 105639"/>
              <a:gd name="connsiteX510" fmla="*/ 1443039 w 1459658"/>
              <a:gd name="connsiteY510" fmla="*/ 39584 h 105639"/>
              <a:gd name="connsiteX511" fmla="*/ 1457785 w 1459658"/>
              <a:gd name="connsiteY511" fmla="*/ 36896 h 105639"/>
              <a:gd name="connsiteX512" fmla="*/ 1449638 w 1459658"/>
              <a:gd name="connsiteY512" fmla="*/ 25168 h 105639"/>
              <a:gd name="connsiteX513" fmla="*/ 1431634 w 1459658"/>
              <a:gd name="connsiteY513" fmla="*/ 21177 h 105639"/>
              <a:gd name="connsiteX514" fmla="*/ 1412814 w 1459658"/>
              <a:gd name="connsiteY514" fmla="*/ 26389 h 105639"/>
              <a:gd name="connsiteX515" fmla="*/ 1406704 w 1459658"/>
              <a:gd name="connsiteY515" fmla="*/ 39340 h 105639"/>
              <a:gd name="connsiteX516" fmla="*/ 1413711 w 1459658"/>
              <a:gd name="connsiteY516" fmla="*/ 52616 h 105639"/>
              <a:gd name="connsiteX517" fmla="*/ 1437744 w 1459658"/>
              <a:gd name="connsiteY517" fmla="*/ 60272 h 105639"/>
              <a:gd name="connsiteX518" fmla="*/ 1442958 w 1459658"/>
              <a:gd name="connsiteY518" fmla="*/ 62308 h 105639"/>
              <a:gd name="connsiteX519" fmla="*/ 1444098 w 1459658"/>
              <a:gd name="connsiteY519" fmla="*/ 65241 h 105639"/>
              <a:gd name="connsiteX520" fmla="*/ 1442062 w 1459658"/>
              <a:gd name="connsiteY520" fmla="*/ 69394 h 105639"/>
              <a:gd name="connsiteX521" fmla="*/ 1432937 w 1459658"/>
              <a:gd name="connsiteY521" fmla="*/ 71594 h 105639"/>
              <a:gd name="connsiteX522" fmla="*/ 1424383 w 1459658"/>
              <a:gd name="connsiteY522" fmla="*/ 69232 h 105639"/>
              <a:gd name="connsiteX523" fmla="*/ 1420310 w 1459658"/>
              <a:gd name="connsiteY523" fmla="*/ 62308 h 105639"/>
              <a:gd name="connsiteX524" fmla="*/ 1404586 w 1459658"/>
              <a:gd name="connsiteY524" fmla="*/ 64670 h 105639"/>
              <a:gd name="connsiteX525" fmla="*/ 1413792 w 1459658"/>
              <a:gd name="connsiteY525" fmla="*/ 77947 h 105639"/>
              <a:gd name="connsiteX526" fmla="*/ 1413792 w 1459658"/>
              <a:gd name="connsiteY526" fmla="*/ 77947 h 10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</a:cxnLst>
            <a:rect l="l" t="t" r="r" b="b"/>
            <a:pathLst>
              <a:path w="1459658" h="105639">
                <a:moveTo>
                  <a:pt x="15397" y="81693"/>
                </a:moveTo>
                <a:lnTo>
                  <a:pt x="15397" y="17430"/>
                </a:lnTo>
                <a:lnTo>
                  <a:pt x="31528" y="81693"/>
                </a:lnTo>
                <a:lnTo>
                  <a:pt x="47414" y="81693"/>
                </a:lnTo>
                <a:lnTo>
                  <a:pt x="63626" y="17430"/>
                </a:lnTo>
                <a:lnTo>
                  <a:pt x="63626" y="81693"/>
                </a:lnTo>
                <a:lnTo>
                  <a:pt x="78942" y="81693"/>
                </a:lnTo>
                <a:lnTo>
                  <a:pt x="78942" y="82"/>
                </a:lnTo>
                <a:lnTo>
                  <a:pt x="54176" y="82"/>
                </a:lnTo>
                <a:lnTo>
                  <a:pt x="39512" y="55793"/>
                </a:lnTo>
                <a:lnTo>
                  <a:pt x="24685" y="82"/>
                </a:lnTo>
                <a:lnTo>
                  <a:pt x="0" y="82"/>
                </a:lnTo>
                <a:lnTo>
                  <a:pt x="0" y="81693"/>
                </a:lnTo>
                <a:lnTo>
                  <a:pt x="15316" y="81693"/>
                </a:lnTo>
                <a:close/>
                <a:moveTo>
                  <a:pt x="124075" y="69313"/>
                </a:moveTo>
                <a:cubicBezTo>
                  <a:pt x="122365" y="70616"/>
                  <a:pt x="120328" y="71349"/>
                  <a:pt x="117884" y="71349"/>
                </a:cubicBezTo>
                <a:cubicBezTo>
                  <a:pt x="114299" y="71349"/>
                  <a:pt x="111285" y="70046"/>
                  <a:pt x="108841" y="67440"/>
                </a:cubicBezTo>
                <a:cubicBezTo>
                  <a:pt x="106397" y="64833"/>
                  <a:pt x="105175" y="61250"/>
                  <a:pt x="105093" y="56607"/>
                </a:cubicBezTo>
                <a:lnTo>
                  <a:pt x="144279" y="56607"/>
                </a:lnTo>
                <a:cubicBezTo>
                  <a:pt x="144524" y="44634"/>
                  <a:pt x="142080" y="35756"/>
                  <a:pt x="136947" y="29892"/>
                </a:cubicBezTo>
                <a:cubicBezTo>
                  <a:pt x="131896" y="24109"/>
                  <a:pt x="124890" y="21177"/>
                  <a:pt x="116092" y="21177"/>
                </a:cubicBezTo>
                <a:cubicBezTo>
                  <a:pt x="108271" y="21177"/>
                  <a:pt x="101753" y="23946"/>
                  <a:pt x="96621" y="29484"/>
                </a:cubicBezTo>
                <a:cubicBezTo>
                  <a:pt x="91488" y="35023"/>
                  <a:pt x="88963" y="42679"/>
                  <a:pt x="88963" y="52534"/>
                </a:cubicBezTo>
                <a:cubicBezTo>
                  <a:pt x="88963" y="60761"/>
                  <a:pt x="90918" y="67521"/>
                  <a:pt x="94829" y="72897"/>
                </a:cubicBezTo>
                <a:cubicBezTo>
                  <a:pt x="99798" y="79576"/>
                  <a:pt x="107375" y="82996"/>
                  <a:pt x="117640" y="82996"/>
                </a:cubicBezTo>
                <a:cubicBezTo>
                  <a:pt x="124157" y="82996"/>
                  <a:pt x="129534" y="81530"/>
                  <a:pt x="133852" y="78517"/>
                </a:cubicBezTo>
                <a:cubicBezTo>
                  <a:pt x="138169" y="75503"/>
                  <a:pt x="141347" y="71186"/>
                  <a:pt x="143383" y="65485"/>
                </a:cubicBezTo>
                <a:lnTo>
                  <a:pt x="127823" y="62879"/>
                </a:lnTo>
                <a:cubicBezTo>
                  <a:pt x="127008" y="65811"/>
                  <a:pt x="125705" y="68010"/>
                  <a:pt x="124075" y="69313"/>
                </a:cubicBezTo>
                <a:lnTo>
                  <a:pt x="124075" y="69313"/>
                </a:lnTo>
                <a:close/>
                <a:moveTo>
                  <a:pt x="105338" y="47077"/>
                </a:moveTo>
                <a:cubicBezTo>
                  <a:pt x="105338" y="42842"/>
                  <a:pt x="106397" y="39421"/>
                  <a:pt x="108597" y="36978"/>
                </a:cubicBezTo>
                <a:cubicBezTo>
                  <a:pt x="110796" y="34453"/>
                  <a:pt x="113648" y="33231"/>
                  <a:pt x="117069" y="33231"/>
                </a:cubicBezTo>
                <a:cubicBezTo>
                  <a:pt x="120246" y="33231"/>
                  <a:pt x="122935" y="34371"/>
                  <a:pt x="125216" y="36734"/>
                </a:cubicBezTo>
                <a:cubicBezTo>
                  <a:pt x="127416" y="39095"/>
                  <a:pt x="128638" y="42516"/>
                  <a:pt x="128719" y="47077"/>
                </a:cubicBezTo>
                <a:lnTo>
                  <a:pt x="105338" y="47077"/>
                </a:lnTo>
                <a:close/>
                <a:moveTo>
                  <a:pt x="170919" y="34860"/>
                </a:moveTo>
                <a:cubicBezTo>
                  <a:pt x="172467" y="33801"/>
                  <a:pt x="174667" y="33231"/>
                  <a:pt x="177437" y="33231"/>
                </a:cubicBezTo>
                <a:cubicBezTo>
                  <a:pt x="181592" y="33231"/>
                  <a:pt x="184362" y="33883"/>
                  <a:pt x="185828" y="35186"/>
                </a:cubicBezTo>
                <a:cubicBezTo>
                  <a:pt x="187294" y="36489"/>
                  <a:pt x="188028" y="38607"/>
                  <a:pt x="188028" y="41620"/>
                </a:cubicBezTo>
                <a:lnTo>
                  <a:pt x="188028" y="43168"/>
                </a:lnTo>
                <a:cubicBezTo>
                  <a:pt x="185176" y="44390"/>
                  <a:pt x="180125" y="45611"/>
                  <a:pt x="172793" y="46996"/>
                </a:cubicBezTo>
                <a:cubicBezTo>
                  <a:pt x="167335" y="48055"/>
                  <a:pt x="163261" y="49277"/>
                  <a:pt x="160329" y="50661"/>
                </a:cubicBezTo>
                <a:cubicBezTo>
                  <a:pt x="157477" y="52046"/>
                  <a:pt x="155196" y="54082"/>
                  <a:pt x="153648" y="56688"/>
                </a:cubicBezTo>
                <a:cubicBezTo>
                  <a:pt x="152019" y="59295"/>
                  <a:pt x="151286" y="62308"/>
                  <a:pt x="151286" y="65648"/>
                </a:cubicBezTo>
                <a:cubicBezTo>
                  <a:pt x="151286" y="70698"/>
                  <a:pt x="153078" y="74852"/>
                  <a:pt x="156581" y="78191"/>
                </a:cubicBezTo>
                <a:cubicBezTo>
                  <a:pt x="160084" y="81530"/>
                  <a:pt x="164891" y="83159"/>
                  <a:pt x="171001" y="83159"/>
                </a:cubicBezTo>
                <a:cubicBezTo>
                  <a:pt x="174423" y="83159"/>
                  <a:pt x="177681" y="82508"/>
                  <a:pt x="180777" y="81205"/>
                </a:cubicBezTo>
                <a:cubicBezTo>
                  <a:pt x="183791" y="79901"/>
                  <a:pt x="186643" y="77947"/>
                  <a:pt x="189331" y="75340"/>
                </a:cubicBezTo>
                <a:cubicBezTo>
                  <a:pt x="189413" y="75666"/>
                  <a:pt x="189657" y="76236"/>
                  <a:pt x="189901" y="77213"/>
                </a:cubicBezTo>
                <a:cubicBezTo>
                  <a:pt x="190472" y="79250"/>
                  <a:pt x="190961" y="80797"/>
                  <a:pt x="191368" y="81856"/>
                </a:cubicBezTo>
                <a:lnTo>
                  <a:pt x="206847" y="81856"/>
                </a:lnTo>
                <a:cubicBezTo>
                  <a:pt x="205462" y="79005"/>
                  <a:pt x="204566" y="76399"/>
                  <a:pt x="203995" y="73956"/>
                </a:cubicBezTo>
                <a:cubicBezTo>
                  <a:pt x="203507" y="71512"/>
                  <a:pt x="203262" y="67684"/>
                  <a:pt x="203262" y="62471"/>
                </a:cubicBezTo>
                <a:lnTo>
                  <a:pt x="203425" y="44227"/>
                </a:lnTo>
                <a:cubicBezTo>
                  <a:pt x="203425" y="37467"/>
                  <a:pt x="202692" y="32742"/>
                  <a:pt x="201307" y="30217"/>
                </a:cubicBezTo>
                <a:cubicBezTo>
                  <a:pt x="199922" y="27693"/>
                  <a:pt x="197478" y="25575"/>
                  <a:pt x="194056" y="23946"/>
                </a:cubicBezTo>
                <a:cubicBezTo>
                  <a:pt x="190635" y="22317"/>
                  <a:pt x="185421" y="21502"/>
                  <a:pt x="178496" y="21502"/>
                </a:cubicBezTo>
                <a:cubicBezTo>
                  <a:pt x="170838" y="21502"/>
                  <a:pt x="165054" y="22887"/>
                  <a:pt x="161143" y="25656"/>
                </a:cubicBezTo>
                <a:cubicBezTo>
                  <a:pt x="157233" y="28426"/>
                  <a:pt x="154463" y="32661"/>
                  <a:pt x="152915" y="38362"/>
                </a:cubicBezTo>
                <a:lnTo>
                  <a:pt x="167090" y="40887"/>
                </a:lnTo>
                <a:cubicBezTo>
                  <a:pt x="168068" y="38118"/>
                  <a:pt x="169290" y="36245"/>
                  <a:pt x="170838" y="35104"/>
                </a:cubicBezTo>
                <a:lnTo>
                  <a:pt x="170838" y="35104"/>
                </a:lnTo>
                <a:close/>
                <a:moveTo>
                  <a:pt x="188028" y="56444"/>
                </a:moveTo>
                <a:cubicBezTo>
                  <a:pt x="188028" y="60191"/>
                  <a:pt x="187783" y="62716"/>
                  <a:pt x="187376" y="64100"/>
                </a:cubicBezTo>
                <a:cubicBezTo>
                  <a:pt x="186806" y="66136"/>
                  <a:pt x="185502" y="67847"/>
                  <a:pt x="183628" y="69313"/>
                </a:cubicBezTo>
                <a:cubicBezTo>
                  <a:pt x="181103" y="71186"/>
                  <a:pt x="178414" y="72082"/>
                  <a:pt x="175563" y="72082"/>
                </a:cubicBezTo>
                <a:cubicBezTo>
                  <a:pt x="173038" y="72082"/>
                  <a:pt x="170919" y="71268"/>
                  <a:pt x="169290" y="69720"/>
                </a:cubicBezTo>
                <a:cubicBezTo>
                  <a:pt x="167661" y="68091"/>
                  <a:pt x="166846" y="66218"/>
                  <a:pt x="166846" y="64019"/>
                </a:cubicBezTo>
                <a:cubicBezTo>
                  <a:pt x="166846" y="61820"/>
                  <a:pt x="167905" y="59946"/>
                  <a:pt x="169942" y="58480"/>
                </a:cubicBezTo>
                <a:cubicBezTo>
                  <a:pt x="171245" y="57584"/>
                  <a:pt x="174097" y="56688"/>
                  <a:pt x="178496" y="55793"/>
                </a:cubicBezTo>
                <a:cubicBezTo>
                  <a:pt x="182814" y="54897"/>
                  <a:pt x="185991" y="54082"/>
                  <a:pt x="188028" y="53430"/>
                </a:cubicBezTo>
                <a:lnTo>
                  <a:pt x="188028" y="56526"/>
                </a:lnTo>
                <a:lnTo>
                  <a:pt x="188028" y="56526"/>
                </a:lnTo>
                <a:close/>
                <a:moveTo>
                  <a:pt x="271043" y="44960"/>
                </a:moveTo>
                <a:cubicBezTo>
                  <a:pt x="271043" y="40399"/>
                  <a:pt x="270717" y="36896"/>
                  <a:pt x="270147" y="34453"/>
                </a:cubicBezTo>
                <a:cubicBezTo>
                  <a:pt x="269577" y="32009"/>
                  <a:pt x="268518" y="29810"/>
                  <a:pt x="267051" y="27855"/>
                </a:cubicBezTo>
                <a:cubicBezTo>
                  <a:pt x="265585" y="25901"/>
                  <a:pt x="263385" y="24353"/>
                  <a:pt x="260534" y="23131"/>
                </a:cubicBezTo>
                <a:cubicBezTo>
                  <a:pt x="257683" y="21910"/>
                  <a:pt x="254505" y="21258"/>
                  <a:pt x="251084" y="21258"/>
                </a:cubicBezTo>
                <a:cubicBezTo>
                  <a:pt x="243263" y="21258"/>
                  <a:pt x="236745" y="24597"/>
                  <a:pt x="231613" y="31276"/>
                </a:cubicBezTo>
                <a:lnTo>
                  <a:pt x="231613" y="22561"/>
                </a:lnTo>
                <a:lnTo>
                  <a:pt x="217112" y="22561"/>
                </a:lnTo>
                <a:lnTo>
                  <a:pt x="217112" y="81693"/>
                </a:lnTo>
                <a:lnTo>
                  <a:pt x="232753" y="81693"/>
                </a:lnTo>
                <a:lnTo>
                  <a:pt x="232753" y="54897"/>
                </a:lnTo>
                <a:cubicBezTo>
                  <a:pt x="232753" y="48299"/>
                  <a:pt x="233161" y="43738"/>
                  <a:pt x="233976" y="41295"/>
                </a:cubicBezTo>
                <a:cubicBezTo>
                  <a:pt x="234790" y="38851"/>
                  <a:pt x="236257" y="36896"/>
                  <a:pt x="238375" y="35430"/>
                </a:cubicBezTo>
                <a:cubicBezTo>
                  <a:pt x="240493" y="33964"/>
                  <a:pt x="242937" y="33231"/>
                  <a:pt x="245707" y="33231"/>
                </a:cubicBezTo>
                <a:cubicBezTo>
                  <a:pt x="247825" y="33231"/>
                  <a:pt x="249617" y="33720"/>
                  <a:pt x="251165" y="34779"/>
                </a:cubicBezTo>
                <a:cubicBezTo>
                  <a:pt x="252632" y="35837"/>
                  <a:pt x="253772" y="37304"/>
                  <a:pt x="254424" y="39177"/>
                </a:cubicBezTo>
                <a:cubicBezTo>
                  <a:pt x="255076" y="41050"/>
                  <a:pt x="255401" y="45204"/>
                  <a:pt x="255401" y="51557"/>
                </a:cubicBezTo>
                <a:lnTo>
                  <a:pt x="255401" y="81775"/>
                </a:lnTo>
                <a:lnTo>
                  <a:pt x="271043" y="81775"/>
                </a:lnTo>
                <a:lnTo>
                  <a:pt x="271043" y="45041"/>
                </a:lnTo>
                <a:lnTo>
                  <a:pt x="271043" y="45041"/>
                </a:lnTo>
                <a:close/>
                <a:moveTo>
                  <a:pt x="332144" y="81693"/>
                </a:moveTo>
                <a:lnTo>
                  <a:pt x="332144" y="46996"/>
                </a:lnTo>
                <a:lnTo>
                  <a:pt x="366198" y="46996"/>
                </a:lnTo>
                <a:lnTo>
                  <a:pt x="366198" y="33150"/>
                </a:lnTo>
                <a:lnTo>
                  <a:pt x="332144" y="33150"/>
                </a:lnTo>
                <a:lnTo>
                  <a:pt x="332144" y="13846"/>
                </a:lnTo>
                <a:lnTo>
                  <a:pt x="371656" y="13846"/>
                </a:lnTo>
                <a:lnTo>
                  <a:pt x="371656" y="0"/>
                </a:lnTo>
                <a:lnTo>
                  <a:pt x="315688" y="0"/>
                </a:lnTo>
                <a:lnTo>
                  <a:pt x="315688" y="81612"/>
                </a:lnTo>
                <a:lnTo>
                  <a:pt x="332144" y="81612"/>
                </a:lnTo>
                <a:close/>
                <a:moveTo>
                  <a:pt x="399111" y="14579"/>
                </a:moveTo>
                <a:lnTo>
                  <a:pt x="399111" y="82"/>
                </a:lnTo>
                <a:lnTo>
                  <a:pt x="383469" y="82"/>
                </a:lnTo>
                <a:lnTo>
                  <a:pt x="383469" y="14579"/>
                </a:lnTo>
                <a:lnTo>
                  <a:pt x="399111" y="14579"/>
                </a:lnTo>
                <a:close/>
                <a:moveTo>
                  <a:pt x="399111" y="81693"/>
                </a:moveTo>
                <a:lnTo>
                  <a:pt x="399111" y="22561"/>
                </a:lnTo>
                <a:lnTo>
                  <a:pt x="383469" y="22561"/>
                </a:lnTo>
                <a:lnTo>
                  <a:pt x="383469" y="81693"/>
                </a:lnTo>
                <a:lnTo>
                  <a:pt x="399111" y="81693"/>
                </a:lnTo>
                <a:close/>
                <a:moveTo>
                  <a:pt x="428521" y="63449"/>
                </a:moveTo>
                <a:cubicBezTo>
                  <a:pt x="428521" y="53430"/>
                  <a:pt x="428928" y="46752"/>
                  <a:pt x="429824" y="43657"/>
                </a:cubicBezTo>
                <a:cubicBezTo>
                  <a:pt x="430720" y="40480"/>
                  <a:pt x="431861" y="38281"/>
                  <a:pt x="433409" y="37141"/>
                </a:cubicBezTo>
                <a:cubicBezTo>
                  <a:pt x="434956" y="35919"/>
                  <a:pt x="436749" y="35349"/>
                  <a:pt x="438949" y="35349"/>
                </a:cubicBezTo>
                <a:cubicBezTo>
                  <a:pt x="441148" y="35349"/>
                  <a:pt x="443674" y="36163"/>
                  <a:pt x="446281" y="37874"/>
                </a:cubicBezTo>
                <a:lnTo>
                  <a:pt x="451087" y="24272"/>
                </a:lnTo>
                <a:cubicBezTo>
                  <a:pt x="447747" y="22317"/>
                  <a:pt x="444325" y="21340"/>
                  <a:pt x="440822" y="21340"/>
                </a:cubicBezTo>
                <a:cubicBezTo>
                  <a:pt x="438297" y="21340"/>
                  <a:pt x="436016" y="21991"/>
                  <a:pt x="434060" y="23213"/>
                </a:cubicBezTo>
                <a:cubicBezTo>
                  <a:pt x="432105" y="24435"/>
                  <a:pt x="429824" y="27122"/>
                  <a:pt x="427380" y="31032"/>
                </a:cubicBezTo>
                <a:lnTo>
                  <a:pt x="427380" y="22643"/>
                </a:lnTo>
                <a:lnTo>
                  <a:pt x="412879" y="22643"/>
                </a:lnTo>
                <a:lnTo>
                  <a:pt x="412879" y="81775"/>
                </a:lnTo>
                <a:lnTo>
                  <a:pt x="428521" y="81775"/>
                </a:lnTo>
                <a:lnTo>
                  <a:pt x="428521" y="63530"/>
                </a:lnTo>
                <a:lnTo>
                  <a:pt x="428521" y="63530"/>
                </a:lnTo>
                <a:close/>
                <a:moveTo>
                  <a:pt x="472024" y="14579"/>
                </a:moveTo>
                <a:lnTo>
                  <a:pt x="472024" y="82"/>
                </a:lnTo>
                <a:lnTo>
                  <a:pt x="456383" y="82"/>
                </a:lnTo>
                <a:lnTo>
                  <a:pt x="456383" y="14579"/>
                </a:lnTo>
                <a:lnTo>
                  <a:pt x="472024" y="14579"/>
                </a:lnTo>
                <a:close/>
                <a:moveTo>
                  <a:pt x="472024" y="81693"/>
                </a:moveTo>
                <a:lnTo>
                  <a:pt x="472024" y="22561"/>
                </a:lnTo>
                <a:lnTo>
                  <a:pt x="456383" y="22561"/>
                </a:lnTo>
                <a:lnTo>
                  <a:pt x="456383" y="81693"/>
                </a:lnTo>
                <a:lnTo>
                  <a:pt x="472024" y="81693"/>
                </a:lnTo>
                <a:close/>
                <a:moveTo>
                  <a:pt x="540295" y="44960"/>
                </a:moveTo>
                <a:cubicBezTo>
                  <a:pt x="540295" y="40399"/>
                  <a:pt x="539969" y="36896"/>
                  <a:pt x="539398" y="34453"/>
                </a:cubicBezTo>
                <a:cubicBezTo>
                  <a:pt x="538828" y="32009"/>
                  <a:pt x="537769" y="29810"/>
                  <a:pt x="536302" y="27855"/>
                </a:cubicBezTo>
                <a:cubicBezTo>
                  <a:pt x="534836" y="25901"/>
                  <a:pt x="532637" y="24353"/>
                  <a:pt x="529785" y="23131"/>
                </a:cubicBezTo>
                <a:cubicBezTo>
                  <a:pt x="526934" y="21910"/>
                  <a:pt x="523757" y="21258"/>
                  <a:pt x="520335" y="21258"/>
                </a:cubicBezTo>
                <a:cubicBezTo>
                  <a:pt x="512514" y="21258"/>
                  <a:pt x="505996" y="24597"/>
                  <a:pt x="500864" y="31276"/>
                </a:cubicBezTo>
                <a:lnTo>
                  <a:pt x="500864" y="22561"/>
                </a:lnTo>
                <a:lnTo>
                  <a:pt x="486363" y="22561"/>
                </a:lnTo>
                <a:lnTo>
                  <a:pt x="486363" y="81693"/>
                </a:lnTo>
                <a:lnTo>
                  <a:pt x="502005" y="81693"/>
                </a:lnTo>
                <a:lnTo>
                  <a:pt x="502005" y="54897"/>
                </a:lnTo>
                <a:cubicBezTo>
                  <a:pt x="502005" y="48299"/>
                  <a:pt x="502412" y="43738"/>
                  <a:pt x="503227" y="41295"/>
                </a:cubicBezTo>
                <a:cubicBezTo>
                  <a:pt x="504041" y="38851"/>
                  <a:pt x="505508" y="36896"/>
                  <a:pt x="507626" y="35430"/>
                </a:cubicBezTo>
                <a:cubicBezTo>
                  <a:pt x="509744" y="33964"/>
                  <a:pt x="512188" y="33231"/>
                  <a:pt x="514958" y="33231"/>
                </a:cubicBezTo>
                <a:cubicBezTo>
                  <a:pt x="517076" y="33231"/>
                  <a:pt x="518868" y="33720"/>
                  <a:pt x="520416" y="34779"/>
                </a:cubicBezTo>
                <a:cubicBezTo>
                  <a:pt x="521883" y="35837"/>
                  <a:pt x="523023" y="37304"/>
                  <a:pt x="523675" y="39177"/>
                </a:cubicBezTo>
                <a:cubicBezTo>
                  <a:pt x="524327" y="41050"/>
                  <a:pt x="524653" y="45204"/>
                  <a:pt x="524653" y="51557"/>
                </a:cubicBezTo>
                <a:lnTo>
                  <a:pt x="524653" y="81775"/>
                </a:lnTo>
                <a:lnTo>
                  <a:pt x="540295" y="81775"/>
                </a:lnTo>
                <a:lnTo>
                  <a:pt x="540295" y="45041"/>
                </a:lnTo>
                <a:lnTo>
                  <a:pt x="540295" y="45041"/>
                </a:lnTo>
                <a:close/>
                <a:moveTo>
                  <a:pt x="553003" y="87476"/>
                </a:moveTo>
                <a:cubicBezTo>
                  <a:pt x="553003" y="92770"/>
                  <a:pt x="555121" y="97087"/>
                  <a:pt x="559276" y="100508"/>
                </a:cubicBezTo>
                <a:cubicBezTo>
                  <a:pt x="563431" y="103929"/>
                  <a:pt x="570601" y="105639"/>
                  <a:pt x="580621" y="105639"/>
                </a:cubicBezTo>
                <a:cubicBezTo>
                  <a:pt x="585916" y="105639"/>
                  <a:pt x="590316" y="105069"/>
                  <a:pt x="593819" y="103929"/>
                </a:cubicBezTo>
                <a:cubicBezTo>
                  <a:pt x="597322" y="102789"/>
                  <a:pt x="600092" y="101241"/>
                  <a:pt x="602129" y="99286"/>
                </a:cubicBezTo>
                <a:cubicBezTo>
                  <a:pt x="604247" y="97331"/>
                  <a:pt x="605794" y="94644"/>
                  <a:pt x="606935" y="91141"/>
                </a:cubicBezTo>
                <a:cubicBezTo>
                  <a:pt x="608076" y="87720"/>
                  <a:pt x="608646" y="82508"/>
                  <a:pt x="608646" y="75503"/>
                </a:cubicBezTo>
                <a:lnTo>
                  <a:pt x="608646" y="22480"/>
                </a:lnTo>
                <a:lnTo>
                  <a:pt x="593982" y="22480"/>
                </a:lnTo>
                <a:lnTo>
                  <a:pt x="593982" y="30788"/>
                </a:lnTo>
                <a:cubicBezTo>
                  <a:pt x="589257" y="24353"/>
                  <a:pt x="583228" y="21177"/>
                  <a:pt x="575896" y="21177"/>
                </a:cubicBezTo>
                <a:cubicBezTo>
                  <a:pt x="568564" y="21177"/>
                  <a:pt x="562861" y="23783"/>
                  <a:pt x="558136" y="28996"/>
                </a:cubicBezTo>
                <a:cubicBezTo>
                  <a:pt x="553329" y="34208"/>
                  <a:pt x="550967" y="41783"/>
                  <a:pt x="550967" y="51720"/>
                </a:cubicBezTo>
                <a:cubicBezTo>
                  <a:pt x="550967" y="59621"/>
                  <a:pt x="552759" y="66218"/>
                  <a:pt x="556425" y="71512"/>
                </a:cubicBezTo>
                <a:cubicBezTo>
                  <a:pt x="561069" y="78191"/>
                  <a:pt x="567342" y="81612"/>
                  <a:pt x="575326" y="81612"/>
                </a:cubicBezTo>
                <a:cubicBezTo>
                  <a:pt x="582495" y="81612"/>
                  <a:pt x="588360" y="78435"/>
                  <a:pt x="593004" y="72001"/>
                </a:cubicBezTo>
                <a:lnTo>
                  <a:pt x="593004" y="80634"/>
                </a:lnTo>
                <a:cubicBezTo>
                  <a:pt x="593004" y="84137"/>
                  <a:pt x="592760" y="86499"/>
                  <a:pt x="592271" y="87802"/>
                </a:cubicBezTo>
                <a:cubicBezTo>
                  <a:pt x="591538" y="89594"/>
                  <a:pt x="590560" y="90978"/>
                  <a:pt x="589175" y="91793"/>
                </a:cubicBezTo>
                <a:cubicBezTo>
                  <a:pt x="587139" y="93015"/>
                  <a:pt x="584043" y="93666"/>
                  <a:pt x="579969" y="93666"/>
                </a:cubicBezTo>
                <a:cubicBezTo>
                  <a:pt x="576792" y="93666"/>
                  <a:pt x="574430" y="93096"/>
                  <a:pt x="572963" y="91956"/>
                </a:cubicBezTo>
                <a:cubicBezTo>
                  <a:pt x="571904" y="91141"/>
                  <a:pt x="571171" y="89757"/>
                  <a:pt x="570926" y="87639"/>
                </a:cubicBezTo>
                <a:lnTo>
                  <a:pt x="553085" y="85440"/>
                </a:lnTo>
                <a:cubicBezTo>
                  <a:pt x="553085" y="86173"/>
                  <a:pt x="553085" y="86825"/>
                  <a:pt x="553085" y="87313"/>
                </a:cubicBezTo>
                <a:lnTo>
                  <a:pt x="553085" y="87313"/>
                </a:lnTo>
                <a:close/>
                <a:moveTo>
                  <a:pt x="570682" y="37548"/>
                </a:moveTo>
                <a:cubicBezTo>
                  <a:pt x="573126" y="34616"/>
                  <a:pt x="576222" y="33150"/>
                  <a:pt x="579969" y="33150"/>
                </a:cubicBezTo>
                <a:cubicBezTo>
                  <a:pt x="583717" y="33150"/>
                  <a:pt x="587057" y="34616"/>
                  <a:pt x="589582" y="37629"/>
                </a:cubicBezTo>
                <a:cubicBezTo>
                  <a:pt x="592108" y="40561"/>
                  <a:pt x="593330" y="45123"/>
                  <a:pt x="593330" y="51231"/>
                </a:cubicBezTo>
                <a:cubicBezTo>
                  <a:pt x="593330" y="57340"/>
                  <a:pt x="592026" y="61494"/>
                  <a:pt x="589338" y="64507"/>
                </a:cubicBezTo>
                <a:cubicBezTo>
                  <a:pt x="586731" y="67521"/>
                  <a:pt x="583472" y="68987"/>
                  <a:pt x="579643" y="68987"/>
                </a:cubicBezTo>
                <a:cubicBezTo>
                  <a:pt x="576059" y="68987"/>
                  <a:pt x="573044" y="67521"/>
                  <a:pt x="570682" y="64589"/>
                </a:cubicBezTo>
                <a:cubicBezTo>
                  <a:pt x="568238" y="61657"/>
                  <a:pt x="567016" y="57096"/>
                  <a:pt x="567016" y="50824"/>
                </a:cubicBezTo>
                <a:cubicBezTo>
                  <a:pt x="567016" y="44553"/>
                  <a:pt x="568238" y="40399"/>
                  <a:pt x="570682" y="37467"/>
                </a:cubicBezTo>
                <a:lnTo>
                  <a:pt x="570682" y="37467"/>
                </a:lnTo>
                <a:close/>
                <a:moveTo>
                  <a:pt x="669339" y="81693"/>
                </a:moveTo>
                <a:lnTo>
                  <a:pt x="669339" y="47648"/>
                </a:lnTo>
                <a:lnTo>
                  <a:pt x="672680" y="47648"/>
                </a:lnTo>
                <a:cubicBezTo>
                  <a:pt x="676427" y="47648"/>
                  <a:pt x="679197" y="47973"/>
                  <a:pt x="680989" y="48543"/>
                </a:cubicBezTo>
                <a:cubicBezTo>
                  <a:pt x="682700" y="49195"/>
                  <a:pt x="684411" y="50254"/>
                  <a:pt x="685959" y="51964"/>
                </a:cubicBezTo>
                <a:cubicBezTo>
                  <a:pt x="687507" y="53593"/>
                  <a:pt x="690440" y="57584"/>
                  <a:pt x="694676" y="63937"/>
                </a:cubicBezTo>
                <a:lnTo>
                  <a:pt x="706570" y="81693"/>
                </a:lnTo>
                <a:lnTo>
                  <a:pt x="726285" y="81693"/>
                </a:lnTo>
                <a:lnTo>
                  <a:pt x="716346" y="65729"/>
                </a:lnTo>
                <a:cubicBezTo>
                  <a:pt x="712436" y="59376"/>
                  <a:pt x="709259" y="54978"/>
                  <a:pt x="706978" y="52453"/>
                </a:cubicBezTo>
                <a:cubicBezTo>
                  <a:pt x="704696" y="49928"/>
                  <a:pt x="701682" y="47648"/>
                  <a:pt x="698179" y="45611"/>
                </a:cubicBezTo>
                <a:cubicBezTo>
                  <a:pt x="705348" y="44553"/>
                  <a:pt x="710725" y="42028"/>
                  <a:pt x="714310" y="38037"/>
                </a:cubicBezTo>
                <a:cubicBezTo>
                  <a:pt x="717894" y="34046"/>
                  <a:pt x="719687" y="28996"/>
                  <a:pt x="719687" y="22887"/>
                </a:cubicBezTo>
                <a:cubicBezTo>
                  <a:pt x="719687" y="18082"/>
                  <a:pt x="718465" y="13765"/>
                  <a:pt x="716102" y="10018"/>
                </a:cubicBezTo>
                <a:cubicBezTo>
                  <a:pt x="713739" y="6271"/>
                  <a:pt x="710562" y="3665"/>
                  <a:pt x="706570" y="2199"/>
                </a:cubicBezTo>
                <a:cubicBezTo>
                  <a:pt x="702578" y="733"/>
                  <a:pt x="696305" y="0"/>
                  <a:pt x="687588" y="0"/>
                </a:cubicBezTo>
                <a:lnTo>
                  <a:pt x="652883" y="0"/>
                </a:lnTo>
                <a:lnTo>
                  <a:pt x="652883" y="81612"/>
                </a:lnTo>
                <a:lnTo>
                  <a:pt x="669339" y="81612"/>
                </a:lnTo>
                <a:close/>
                <a:moveTo>
                  <a:pt x="669339" y="13928"/>
                </a:moveTo>
                <a:lnTo>
                  <a:pt x="682211" y="13928"/>
                </a:lnTo>
                <a:cubicBezTo>
                  <a:pt x="688892" y="13928"/>
                  <a:pt x="692884" y="14009"/>
                  <a:pt x="694269" y="14172"/>
                </a:cubicBezTo>
                <a:cubicBezTo>
                  <a:pt x="696957" y="14579"/>
                  <a:pt x="698994" y="15720"/>
                  <a:pt x="700460" y="17349"/>
                </a:cubicBezTo>
                <a:cubicBezTo>
                  <a:pt x="701927" y="19059"/>
                  <a:pt x="702660" y="21258"/>
                  <a:pt x="702660" y="24027"/>
                </a:cubicBezTo>
                <a:cubicBezTo>
                  <a:pt x="702660" y="26471"/>
                  <a:pt x="702089" y="28507"/>
                  <a:pt x="700949" y="30136"/>
                </a:cubicBezTo>
                <a:cubicBezTo>
                  <a:pt x="699808" y="31765"/>
                  <a:pt x="698260" y="32905"/>
                  <a:pt x="696305" y="33557"/>
                </a:cubicBezTo>
                <a:cubicBezTo>
                  <a:pt x="694350" y="34208"/>
                  <a:pt x="689381" y="34534"/>
                  <a:pt x="681478" y="34534"/>
                </a:cubicBezTo>
                <a:lnTo>
                  <a:pt x="669258" y="34534"/>
                </a:lnTo>
                <a:lnTo>
                  <a:pt x="669258" y="13846"/>
                </a:lnTo>
                <a:lnTo>
                  <a:pt x="669258" y="13846"/>
                </a:lnTo>
                <a:close/>
                <a:moveTo>
                  <a:pt x="748933" y="34860"/>
                </a:moveTo>
                <a:cubicBezTo>
                  <a:pt x="750481" y="33801"/>
                  <a:pt x="752681" y="33231"/>
                  <a:pt x="755451" y="33231"/>
                </a:cubicBezTo>
                <a:cubicBezTo>
                  <a:pt x="759606" y="33231"/>
                  <a:pt x="762376" y="33883"/>
                  <a:pt x="763842" y="35186"/>
                </a:cubicBezTo>
                <a:cubicBezTo>
                  <a:pt x="765309" y="36489"/>
                  <a:pt x="766042" y="38607"/>
                  <a:pt x="766042" y="41620"/>
                </a:cubicBezTo>
                <a:lnTo>
                  <a:pt x="766042" y="43168"/>
                </a:lnTo>
                <a:cubicBezTo>
                  <a:pt x="763190" y="44390"/>
                  <a:pt x="758139" y="45611"/>
                  <a:pt x="750807" y="46996"/>
                </a:cubicBezTo>
                <a:cubicBezTo>
                  <a:pt x="745349" y="48055"/>
                  <a:pt x="741275" y="49277"/>
                  <a:pt x="738343" y="50661"/>
                </a:cubicBezTo>
                <a:cubicBezTo>
                  <a:pt x="735491" y="52046"/>
                  <a:pt x="733210" y="54082"/>
                  <a:pt x="731662" y="56688"/>
                </a:cubicBezTo>
                <a:cubicBezTo>
                  <a:pt x="730033" y="59295"/>
                  <a:pt x="729300" y="62308"/>
                  <a:pt x="729300" y="65648"/>
                </a:cubicBezTo>
                <a:cubicBezTo>
                  <a:pt x="729300" y="70698"/>
                  <a:pt x="731092" y="74852"/>
                  <a:pt x="734595" y="78191"/>
                </a:cubicBezTo>
                <a:cubicBezTo>
                  <a:pt x="738098" y="81530"/>
                  <a:pt x="742905" y="83159"/>
                  <a:pt x="749015" y="83159"/>
                </a:cubicBezTo>
                <a:cubicBezTo>
                  <a:pt x="752436" y="83159"/>
                  <a:pt x="755695" y="82508"/>
                  <a:pt x="758791" y="81205"/>
                </a:cubicBezTo>
                <a:cubicBezTo>
                  <a:pt x="761805" y="79901"/>
                  <a:pt x="764657" y="77947"/>
                  <a:pt x="767345" y="75340"/>
                </a:cubicBezTo>
                <a:cubicBezTo>
                  <a:pt x="767427" y="75666"/>
                  <a:pt x="767671" y="76236"/>
                  <a:pt x="767916" y="77213"/>
                </a:cubicBezTo>
                <a:cubicBezTo>
                  <a:pt x="768486" y="79250"/>
                  <a:pt x="768974" y="80797"/>
                  <a:pt x="769382" y="81856"/>
                </a:cubicBezTo>
                <a:lnTo>
                  <a:pt x="784861" y="81856"/>
                </a:lnTo>
                <a:cubicBezTo>
                  <a:pt x="783476" y="79005"/>
                  <a:pt x="782580" y="76399"/>
                  <a:pt x="782009" y="73956"/>
                </a:cubicBezTo>
                <a:cubicBezTo>
                  <a:pt x="781521" y="71512"/>
                  <a:pt x="781276" y="67684"/>
                  <a:pt x="781276" y="62471"/>
                </a:cubicBezTo>
                <a:lnTo>
                  <a:pt x="781439" y="44227"/>
                </a:lnTo>
                <a:cubicBezTo>
                  <a:pt x="781439" y="37467"/>
                  <a:pt x="780706" y="32742"/>
                  <a:pt x="779321" y="30217"/>
                </a:cubicBezTo>
                <a:cubicBezTo>
                  <a:pt x="777936" y="27693"/>
                  <a:pt x="775492" y="25575"/>
                  <a:pt x="772070" y="23946"/>
                </a:cubicBezTo>
                <a:cubicBezTo>
                  <a:pt x="768649" y="22317"/>
                  <a:pt x="763435" y="21502"/>
                  <a:pt x="756510" y="21502"/>
                </a:cubicBezTo>
                <a:cubicBezTo>
                  <a:pt x="748852" y="21502"/>
                  <a:pt x="743068" y="22887"/>
                  <a:pt x="739157" y="25656"/>
                </a:cubicBezTo>
                <a:cubicBezTo>
                  <a:pt x="735247" y="28426"/>
                  <a:pt x="732477" y="32661"/>
                  <a:pt x="730929" y="38362"/>
                </a:cubicBezTo>
                <a:lnTo>
                  <a:pt x="745104" y="40887"/>
                </a:lnTo>
                <a:cubicBezTo>
                  <a:pt x="746082" y="38118"/>
                  <a:pt x="747304" y="36245"/>
                  <a:pt x="748852" y="35104"/>
                </a:cubicBezTo>
                <a:lnTo>
                  <a:pt x="748852" y="35104"/>
                </a:lnTo>
                <a:close/>
                <a:moveTo>
                  <a:pt x="766123" y="56444"/>
                </a:moveTo>
                <a:cubicBezTo>
                  <a:pt x="766123" y="60191"/>
                  <a:pt x="765879" y="62716"/>
                  <a:pt x="765471" y="64100"/>
                </a:cubicBezTo>
                <a:cubicBezTo>
                  <a:pt x="764901" y="66136"/>
                  <a:pt x="763598" y="67847"/>
                  <a:pt x="761724" y="69313"/>
                </a:cubicBezTo>
                <a:cubicBezTo>
                  <a:pt x="759198" y="71186"/>
                  <a:pt x="756510" y="72082"/>
                  <a:pt x="753659" y="72082"/>
                </a:cubicBezTo>
                <a:cubicBezTo>
                  <a:pt x="751133" y="72082"/>
                  <a:pt x="749015" y="71268"/>
                  <a:pt x="747386" y="69720"/>
                </a:cubicBezTo>
                <a:cubicBezTo>
                  <a:pt x="745756" y="68091"/>
                  <a:pt x="744942" y="66218"/>
                  <a:pt x="744942" y="64019"/>
                </a:cubicBezTo>
                <a:cubicBezTo>
                  <a:pt x="744942" y="61820"/>
                  <a:pt x="746001" y="59946"/>
                  <a:pt x="748037" y="58480"/>
                </a:cubicBezTo>
                <a:cubicBezTo>
                  <a:pt x="749341" y="57584"/>
                  <a:pt x="752192" y="56688"/>
                  <a:pt x="756591" y="55793"/>
                </a:cubicBezTo>
                <a:cubicBezTo>
                  <a:pt x="760909" y="54897"/>
                  <a:pt x="764087" y="54082"/>
                  <a:pt x="766123" y="53430"/>
                </a:cubicBezTo>
                <a:lnTo>
                  <a:pt x="766123" y="56526"/>
                </a:lnTo>
                <a:lnTo>
                  <a:pt x="766123" y="56526"/>
                </a:lnTo>
                <a:close/>
                <a:moveTo>
                  <a:pt x="811745" y="22561"/>
                </a:moveTo>
                <a:lnTo>
                  <a:pt x="811745" y="1710"/>
                </a:lnTo>
                <a:lnTo>
                  <a:pt x="796022" y="10833"/>
                </a:lnTo>
                <a:lnTo>
                  <a:pt x="796022" y="22561"/>
                </a:lnTo>
                <a:lnTo>
                  <a:pt x="788853" y="22561"/>
                </a:lnTo>
                <a:lnTo>
                  <a:pt x="788853" y="35023"/>
                </a:lnTo>
                <a:lnTo>
                  <a:pt x="796022" y="35023"/>
                </a:lnTo>
                <a:lnTo>
                  <a:pt x="796022" y="60842"/>
                </a:lnTo>
                <a:cubicBezTo>
                  <a:pt x="796022" y="66381"/>
                  <a:pt x="796185" y="70046"/>
                  <a:pt x="796511" y="71838"/>
                </a:cubicBezTo>
                <a:cubicBezTo>
                  <a:pt x="796918" y="74363"/>
                  <a:pt x="797651" y="76399"/>
                  <a:pt x="798710" y="77947"/>
                </a:cubicBezTo>
                <a:cubicBezTo>
                  <a:pt x="799769" y="79494"/>
                  <a:pt x="801399" y="80634"/>
                  <a:pt x="803680" y="81612"/>
                </a:cubicBezTo>
                <a:cubicBezTo>
                  <a:pt x="805961" y="82589"/>
                  <a:pt x="808486" y="82996"/>
                  <a:pt x="811338" y="82996"/>
                </a:cubicBezTo>
                <a:cubicBezTo>
                  <a:pt x="815982" y="82996"/>
                  <a:pt x="820055" y="82182"/>
                  <a:pt x="823721" y="80634"/>
                </a:cubicBezTo>
                <a:lnTo>
                  <a:pt x="822418" y="68499"/>
                </a:lnTo>
                <a:cubicBezTo>
                  <a:pt x="819647" y="69476"/>
                  <a:pt x="817611" y="69965"/>
                  <a:pt x="816144" y="69965"/>
                </a:cubicBezTo>
                <a:cubicBezTo>
                  <a:pt x="815085" y="69965"/>
                  <a:pt x="814189" y="69720"/>
                  <a:pt x="813537" y="69150"/>
                </a:cubicBezTo>
                <a:cubicBezTo>
                  <a:pt x="812804" y="68661"/>
                  <a:pt x="812315" y="68010"/>
                  <a:pt x="812153" y="67195"/>
                </a:cubicBezTo>
                <a:cubicBezTo>
                  <a:pt x="811908" y="66381"/>
                  <a:pt x="811827" y="63612"/>
                  <a:pt x="811827" y="58725"/>
                </a:cubicBezTo>
                <a:lnTo>
                  <a:pt x="811827" y="34860"/>
                </a:lnTo>
                <a:lnTo>
                  <a:pt x="822499" y="34860"/>
                </a:lnTo>
                <a:lnTo>
                  <a:pt x="822499" y="22398"/>
                </a:lnTo>
                <a:lnTo>
                  <a:pt x="811827" y="22398"/>
                </a:lnTo>
                <a:close/>
                <a:moveTo>
                  <a:pt x="862174" y="69313"/>
                </a:moveTo>
                <a:cubicBezTo>
                  <a:pt x="860463" y="70616"/>
                  <a:pt x="858426" y="71349"/>
                  <a:pt x="855982" y="71349"/>
                </a:cubicBezTo>
                <a:cubicBezTo>
                  <a:pt x="852398" y="71349"/>
                  <a:pt x="849383" y="70046"/>
                  <a:pt x="846939" y="67440"/>
                </a:cubicBezTo>
                <a:cubicBezTo>
                  <a:pt x="844495" y="64833"/>
                  <a:pt x="843273" y="61250"/>
                  <a:pt x="843192" y="56607"/>
                </a:cubicBezTo>
                <a:lnTo>
                  <a:pt x="882378" y="56607"/>
                </a:lnTo>
                <a:cubicBezTo>
                  <a:pt x="882622" y="44634"/>
                  <a:pt x="880178" y="35756"/>
                  <a:pt x="875046" y="29892"/>
                </a:cubicBezTo>
                <a:cubicBezTo>
                  <a:pt x="869995" y="24109"/>
                  <a:pt x="862988" y="21177"/>
                  <a:pt x="854190" y="21177"/>
                </a:cubicBezTo>
                <a:cubicBezTo>
                  <a:pt x="846369" y="21177"/>
                  <a:pt x="839852" y="23946"/>
                  <a:pt x="834719" y="29484"/>
                </a:cubicBezTo>
                <a:cubicBezTo>
                  <a:pt x="829587" y="35023"/>
                  <a:pt x="827061" y="42679"/>
                  <a:pt x="827061" y="52534"/>
                </a:cubicBezTo>
                <a:cubicBezTo>
                  <a:pt x="827061" y="60761"/>
                  <a:pt x="829016" y="67521"/>
                  <a:pt x="832927" y="72897"/>
                </a:cubicBezTo>
                <a:cubicBezTo>
                  <a:pt x="837896" y="79576"/>
                  <a:pt x="845473" y="82996"/>
                  <a:pt x="855738" y="82996"/>
                </a:cubicBezTo>
                <a:cubicBezTo>
                  <a:pt x="862255" y="82996"/>
                  <a:pt x="867632" y="81530"/>
                  <a:pt x="871950" y="78517"/>
                </a:cubicBezTo>
                <a:cubicBezTo>
                  <a:pt x="876268" y="75503"/>
                  <a:pt x="879445" y="71186"/>
                  <a:pt x="881482" y="65485"/>
                </a:cubicBezTo>
                <a:lnTo>
                  <a:pt x="865921" y="62879"/>
                </a:lnTo>
                <a:cubicBezTo>
                  <a:pt x="865107" y="65811"/>
                  <a:pt x="863803" y="68010"/>
                  <a:pt x="862174" y="69313"/>
                </a:cubicBezTo>
                <a:lnTo>
                  <a:pt x="862174" y="69313"/>
                </a:lnTo>
                <a:close/>
                <a:moveTo>
                  <a:pt x="843436" y="47077"/>
                </a:moveTo>
                <a:cubicBezTo>
                  <a:pt x="843436" y="42842"/>
                  <a:pt x="844495" y="39421"/>
                  <a:pt x="846695" y="36978"/>
                </a:cubicBezTo>
                <a:cubicBezTo>
                  <a:pt x="848895" y="34453"/>
                  <a:pt x="851746" y="33231"/>
                  <a:pt x="855168" y="33231"/>
                </a:cubicBezTo>
                <a:cubicBezTo>
                  <a:pt x="858345" y="33231"/>
                  <a:pt x="861033" y="34371"/>
                  <a:pt x="863314" y="36734"/>
                </a:cubicBezTo>
                <a:cubicBezTo>
                  <a:pt x="865514" y="39095"/>
                  <a:pt x="866736" y="42516"/>
                  <a:pt x="866817" y="47077"/>
                </a:cubicBezTo>
                <a:lnTo>
                  <a:pt x="843436" y="47077"/>
                </a:lnTo>
                <a:close/>
                <a:moveTo>
                  <a:pt x="897205" y="78109"/>
                </a:moveTo>
                <a:cubicBezTo>
                  <a:pt x="901930" y="81367"/>
                  <a:pt x="908284" y="82996"/>
                  <a:pt x="916350" y="82996"/>
                </a:cubicBezTo>
                <a:cubicBezTo>
                  <a:pt x="925230" y="82996"/>
                  <a:pt x="931910" y="81042"/>
                  <a:pt x="936472" y="77132"/>
                </a:cubicBezTo>
                <a:cubicBezTo>
                  <a:pt x="941035" y="73223"/>
                  <a:pt x="943234" y="68580"/>
                  <a:pt x="943234" y="63123"/>
                </a:cubicBezTo>
                <a:cubicBezTo>
                  <a:pt x="943234" y="58154"/>
                  <a:pt x="941605" y="54245"/>
                  <a:pt x="938346" y="51476"/>
                </a:cubicBezTo>
                <a:cubicBezTo>
                  <a:pt x="935006" y="48706"/>
                  <a:pt x="929222" y="46426"/>
                  <a:pt x="920912" y="44553"/>
                </a:cubicBezTo>
                <a:cubicBezTo>
                  <a:pt x="912602" y="42679"/>
                  <a:pt x="907714" y="41213"/>
                  <a:pt x="906329" y="40154"/>
                </a:cubicBezTo>
                <a:cubicBezTo>
                  <a:pt x="905270" y="39340"/>
                  <a:pt x="904781" y="38444"/>
                  <a:pt x="904781" y="37304"/>
                </a:cubicBezTo>
                <a:cubicBezTo>
                  <a:pt x="904781" y="36000"/>
                  <a:pt x="905352" y="34942"/>
                  <a:pt x="906574" y="34127"/>
                </a:cubicBezTo>
                <a:cubicBezTo>
                  <a:pt x="908366" y="32987"/>
                  <a:pt x="911299" y="32417"/>
                  <a:pt x="915454" y="32417"/>
                </a:cubicBezTo>
                <a:cubicBezTo>
                  <a:pt x="918712" y="32417"/>
                  <a:pt x="921238" y="33068"/>
                  <a:pt x="923030" y="34290"/>
                </a:cubicBezTo>
                <a:cubicBezTo>
                  <a:pt x="924822" y="35512"/>
                  <a:pt x="925963" y="37304"/>
                  <a:pt x="926615" y="39584"/>
                </a:cubicBezTo>
                <a:lnTo>
                  <a:pt x="941360" y="36896"/>
                </a:lnTo>
                <a:cubicBezTo>
                  <a:pt x="939894" y="31765"/>
                  <a:pt x="937124" y="27855"/>
                  <a:pt x="933214" y="25168"/>
                </a:cubicBezTo>
                <a:cubicBezTo>
                  <a:pt x="929303" y="22561"/>
                  <a:pt x="923274" y="21177"/>
                  <a:pt x="915209" y="21177"/>
                </a:cubicBezTo>
                <a:cubicBezTo>
                  <a:pt x="906737" y="21177"/>
                  <a:pt x="900464" y="22887"/>
                  <a:pt x="896390" y="26389"/>
                </a:cubicBezTo>
                <a:cubicBezTo>
                  <a:pt x="892317" y="29892"/>
                  <a:pt x="890280" y="34208"/>
                  <a:pt x="890280" y="39340"/>
                </a:cubicBezTo>
                <a:cubicBezTo>
                  <a:pt x="890280" y="45041"/>
                  <a:pt x="892643" y="49440"/>
                  <a:pt x="897286" y="52616"/>
                </a:cubicBezTo>
                <a:cubicBezTo>
                  <a:pt x="900626" y="54897"/>
                  <a:pt x="908692" y="57421"/>
                  <a:pt x="921319" y="60272"/>
                </a:cubicBezTo>
                <a:cubicBezTo>
                  <a:pt x="924008" y="60924"/>
                  <a:pt x="925800" y="61575"/>
                  <a:pt x="926533" y="62308"/>
                </a:cubicBezTo>
                <a:cubicBezTo>
                  <a:pt x="927267" y="63123"/>
                  <a:pt x="927674" y="64100"/>
                  <a:pt x="927674" y="65241"/>
                </a:cubicBezTo>
                <a:cubicBezTo>
                  <a:pt x="927674" y="66951"/>
                  <a:pt x="927022" y="68417"/>
                  <a:pt x="925637" y="69394"/>
                </a:cubicBezTo>
                <a:cubicBezTo>
                  <a:pt x="923600" y="70860"/>
                  <a:pt x="920586" y="71594"/>
                  <a:pt x="916513" y="71594"/>
                </a:cubicBezTo>
                <a:cubicBezTo>
                  <a:pt x="912847" y="71594"/>
                  <a:pt x="909995" y="70779"/>
                  <a:pt x="907959" y="69232"/>
                </a:cubicBezTo>
                <a:cubicBezTo>
                  <a:pt x="905922" y="67684"/>
                  <a:pt x="904537" y="65322"/>
                  <a:pt x="903885" y="62308"/>
                </a:cubicBezTo>
                <a:lnTo>
                  <a:pt x="888162" y="64670"/>
                </a:lnTo>
                <a:cubicBezTo>
                  <a:pt x="889628" y="70290"/>
                  <a:pt x="892643" y="74689"/>
                  <a:pt x="897368" y="77947"/>
                </a:cubicBezTo>
                <a:lnTo>
                  <a:pt x="897368" y="77947"/>
                </a:lnTo>
                <a:close/>
                <a:moveTo>
                  <a:pt x="985598" y="81693"/>
                </a:moveTo>
                <a:lnTo>
                  <a:pt x="1013378" y="81693"/>
                </a:lnTo>
                <a:cubicBezTo>
                  <a:pt x="1023887" y="81693"/>
                  <a:pt x="1030486" y="81449"/>
                  <a:pt x="1033256" y="81123"/>
                </a:cubicBezTo>
                <a:cubicBezTo>
                  <a:pt x="1037655" y="80634"/>
                  <a:pt x="1041321" y="79331"/>
                  <a:pt x="1044336" y="77213"/>
                </a:cubicBezTo>
                <a:cubicBezTo>
                  <a:pt x="1047350" y="75096"/>
                  <a:pt x="1049713" y="72327"/>
                  <a:pt x="1051423" y="68824"/>
                </a:cubicBezTo>
                <a:cubicBezTo>
                  <a:pt x="1053134" y="65322"/>
                  <a:pt x="1054030" y="61738"/>
                  <a:pt x="1054030" y="57992"/>
                </a:cubicBezTo>
                <a:cubicBezTo>
                  <a:pt x="1054030" y="53268"/>
                  <a:pt x="1052727" y="49195"/>
                  <a:pt x="1050038" y="45693"/>
                </a:cubicBezTo>
                <a:cubicBezTo>
                  <a:pt x="1047350" y="42190"/>
                  <a:pt x="1043521" y="39747"/>
                  <a:pt x="1038552" y="38281"/>
                </a:cubicBezTo>
                <a:cubicBezTo>
                  <a:pt x="1042055" y="36652"/>
                  <a:pt x="1044906" y="34290"/>
                  <a:pt x="1046943" y="31114"/>
                </a:cubicBezTo>
                <a:cubicBezTo>
                  <a:pt x="1048980" y="27937"/>
                  <a:pt x="1050038" y="24435"/>
                  <a:pt x="1050038" y="20607"/>
                </a:cubicBezTo>
                <a:cubicBezTo>
                  <a:pt x="1050038" y="17104"/>
                  <a:pt x="1049224" y="13928"/>
                  <a:pt x="1047513" y="11077"/>
                </a:cubicBezTo>
                <a:cubicBezTo>
                  <a:pt x="1045802" y="8226"/>
                  <a:pt x="1043765" y="5946"/>
                  <a:pt x="1041240" y="4235"/>
                </a:cubicBezTo>
                <a:cubicBezTo>
                  <a:pt x="1038714" y="2525"/>
                  <a:pt x="1035863" y="1384"/>
                  <a:pt x="1032686" y="896"/>
                </a:cubicBezTo>
                <a:cubicBezTo>
                  <a:pt x="1029509" y="326"/>
                  <a:pt x="1024702" y="82"/>
                  <a:pt x="1018266" y="82"/>
                </a:cubicBezTo>
                <a:lnTo>
                  <a:pt x="985598" y="82"/>
                </a:lnTo>
                <a:lnTo>
                  <a:pt x="985598" y="81693"/>
                </a:lnTo>
                <a:lnTo>
                  <a:pt x="985598" y="81693"/>
                </a:lnTo>
                <a:close/>
                <a:moveTo>
                  <a:pt x="1011586" y="13683"/>
                </a:moveTo>
                <a:cubicBezTo>
                  <a:pt x="1019325" y="13683"/>
                  <a:pt x="1024050" y="13765"/>
                  <a:pt x="1025680" y="13928"/>
                </a:cubicBezTo>
                <a:cubicBezTo>
                  <a:pt x="1028449" y="14254"/>
                  <a:pt x="1030486" y="15231"/>
                  <a:pt x="1031871" y="16778"/>
                </a:cubicBezTo>
                <a:cubicBezTo>
                  <a:pt x="1033256" y="18326"/>
                  <a:pt x="1033989" y="20444"/>
                  <a:pt x="1033989" y="22969"/>
                </a:cubicBezTo>
                <a:cubicBezTo>
                  <a:pt x="1033989" y="25494"/>
                  <a:pt x="1033175" y="27693"/>
                  <a:pt x="1031545" y="29322"/>
                </a:cubicBezTo>
                <a:cubicBezTo>
                  <a:pt x="1029916" y="30950"/>
                  <a:pt x="1027716" y="31928"/>
                  <a:pt x="1024865" y="32254"/>
                </a:cubicBezTo>
                <a:cubicBezTo>
                  <a:pt x="1023317" y="32417"/>
                  <a:pt x="1019325" y="32498"/>
                  <a:pt x="1012889" y="32498"/>
                </a:cubicBezTo>
                <a:lnTo>
                  <a:pt x="1002054" y="32498"/>
                </a:lnTo>
                <a:lnTo>
                  <a:pt x="1002054" y="13602"/>
                </a:lnTo>
                <a:lnTo>
                  <a:pt x="1011504" y="13602"/>
                </a:lnTo>
                <a:close/>
                <a:moveTo>
                  <a:pt x="1015415" y="46100"/>
                </a:moveTo>
                <a:cubicBezTo>
                  <a:pt x="1022910" y="46100"/>
                  <a:pt x="1027798" y="46507"/>
                  <a:pt x="1029997" y="47240"/>
                </a:cubicBezTo>
                <a:cubicBezTo>
                  <a:pt x="1032278" y="48055"/>
                  <a:pt x="1033989" y="49277"/>
                  <a:pt x="1035130" y="50987"/>
                </a:cubicBezTo>
                <a:cubicBezTo>
                  <a:pt x="1036352" y="52697"/>
                  <a:pt x="1036922" y="54734"/>
                  <a:pt x="1036922" y="57259"/>
                </a:cubicBezTo>
                <a:cubicBezTo>
                  <a:pt x="1036922" y="60191"/>
                  <a:pt x="1036189" y="62471"/>
                  <a:pt x="1034641" y="64182"/>
                </a:cubicBezTo>
                <a:cubicBezTo>
                  <a:pt x="1033093" y="65892"/>
                  <a:pt x="1031138" y="67032"/>
                  <a:pt x="1028694" y="67440"/>
                </a:cubicBezTo>
                <a:cubicBezTo>
                  <a:pt x="1027065" y="67766"/>
                  <a:pt x="1023317" y="67928"/>
                  <a:pt x="1017370" y="67928"/>
                </a:cubicBezTo>
                <a:lnTo>
                  <a:pt x="1002135" y="67928"/>
                </a:lnTo>
                <a:lnTo>
                  <a:pt x="1002135" y="46100"/>
                </a:lnTo>
                <a:lnTo>
                  <a:pt x="1015415" y="46100"/>
                </a:lnTo>
                <a:close/>
                <a:moveTo>
                  <a:pt x="1081729" y="34860"/>
                </a:moveTo>
                <a:cubicBezTo>
                  <a:pt x="1083277" y="33801"/>
                  <a:pt x="1085477" y="33231"/>
                  <a:pt x="1088247" y="33231"/>
                </a:cubicBezTo>
                <a:cubicBezTo>
                  <a:pt x="1092402" y="33231"/>
                  <a:pt x="1095172" y="33883"/>
                  <a:pt x="1096638" y="35186"/>
                </a:cubicBezTo>
                <a:cubicBezTo>
                  <a:pt x="1098105" y="36489"/>
                  <a:pt x="1098838" y="38607"/>
                  <a:pt x="1098838" y="41620"/>
                </a:cubicBezTo>
                <a:lnTo>
                  <a:pt x="1098838" y="43168"/>
                </a:lnTo>
                <a:cubicBezTo>
                  <a:pt x="1095986" y="44390"/>
                  <a:pt x="1090935" y="45611"/>
                  <a:pt x="1083603" y="46996"/>
                </a:cubicBezTo>
                <a:cubicBezTo>
                  <a:pt x="1078145" y="48055"/>
                  <a:pt x="1074071" y="49277"/>
                  <a:pt x="1071139" y="50661"/>
                </a:cubicBezTo>
                <a:cubicBezTo>
                  <a:pt x="1068287" y="52046"/>
                  <a:pt x="1066006" y="54082"/>
                  <a:pt x="1064458" y="56688"/>
                </a:cubicBezTo>
                <a:cubicBezTo>
                  <a:pt x="1062829" y="59295"/>
                  <a:pt x="1062096" y="62308"/>
                  <a:pt x="1062096" y="65648"/>
                </a:cubicBezTo>
                <a:cubicBezTo>
                  <a:pt x="1062096" y="70698"/>
                  <a:pt x="1063888" y="74852"/>
                  <a:pt x="1067391" y="78191"/>
                </a:cubicBezTo>
                <a:cubicBezTo>
                  <a:pt x="1070894" y="81530"/>
                  <a:pt x="1075701" y="83159"/>
                  <a:pt x="1081811" y="83159"/>
                </a:cubicBezTo>
                <a:cubicBezTo>
                  <a:pt x="1085233" y="83159"/>
                  <a:pt x="1088491" y="82508"/>
                  <a:pt x="1091587" y="81205"/>
                </a:cubicBezTo>
                <a:cubicBezTo>
                  <a:pt x="1094601" y="79901"/>
                  <a:pt x="1097453" y="77947"/>
                  <a:pt x="1100141" y="75340"/>
                </a:cubicBezTo>
                <a:cubicBezTo>
                  <a:pt x="1100223" y="75666"/>
                  <a:pt x="1100467" y="76236"/>
                  <a:pt x="1100711" y="77213"/>
                </a:cubicBezTo>
                <a:cubicBezTo>
                  <a:pt x="1101282" y="79250"/>
                  <a:pt x="1101770" y="80797"/>
                  <a:pt x="1102178" y="81856"/>
                </a:cubicBezTo>
                <a:lnTo>
                  <a:pt x="1117657" y="81856"/>
                </a:lnTo>
                <a:cubicBezTo>
                  <a:pt x="1116272" y="79005"/>
                  <a:pt x="1115376" y="76399"/>
                  <a:pt x="1114805" y="73956"/>
                </a:cubicBezTo>
                <a:cubicBezTo>
                  <a:pt x="1114317" y="71512"/>
                  <a:pt x="1114072" y="67684"/>
                  <a:pt x="1114072" y="62471"/>
                </a:cubicBezTo>
                <a:lnTo>
                  <a:pt x="1114235" y="44227"/>
                </a:lnTo>
                <a:cubicBezTo>
                  <a:pt x="1114235" y="37467"/>
                  <a:pt x="1113502" y="32742"/>
                  <a:pt x="1112117" y="30217"/>
                </a:cubicBezTo>
                <a:cubicBezTo>
                  <a:pt x="1110732" y="27693"/>
                  <a:pt x="1108288" y="25575"/>
                  <a:pt x="1104866" y="23946"/>
                </a:cubicBezTo>
                <a:cubicBezTo>
                  <a:pt x="1101445" y="22317"/>
                  <a:pt x="1096231" y="21502"/>
                  <a:pt x="1089306" y="21502"/>
                </a:cubicBezTo>
                <a:cubicBezTo>
                  <a:pt x="1081648" y="21502"/>
                  <a:pt x="1075864" y="22887"/>
                  <a:pt x="1071953" y="25656"/>
                </a:cubicBezTo>
                <a:cubicBezTo>
                  <a:pt x="1068043" y="28426"/>
                  <a:pt x="1065273" y="32661"/>
                  <a:pt x="1063725" y="38362"/>
                </a:cubicBezTo>
                <a:lnTo>
                  <a:pt x="1077900" y="40887"/>
                </a:lnTo>
                <a:cubicBezTo>
                  <a:pt x="1078878" y="38118"/>
                  <a:pt x="1080100" y="36245"/>
                  <a:pt x="1081648" y="35104"/>
                </a:cubicBezTo>
                <a:lnTo>
                  <a:pt x="1081648" y="35104"/>
                </a:lnTo>
                <a:close/>
                <a:moveTo>
                  <a:pt x="1098838" y="56444"/>
                </a:moveTo>
                <a:cubicBezTo>
                  <a:pt x="1098838" y="60191"/>
                  <a:pt x="1098593" y="62716"/>
                  <a:pt x="1098186" y="64100"/>
                </a:cubicBezTo>
                <a:cubicBezTo>
                  <a:pt x="1097616" y="66136"/>
                  <a:pt x="1096312" y="67847"/>
                  <a:pt x="1094438" y="69313"/>
                </a:cubicBezTo>
                <a:cubicBezTo>
                  <a:pt x="1091913" y="71186"/>
                  <a:pt x="1089225" y="72082"/>
                  <a:pt x="1086373" y="72082"/>
                </a:cubicBezTo>
                <a:cubicBezTo>
                  <a:pt x="1083848" y="72082"/>
                  <a:pt x="1081729" y="71268"/>
                  <a:pt x="1080100" y="69720"/>
                </a:cubicBezTo>
                <a:cubicBezTo>
                  <a:pt x="1078471" y="68091"/>
                  <a:pt x="1077656" y="66218"/>
                  <a:pt x="1077656" y="64019"/>
                </a:cubicBezTo>
                <a:cubicBezTo>
                  <a:pt x="1077656" y="61820"/>
                  <a:pt x="1078715" y="59946"/>
                  <a:pt x="1080752" y="58480"/>
                </a:cubicBezTo>
                <a:cubicBezTo>
                  <a:pt x="1082055" y="57584"/>
                  <a:pt x="1084907" y="56688"/>
                  <a:pt x="1089306" y="55793"/>
                </a:cubicBezTo>
                <a:cubicBezTo>
                  <a:pt x="1093624" y="54897"/>
                  <a:pt x="1096801" y="54082"/>
                  <a:pt x="1098838" y="53430"/>
                </a:cubicBezTo>
                <a:lnTo>
                  <a:pt x="1098838" y="56526"/>
                </a:lnTo>
                <a:lnTo>
                  <a:pt x="1098838" y="56526"/>
                </a:lnTo>
                <a:close/>
                <a:moveTo>
                  <a:pt x="1142993" y="63449"/>
                </a:moveTo>
                <a:cubicBezTo>
                  <a:pt x="1142993" y="53430"/>
                  <a:pt x="1143401" y="46752"/>
                  <a:pt x="1144297" y="43657"/>
                </a:cubicBezTo>
                <a:cubicBezTo>
                  <a:pt x="1145193" y="40480"/>
                  <a:pt x="1146333" y="38281"/>
                  <a:pt x="1147881" y="37141"/>
                </a:cubicBezTo>
                <a:cubicBezTo>
                  <a:pt x="1149429" y="35919"/>
                  <a:pt x="1151222" y="35349"/>
                  <a:pt x="1153421" y="35349"/>
                </a:cubicBezTo>
                <a:cubicBezTo>
                  <a:pt x="1155621" y="35349"/>
                  <a:pt x="1158146" y="36163"/>
                  <a:pt x="1160753" y="37874"/>
                </a:cubicBezTo>
                <a:lnTo>
                  <a:pt x="1165560" y="24272"/>
                </a:lnTo>
                <a:cubicBezTo>
                  <a:pt x="1162220" y="22317"/>
                  <a:pt x="1158798" y="21340"/>
                  <a:pt x="1155295" y="21340"/>
                </a:cubicBezTo>
                <a:cubicBezTo>
                  <a:pt x="1152769" y="21340"/>
                  <a:pt x="1150488" y="21991"/>
                  <a:pt x="1148533" y="23213"/>
                </a:cubicBezTo>
                <a:cubicBezTo>
                  <a:pt x="1146578" y="24435"/>
                  <a:pt x="1144297" y="27122"/>
                  <a:pt x="1141853" y="31032"/>
                </a:cubicBezTo>
                <a:lnTo>
                  <a:pt x="1141853" y="22643"/>
                </a:lnTo>
                <a:lnTo>
                  <a:pt x="1127351" y="22643"/>
                </a:lnTo>
                <a:lnTo>
                  <a:pt x="1127351" y="81775"/>
                </a:lnTo>
                <a:lnTo>
                  <a:pt x="1142993" y="81775"/>
                </a:lnTo>
                <a:lnTo>
                  <a:pt x="1142993" y="63530"/>
                </a:lnTo>
                <a:lnTo>
                  <a:pt x="1142993" y="63530"/>
                </a:lnTo>
                <a:close/>
                <a:moveTo>
                  <a:pt x="1217536" y="81693"/>
                </a:moveTo>
                <a:lnTo>
                  <a:pt x="1217536" y="50906"/>
                </a:lnTo>
                <a:lnTo>
                  <a:pt x="1228290" y="50906"/>
                </a:lnTo>
                <a:cubicBezTo>
                  <a:pt x="1235785" y="50906"/>
                  <a:pt x="1241488" y="50498"/>
                  <a:pt x="1245398" y="49765"/>
                </a:cubicBezTo>
                <a:cubicBezTo>
                  <a:pt x="1248331" y="49114"/>
                  <a:pt x="1251182" y="47810"/>
                  <a:pt x="1253952" y="45856"/>
                </a:cubicBezTo>
                <a:cubicBezTo>
                  <a:pt x="1256722" y="43901"/>
                  <a:pt x="1259085" y="41213"/>
                  <a:pt x="1260877" y="37792"/>
                </a:cubicBezTo>
                <a:cubicBezTo>
                  <a:pt x="1262669" y="34371"/>
                  <a:pt x="1263566" y="30136"/>
                  <a:pt x="1263566" y="25168"/>
                </a:cubicBezTo>
                <a:cubicBezTo>
                  <a:pt x="1263566" y="18652"/>
                  <a:pt x="1262018" y="13357"/>
                  <a:pt x="1258840" y="9285"/>
                </a:cubicBezTo>
                <a:cubicBezTo>
                  <a:pt x="1255663" y="5213"/>
                  <a:pt x="1251753" y="2525"/>
                  <a:pt x="1247109" y="1303"/>
                </a:cubicBezTo>
                <a:cubicBezTo>
                  <a:pt x="1244095" y="489"/>
                  <a:pt x="1237496" y="82"/>
                  <a:pt x="1227475" y="82"/>
                </a:cubicBezTo>
                <a:lnTo>
                  <a:pt x="1200998" y="82"/>
                </a:lnTo>
                <a:lnTo>
                  <a:pt x="1200998" y="81693"/>
                </a:lnTo>
                <a:lnTo>
                  <a:pt x="1217455" y="81693"/>
                </a:lnTo>
                <a:close/>
                <a:moveTo>
                  <a:pt x="1225520" y="13928"/>
                </a:moveTo>
                <a:cubicBezTo>
                  <a:pt x="1231467" y="13928"/>
                  <a:pt x="1235378" y="14091"/>
                  <a:pt x="1237414" y="14498"/>
                </a:cubicBezTo>
                <a:cubicBezTo>
                  <a:pt x="1240103" y="14987"/>
                  <a:pt x="1242302" y="16208"/>
                  <a:pt x="1244013" y="18082"/>
                </a:cubicBezTo>
                <a:cubicBezTo>
                  <a:pt x="1245724" y="20036"/>
                  <a:pt x="1246620" y="22480"/>
                  <a:pt x="1246620" y="25412"/>
                </a:cubicBezTo>
                <a:cubicBezTo>
                  <a:pt x="1246620" y="27855"/>
                  <a:pt x="1245969" y="29973"/>
                  <a:pt x="1244747" y="31765"/>
                </a:cubicBezTo>
                <a:cubicBezTo>
                  <a:pt x="1243524" y="33557"/>
                  <a:pt x="1241814" y="34942"/>
                  <a:pt x="1239614" y="35756"/>
                </a:cubicBezTo>
                <a:cubicBezTo>
                  <a:pt x="1237414" y="36570"/>
                  <a:pt x="1233097" y="37059"/>
                  <a:pt x="1226579" y="37059"/>
                </a:cubicBezTo>
                <a:lnTo>
                  <a:pt x="1217536" y="37059"/>
                </a:lnTo>
                <a:lnTo>
                  <a:pt x="1217536" y="13928"/>
                </a:lnTo>
                <a:lnTo>
                  <a:pt x="1225520" y="13928"/>
                </a:lnTo>
                <a:close/>
                <a:moveTo>
                  <a:pt x="1291020" y="81693"/>
                </a:moveTo>
                <a:lnTo>
                  <a:pt x="1291020" y="82"/>
                </a:lnTo>
                <a:lnTo>
                  <a:pt x="1275378" y="82"/>
                </a:lnTo>
                <a:lnTo>
                  <a:pt x="1275378" y="81693"/>
                </a:lnTo>
                <a:lnTo>
                  <a:pt x="1291020" y="81693"/>
                </a:lnTo>
                <a:close/>
                <a:moveTo>
                  <a:pt x="1305684" y="68580"/>
                </a:moveTo>
                <a:cubicBezTo>
                  <a:pt x="1308210" y="73304"/>
                  <a:pt x="1311958" y="76888"/>
                  <a:pt x="1316927" y="79331"/>
                </a:cubicBezTo>
                <a:cubicBezTo>
                  <a:pt x="1321815" y="81775"/>
                  <a:pt x="1327029" y="82996"/>
                  <a:pt x="1332406" y="82996"/>
                </a:cubicBezTo>
                <a:cubicBezTo>
                  <a:pt x="1341204" y="82996"/>
                  <a:pt x="1348455" y="80064"/>
                  <a:pt x="1354239" y="74200"/>
                </a:cubicBezTo>
                <a:cubicBezTo>
                  <a:pt x="1360024" y="68336"/>
                  <a:pt x="1362875" y="60924"/>
                  <a:pt x="1362875" y="51964"/>
                </a:cubicBezTo>
                <a:cubicBezTo>
                  <a:pt x="1362875" y="43005"/>
                  <a:pt x="1360024" y="35756"/>
                  <a:pt x="1354321" y="29973"/>
                </a:cubicBezTo>
                <a:cubicBezTo>
                  <a:pt x="1348618" y="24190"/>
                  <a:pt x="1341286" y="21258"/>
                  <a:pt x="1332325" y="21258"/>
                </a:cubicBezTo>
                <a:cubicBezTo>
                  <a:pt x="1326540" y="21258"/>
                  <a:pt x="1321326" y="22561"/>
                  <a:pt x="1316601" y="25086"/>
                </a:cubicBezTo>
                <a:cubicBezTo>
                  <a:pt x="1311876" y="27611"/>
                  <a:pt x="1308291" y="31358"/>
                  <a:pt x="1305684" y="36245"/>
                </a:cubicBezTo>
                <a:cubicBezTo>
                  <a:pt x="1303159" y="41132"/>
                  <a:pt x="1301855" y="46100"/>
                  <a:pt x="1301855" y="51313"/>
                </a:cubicBezTo>
                <a:cubicBezTo>
                  <a:pt x="1301855" y="58073"/>
                  <a:pt x="1303159" y="63856"/>
                  <a:pt x="1305684" y="68580"/>
                </a:cubicBezTo>
                <a:lnTo>
                  <a:pt x="1305684" y="68580"/>
                </a:lnTo>
                <a:close/>
                <a:moveTo>
                  <a:pt x="1322059" y="38688"/>
                </a:moveTo>
                <a:cubicBezTo>
                  <a:pt x="1324829" y="35593"/>
                  <a:pt x="1328251" y="34046"/>
                  <a:pt x="1332325" y="34046"/>
                </a:cubicBezTo>
                <a:cubicBezTo>
                  <a:pt x="1336398" y="34046"/>
                  <a:pt x="1339819" y="35593"/>
                  <a:pt x="1342589" y="38688"/>
                </a:cubicBezTo>
                <a:cubicBezTo>
                  <a:pt x="1345359" y="41783"/>
                  <a:pt x="1346744" y="46263"/>
                  <a:pt x="1346744" y="52046"/>
                </a:cubicBezTo>
                <a:cubicBezTo>
                  <a:pt x="1346744" y="57829"/>
                  <a:pt x="1345359" y="62553"/>
                  <a:pt x="1342589" y="65648"/>
                </a:cubicBezTo>
                <a:cubicBezTo>
                  <a:pt x="1339819" y="68743"/>
                  <a:pt x="1336398" y="70290"/>
                  <a:pt x="1332325" y="70290"/>
                </a:cubicBezTo>
                <a:cubicBezTo>
                  <a:pt x="1328251" y="70290"/>
                  <a:pt x="1324829" y="68743"/>
                  <a:pt x="1322059" y="65648"/>
                </a:cubicBezTo>
                <a:cubicBezTo>
                  <a:pt x="1319290" y="62553"/>
                  <a:pt x="1317905" y="58073"/>
                  <a:pt x="1317905" y="52209"/>
                </a:cubicBezTo>
                <a:cubicBezTo>
                  <a:pt x="1317905" y="46344"/>
                  <a:pt x="1319290" y="41865"/>
                  <a:pt x="1322059" y="38770"/>
                </a:cubicBezTo>
                <a:lnTo>
                  <a:pt x="1322059" y="38770"/>
                </a:lnTo>
                <a:close/>
                <a:moveTo>
                  <a:pt x="1390004" y="22561"/>
                </a:moveTo>
                <a:lnTo>
                  <a:pt x="1390004" y="1710"/>
                </a:lnTo>
                <a:lnTo>
                  <a:pt x="1374280" y="10833"/>
                </a:lnTo>
                <a:lnTo>
                  <a:pt x="1374280" y="22561"/>
                </a:lnTo>
                <a:lnTo>
                  <a:pt x="1367111" y="22561"/>
                </a:lnTo>
                <a:lnTo>
                  <a:pt x="1367111" y="35023"/>
                </a:lnTo>
                <a:lnTo>
                  <a:pt x="1374280" y="35023"/>
                </a:lnTo>
                <a:lnTo>
                  <a:pt x="1374280" y="60842"/>
                </a:lnTo>
                <a:cubicBezTo>
                  <a:pt x="1374280" y="66381"/>
                  <a:pt x="1374443" y="70046"/>
                  <a:pt x="1374769" y="71838"/>
                </a:cubicBezTo>
                <a:cubicBezTo>
                  <a:pt x="1375176" y="74363"/>
                  <a:pt x="1375910" y="76399"/>
                  <a:pt x="1376969" y="77947"/>
                </a:cubicBezTo>
                <a:cubicBezTo>
                  <a:pt x="1378028" y="79494"/>
                  <a:pt x="1379657" y="80634"/>
                  <a:pt x="1381938" y="81612"/>
                </a:cubicBezTo>
                <a:cubicBezTo>
                  <a:pt x="1384219" y="82589"/>
                  <a:pt x="1386745" y="82996"/>
                  <a:pt x="1389596" y="82996"/>
                </a:cubicBezTo>
                <a:cubicBezTo>
                  <a:pt x="1394240" y="82996"/>
                  <a:pt x="1398313" y="82182"/>
                  <a:pt x="1401979" y="80634"/>
                </a:cubicBezTo>
                <a:lnTo>
                  <a:pt x="1400676" y="68499"/>
                </a:lnTo>
                <a:cubicBezTo>
                  <a:pt x="1397906" y="69476"/>
                  <a:pt x="1395869" y="69965"/>
                  <a:pt x="1394403" y="69965"/>
                </a:cubicBezTo>
                <a:cubicBezTo>
                  <a:pt x="1393344" y="69965"/>
                  <a:pt x="1392448" y="69720"/>
                  <a:pt x="1391796" y="69150"/>
                </a:cubicBezTo>
                <a:cubicBezTo>
                  <a:pt x="1391063" y="68661"/>
                  <a:pt x="1390574" y="68010"/>
                  <a:pt x="1390411" y="67195"/>
                </a:cubicBezTo>
                <a:cubicBezTo>
                  <a:pt x="1390166" y="66381"/>
                  <a:pt x="1390085" y="63612"/>
                  <a:pt x="1390085" y="58725"/>
                </a:cubicBezTo>
                <a:lnTo>
                  <a:pt x="1390085" y="34860"/>
                </a:lnTo>
                <a:lnTo>
                  <a:pt x="1400757" y="34860"/>
                </a:lnTo>
                <a:lnTo>
                  <a:pt x="1400757" y="22398"/>
                </a:lnTo>
                <a:lnTo>
                  <a:pt x="1390085" y="22398"/>
                </a:lnTo>
                <a:close/>
                <a:moveTo>
                  <a:pt x="1413629" y="78109"/>
                </a:moveTo>
                <a:cubicBezTo>
                  <a:pt x="1418354" y="81367"/>
                  <a:pt x="1424709" y="82996"/>
                  <a:pt x="1432774" y="82996"/>
                </a:cubicBezTo>
                <a:cubicBezTo>
                  <a:pt x="1441654" y="82996"/>
                  <a:pt x="1448335" y="81042"/>
                  <a:pt x="1452897" y="77132"/>
                </a:cubicBezTo>
                <a:cubicBezTo>
                  <a:pt x="1457459" y="73223"/>
                  <a:pt x="1459658" y="68580"/>
                  <a:pt x="1459658" y="63123"/>
                </a:cubicBezTo>
                <a:cubicBezTo>
                  <a:pt x="1459658" y="58154"/>
                  <a:pt x="1458029" y="54245"/>
                  <a:pt x="1454771" y="51476"/>
                </a:cubicBezTo>
                <a:cubicBezTo>
                  <a:pt x="1451430" y="48706"/>
                  <a:pt x="1445646" y="46426"/>
                  <a:pt x="1437336" y="44553"/>
                </a:cubicBezTo>
                <a:cubicBezTo>
                  <a:pt x="1429027" y="42679"/>
                  <a:pt x="1424139" y="41213"/>
                  <a:pt x="1422754" y="40154"/>
                </a:cubicBezTo>
                <a:cubicBezTo>
                  <a:pt x="1421695" y="39340"/>
                  <a:pt x="1421206" y="38444"/>
                  <a:pt x="1421206" y="37304"/>
                </a:cubicBezTo>
                <a:cubicBezTo>
                  <a:pt x="1421206" y="36000"/>
                  <a:pt x="1421776" y="34942"/>
                  <a:pt x="1422998" y="34127"/>
                </a:cubicBezTo>
                <a:cubicBezTo>
                  <a:pt x="1424790" y="32987"/>
                  <a:pt x="1427723" y="32417"/>
                  <a:pt x="1431878" y="32417"/>
                </a:cubicBezTo>
                <a:cubicBezTo>
                  <a:pt x="1435137" y="32417"/>
                  <a:pt x="1437662" y="33068"/>
                  <a:pt x="1439455" y="34290"/>
                </a:cubicBezTo>
                <a:cubicBezTo>
                  <a:pt x="1441247" y="35512"/>
                  <a:pt x="1442387" y="37304"/>
                  <a:pt x="1443039" y="39584"/>
                </a:cubicBezTo>
                <a:lnTo>
                  <a:pt x="1457785" y="36896"/>
                </a:lnTo>
                <a:cubicBezTo>
                  <a:pt x="1456319" y="31765"/>
                  <a:pt x="1453548" y="27855"/>
                  <a:pt x="1449638" y="25168"/>
                </a:cubicBezTo>
                <a:cubicBezTo>
                  <a:pt x="1445728" y="22561"/>
                  <a:pt x="1439699" y="21177"/>
                  <a:pt x="1431634" y="21177"/>
                </a:cubicBezTo>
                <a:cubicBezTo>
                  <a:pt x="1423161" y="21177"/>
                  <a:pt x="1416888" y="22887"/>
                  <a:pt x="1412814" y="26389"/>
                </a:cubicBezTo>
                <a:cubicBezTo>
                  <a:pt x="1408741" y="29892"/>
                  <a:pt x="1406704" y="34208"/>
                  <a:pt x="1406704" y="39340"/>
                </a:cubicBezTo>
                <a:cubicBezTo>
                  <a:pt x="1406704" y="45041"/>
                  <a:pt x="1409067" y="49440"/>
                  <a:pt x="1413711" y="52616"/>
                </a:cubicBezTo>
                <a:cubicBezTo>
                  <a:pt x="1417051" y="54897"/>
                  <a:pt x="1425116" y="57421"/>
                  <a:pt x="1437744" y="60272"/>
                </a:cubicBezTo>
                <a:cubicBezTo>
                  <a:pt x="1440432" y="60924"/>
                  <a:pt x="1442224" y="61575"/>
                  <a:pt x="1442958" y="62308"/>
                </a:cubicBezTo>
                <a:cubicBezTo>
                  <a:pt x="1443691" y="63123"/>
                  <a:pt x="1444098" y="64100"/>
                  <a:pt x="1444098" y="65241"/>
                </a:cubicBezTo>
                <a:cubicBezTo>
                  <a:pt x="1444098" y="66951"/>
                  <a:pt x="1443446" y="68417"/>
                  <a:pt x="1442062" y="69394"/>
                </a:cubicBezTo>
                <a:cubicBezTo>
                  <a:pt x="1440025" y="70860"/>
                  <a:pt x="1437010" y="71594"/>
                  <a:pt x="1432937" y="71594"/>
                </a:cubicBezTo>
                <a:cubicBezTo>
                  <a:pt x="1429271" y="71594"/>
                  <a:pt x="1426420" y="70779"/>
                  <a:pt x="1424383" y="69232"/>
                </a:cubicBezTo>
                <a:cubicBezTo>
                  <a:pt x="1422346" y="67684"/>
                  <a:pt x="1420961" y="65322"/>
                  <a:pt x="1420310" y="62308"/>
                </a:cubicBezTo>
                <a:lnTo>
                  <a:pt x="1404586" y="64670"/>
                </a:lnTo>
                <a:cubicBezTo>
                  <a:pt x="1406053" y="70290"/>
                  <a:pt x="1409067" y="74689"/>
                  <a:pt x="1413792" y="77947"/>
                </a:cubicBezTo>
                <a:lnTo>
                  <a:pt x="1413792" y="77947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6" name="자유형 85">
            <a:extLst>
              <a:ext uri="{FF2B5EF4-FFF2-40B4-BE49-F238E27FC236}">
                <a16:creationId xmlns:a16="http://schemas.microsoft.com/office/drawing/2014/main" id="{68AAA814-5552-DB1B-073B-EEBB9709866C}"/>
              </a:ext>
            </a:extLst>
          </p:cNvPr>
          <p:cNvSpPr/>
          <p:nvPr/>
        </p:nvSpPr>
        <p:spPr>
          <a:xfrm>
            <a:off x="5020457" y="2386103"/>
            <a:ext cx="263874" cy="71186"/>
          </a:xfrm>
          <a:custGeom>
            <a:avLst/>
            <a:gdLst>
              <a:gd name="connsiteX0" fmla="*/ 14094 w 263874"/>
              <a:gd name="connsiteY0" fmla="*/ 69965 h 71186"/>
              <a:gd name="connsiteX1" fmla="*/ 14094 w 263874"/>
              <a:gd name="connsiteY1" fmla="*/ 39340 h 71186"/>
              <a:gd name="connsiteX2" fmla="*/ 41793 w 263874"/>
              <a:gd name="connsiteY2" fmla="*/ 39340 h 71186"/>
              <a:gd name="connsiteX3" fmla="*/ 41793 w 263874"/>
              <a:gd name="connsiteY3" fmla="*/ 69965 h 71186"/>
              <a:gd name="connsiteX4" fmla="*/ 55887 w 263874"/>
              <a:gd name="connsiteY4" fmla="*/ 69965 h 71186"/>
              <a:gd name="connsiteX5" fmla="*/ 55887 w 263874"/>
              <a:gd name="connsiteY5" fmla="*/ 0 h 71186"/>
              <a:gd name="connsiteX6" fmla="*/ 41793 w 263874"/>
              <a:gd name="connsiteY6" fmla="*/ 0 h 71186"/>
              <a:gd name="connsiteX7" fmla="*/ 41793 w 263874"/>
              <a:gd name="connsiteY7" fmla="*/ 27530 h 71186"/>
              <a:gd name="connsiteX8" fmla="*/ 14094 w 263874"/>
              <a:gd name="connsiteY8" fmla="*/ 27530 h 71186"/>
              <a:gd name="connsiteX9" fmla="*/ 14094 w 263874"/>
              <a:gd name="connsiteY9" fmla="*/ 0 h 71186"/>
              <a:gd name="connsiteX10" fmla="*/ 0 w 263874"/>
              <a:gd name="connsiteY10" fmla="*/ 0 h 71186"/>
              <a:gd name="connsiteX11" fmla="*/ 0 w 263874"/>
              <a:gd name="connsiteY11" fmla="*/ 69965 h 71186"/>
              <a:gd name="connsiteX12" fmla="*/ 14094 w 263874"/>
              <a:gd name="connsiteY12" fmla="*/ 69965 h 71186"/>
              <a:gd name="connsiteX13" fmla="*/ 68922 w 263874"/>
              <a:gd name="connsiteY13" fmla="*/ 58725 h 71186"/>
              <a:gd name="connsiteX14" fmla="*/ 78535 w 263874"/>
              <a:gd name="connsiteY14" fmla="*/ 67929 h 71186"/>
              <a:gd name="connsiteX15" fmla="*/ 91814 w 263874"/>
              <a:gd name="connsiteY15" fmla="*/ 71105 h 71186"/>
              <a:gd name="connsiteX16" fmla="*/ 110470 w 263874"/>
              <a:gd name="connsiteY16" fmla="*/ 63531 h 71186"/>
              <a:gd name="connsiteX17" fmla="*/ 117884 w 263874"/>
              <a:gd name="connsiteY17" fmla="*/ 44471 h 71186"/>
              <a:gd name="connsiteX18" fmla="*/ 110552 w 263874"/>
              <a:gd name="connsiteY18" fmla="*/ 25575 h 71186"/>
              <a:gd name="connsiteX19" fmla="*/ 91733 w 263874"/>
              <a:gd name="connsiteY19" fmla="*/ 18082 h 71186"/>
              <a:gd name="connsiteX20" fmla="*/ 78209 w 263874"/>
              <a:gd name="connsiteY20" fmla="*/ 21340 h 71186"/>
              <a:gd name="connsiteX21" fmla="*/ 68840 w 263874"/>
              <a:gd name="connsiteY21" fmla="*/ 30869 h 71186"/>
              <a:gd name="connsiteX22" fmla="*/ 65581 w 263874"/>
              <a:gd name="connsiteY22" fmla="*/ 43820 h 71186"/>
              <a:gd name="connsiteX23" fmla="*/ 68840 w 263874"/>
              <a:gd name="connsiteY23" fmla="*/ 58643 h 71186"/>
              <a:gd name="connsiteX24" fmla="*/ 68840 w 263874"/>
              <a:gd name="connsiteY24" fmla="*/ 58643 h 71186"/>
              <a:gd name="connsiteX25" fmla="*/ 83015 w 263874"/>
              <a:gd name="connsiteY25" fmla="*/ 33068 h 71186"/>
              <a:gd name="connsiteX26" fmla="*/ 91814 w 263874"/>
              <a:gd name="connsiteY26" fmla="*/ 29077 h 71186"/>
              <a:gd name="connsiteX27" fmla="*/ 100613 w 263874"/>
              <a:gd name="connsiteY27" fmla="*/ 33068 h 71186"/>
              <a:gd name="connsiteX28" fmla="*/ 104197 w 263874"/>
              <a:gd name="connsiteY28" fmla="*/ 44553 h 71186"/>
              <a:gd name="connsiteX29" fmla="*/ 100613 w 263874"/>
              <a:gd name="connsiteY29" fmla="*/ 56200 h 71186"/>
              <a:gd name="connsiteX30" fmla="*/ 91814 w 263874"/>
              <a:gd name="connsiteY30" fmla="*/ 60191 h 71186"/>
              <a:gd name="connsiteX31" fmla="*/ 83015 w 263874"/>
              <a:gd name="connsiteY31" fmla="*/ 56200 h 71186"/>
              <a:gd name="connsiteX32" fmla="*/ 79431 w 263874"/>
              <a:gd name="connsiteY32" fmla="*/ 44634 h 71186"/>
              <a:gd name="connsiteX33" fmla="*/ 83015 w 263874"/>
              <a:gd name="connsiteY33" fmla="*/ 33068 h 71186"/>
              <a:gd name="connsiteX34" fmla="*/ 83015 w 263874"/>
              <a:gd name="connsiteY34" fmla="*/ 33068 h 71186"/>
              <a:gd name="connsiteX35" fmla="*/ 172630 w 263874"/>
              <a:gd name="connsiteY35" fmla="*/ 69965 h 71186"/>
              <a:gd name="connsiteX36" fmla="*/ 172630 w 263874"/>
              <a:gd name="connsiteY36" fmla="*/ 19303 h 71186"/>
              <a:gd name="connsiteX37" fmla="*/ 159188 w 263874"/>
              <a:gd name="connsiteY37" fmla="*/ 19303 h 71186"/>
              <a:gd name="connsiteX38" fmla="*/ 159188 w 263874"/>
              <a:gd name="connsiteY38" fmla="*/ 40643 h 71186"/>
              <a:gd name="connsiteX39" fmla="*/ 158210 w 263874"/>
              <a:gd name="connsiteY39" fmla="*/ 54327 h 71186"/>
              <a:gd name="connsiteX40" fmla="*/ 154463 w 263874"/>
              <a:gd name="connsiteY40" fmla="*/ 58969 h 71186"/>
              <a:gd name="connsiteX41" fmla="*/ 148271 w 263874"/>
              <a:gd name="connsiteY41" fmla="*/ 60843 h 71186"/>
              <a:gd name="connsiteX42" fmla="*/ 143302 w 263874"/>
              <a:gd name="connsiteY42" fmla="*/ 59458 h 71186"/>
              <a:gd name="connsiteX43" fmla="*/ 140613 w 263874"/>
              <a:gd name="connsiteY43" fmla="*/ 55630 h 71186"/>
              <a:gd name="connsiteX44" fmla="*/ 139880 w 263874"/>
              <a:gd name="connsiteY44" fmla="*/ 42517 h 71186"/>
              <a:gd name="connsiteX45" fmla="*/ 139880 w 263874"/>
              <a:gd name="connsiteY45" fmla="*/ 19222 h 71186"/>
              <a:gd name="connsiteX46" fmla="*/ 126438 w 263874"/>
              <a:gd name="connsiteY46" fmla="*/ 19222 h 71186"/>
              <a:gd name="connsiteX47" fmla="*/ 126438 w 263874"/>
              <a:gd name="connsiteY47" fmla="*/ 51313 h 71186"/>
              <a:gd name="connsiteX48" fmla="*/ 128230 w 263874"/>
              <a:gd name="connsiteY48" fmla="*/ 62553 h 71186"/>
              <a:gd name="connsiteX49" fmla="*/ 134096 w 263874"/>
              <a:gd name="connsiteY49" fmla="*/ 68824 h 71186"/>
              <a:gd name="connsiteX50" fmla="*/ 143302 w 263874"/>
              <a:gd name="connsiteY50" fmla="*/ 71105 h 71186"/>
              <a:gd name="connsiteX51" fmla="*/ 152833 w 263874"/>
              <a:gd name="connsiteY51" fmla="*/ 68743 h 71186"/>
              <a:gd name="connsiteX52" fmla="*/ 160084 w 263874"/>
              <a:gd name="connsiteY52" fmla="*/ 62309 h 71186"/>
              <a:gd name="connsiteX53" fmla="*/ 160084 w 263874"/>
              <a:gd name="connsiteY53" fmla="*/ 69883 h 71186"/>
              <a:gd name="connsiteX54" fmla="*/ 172549 w 263874"/>
              <a:gd name="connsiteY54" fmla="*/ 69883 h 71186"/>
              <a:gd name="connsiteX55" fmla="*/ 197722 w 263874"/>
              <a:gd name="connsiteY55" fmla="*/ 54327 h 71186"/>
              <a:gd name="connsiteX56" fmla="*/ 198863 w 263874"/>
              <a:gd name="connsiteY56" fmla="*/ 37304 h 71186"/>
              <a:gd name="connsiteX57" fmla="*/ 201959 w 263874"/>
              <a:gd name="connsiteY57" fmla="*/ 31684 h 71186"/>
              <a:gd name="connsiteX58" fmla="*/ 206765 w 263874"/>
              <a:gd name="connsiteY58" fmla="*/ 30136 h 71186"/>
              <a:gd name="connsiteX59" fmla="*/ 213038 w 263874"/>
              <a:gd name="connsiteY59" fmla="*/ 32335 h 71186"/>
              <a:gd name="connsiteX60" fmla="*/ 217193 w 263874"/>
              <a:gd name="connsiteY60" fmla="*/ 20607 h 71186"/>
              <a:gd name="connsiteX61" fmla="*/ 208395 w 263874"/>
              <a:gd name="connsiteY61" fmla="*/ 18082 h 71186"/>
              <a:gd name="connsiteX62" fmla="*/ 202610 w 263874"/>
              <a:gd name="connsiteY62" fmla="*/ 19711 h 71186"/>
              <a:gd name="connsiteX63" fmla="*/ 196826 w 263874"/>
              <a:gd name="connsiteY63" fmla="*/ 26471 h 71186"/>
              <a:gd name="connsiteX64" fmla="*/ 196826 w 263874"/>
              <a:gd name="connsiteY64" fmla="*/ 19303 h 71186"/>
              <a:gd name="connsiteX65" fmla="*/ 184361 w 263874"/>
              <a:gd name="connsiteY65" fmla="*/ 19303 h 71186"/>
              <a:gd name="connsiteX66" fmla="*/ 184361 w 263874"/>
              <a:gd name="connsiteY66" fmla="*/ 69965 h 71186"/>
              <a:gd name="connsiteX67" fmla="*/ 197804 w 263874"/>
              <a:gd name="connsiteY67" fmla="*/ 69965 h 71186"/>
              <a:gd name="connsiteX68" fmla="*/ 197804 w 263874"/>
              <a:gd name="connsiteY68" fmla="*/ 54327 h 71186"/>
              <a:gd name="connsiteX69" fmla="*/ 197804 w 263874"/>
              <a:gd name="connsiteY69" fmla="*/ 54327 h 71186"/>
              <a:gd name="connsiteX70" fmla="*/ 224444 w 263874"/>
              <a:gd name="connsiteY70" fmla="*/ 66951 h 71186"/>
              <a:gd name="connsiteX71" fmla="*/ 240819 w 263874"/>
              <a:gd name="connsiteY71" fmla="*/ 71186 h 71186"/>
              <a:gd name="connsiteX72" fmla="*/ 258090 w 263874"/>
              <a:gd name="connsiteY72" fmla="*/ 66136 h 71186"/>
              <a:gd name="connsiteX73" fmla="*/ 263874 w 263874"/>
              <a:gd name="connsiteY73" fmla="*/ 54164 h 71186"/>
              <a:gd name="connsiteX74" fmla="*/ 259638 w 263874"/>
              <a:gd name="connsiteY74" fmla="*/ 44227 h 71186"/>
              <a:gd name="connsiteX75" fmla="*/ 244648 w 263874"/>
              <a:gd name="connsiteY75" fmla="*/ 38281 h 71186"/>
              <a:gd name="connsiteX76" fmla="*/ 232102 w 263874"/>
              <a:gd name="connsiteY76" fmla="*/ 34534 h 71186"/>
              <a:gd name="connsiteX77" fmla="*/ 230798 w 263874"/>
              <a:gd name="connsiteY77" fmla="*/ 32091 h 71186"/>
              <a:gd name="connsiteX78" fmla="*/ 232346 w 263874"/>
              <a:gd name="connsiteY78" fmla="*/ 29403 h 71186"/>
              <a:gd name="connsiteX79" fmla="*/ 239923 w 263874"/>
              <a:gd name="connsiteY79" fmla="*/ 27937 h 71186"/>
              <a:gd name="connsiteX80" fmla="*/ 246359 w 263874"/>
              <a:gd name="connsiteY80" fmla="*/ 29484 h 71186"/>
              <a:gd name="connsiteX81" fmla="*/ 249454 w 263874"/>
              <a:gd name="connsiteY81" fmla="*/ 34046 h 71186"/>
              <a:gd name="connsiteX82" fmla="*/ 262082 w 263874"/>
              <a:gd name="connsiteY82" fmla="*/ 31684 h 71186"/>
              <a:gd name="connsiteX83" fmla="*/ 255076 w 263874"/>
              <a:gd name="connsiteY83" fmla="*/ 21666 h 71186"/>
              <a:gd name="connsiteX84" fmla="*/ 239597 w 263874"/>
              <a:gd name="connsiteY84" fmla="*/ 18244 h 71186"/>
              <a:gd name="connsiteX85" fmla="*/ 223466 w 263874"/>
              <a:gd name="connsiteY85" fmla="*/ 22725 h 71186"/>
              <a:gd name="connsiteX86" fmla="*/ 218252 w 263874"/>
              <a:gd name="connsiteY86" fmla="*/ 33802 h 71186"/>
              <a:gd name="connsiteX87" fmla="*/ 224281 w 263874"/>
              <a:gd name="connsiteY87" fmla="*/ 45205 h 71186"/>
              <a:gd name="connsiteX88" fmla="*/ 244892 w 263874"/>
              <a:gd name="connsiteY88" fmla="*/ 51720 h 71186"/>
              <a:gd name="connsiteX89" fmla="*/ 249373 w 263874"/>
              <a:gd name="connsiteY89" fmla="*/ 53512 h 71186"/>
              <a:gd name="connsiteX90" fmla="*/ 250350 w 263874"/>
              <a:gd name="connsiteY90" fmla="*/ 56037 h 71186"/>
              <a:gd name="connsiteX91" fmla="*/ 248558 w 263874"/>
              <a:gd name="connsiteY91" fmla="*/ 59621 h 71186"/>
              <a:gd name="connsiteX92" fmla="*/ 240737 w 263874"/>
              <a:gd name="connsiteY92" fmla="*/ 61494 h 71186"/>
              <a:gd name="connsiteX93" fmla="*/ 233405 w 263874"/>
              <a:gd name="connsiteY93" fmla="*/ 59458 h 71186"/>
              <a:gd name="connsiteX94" fmla="*/ 229902 w 263874"/>
              <a:gd name="connsiteY94" fmla="*/ 53512 h 71186"/>
              <a:gd name="connsiteX95" fmla="*/ 216460 w 263874"/>
              <a:gd name="connsiteY95" fmla="*/ 55548 h 71186"/>
              <a:gd name="connsiteX96" fmla="*/ 224362 w 263874"/>
              <a:gd name="connsiteY96" fmla="*/ 66951 h 71186"/>
              <a:gd name="connsiteX97" fmla="*/ 224362 w 263874"/>
              <a:gd name="connsiteY97" fmla="*/ 66951 h 71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263874" h="71186">
                <a:moveTo>
                  <a:pt x="14094" y="69965"/>
                </a:moveTo>
                <a:lnTo>
                  <a:pt x="14094" y="39340"/>
                </a:lnTo>
                <a:lnTo>
                  <a:pt x="41793" y="39340"/>
                </a:lnTo>
                <a:lnTo>
                  <a:pt x="41793" y="69965"/>
                </a:lnTo>
                <a:lnTo>
                  <a:pt x="55887" y="69965"/>
                </a:lnTo>
                <a:lnTo>
                  <a:pt x="55887" y="0"/>
                </a:lnTo>
                <a:lnTo>
                  <a:pt x="41793" y="0"/>
                </a:lnTo>
                <a:lnTo>
                  <a:pt x="41793" y="27530"/>
                </a:lnTo>
                <a:lnTo>
                  <a:pt x="14094" y="27530"/>
                </a:lnTo>
                <a:lnTo>
                  <a:pt x="14094" y="0"/>
                </a:lnTo>
                <a:lnTo>
                  <a:pt x="0" y="0"/>
                </a:lnTo>
                <a:lnTo>
                  <a:pt x="0" y="69965"/>
                </a:lnTo>
                <a:lnTo>
                  <a:pt x="14094" y="69965"/>
                </a:lnTo>
                <a:close/>
                <a:moveTo>
                  <a:pt x="68922" y="58725"/>
                </a:moveTo>
                <a:cubicBezTo>
                  <a:pt x="71121" y="62797"/>
                  <a:pt x="74299" y="65892"/>
                  <a:pt x="78535" y="67929"/>
                </a:cubicBezTo>
                <a:cubicBezTo>
                  <a:pt x="82771" y="70046"/>
                  <a:pt x="87170" y="71105"/>
                  <a:pt x="91814" y="71105"/>
                </a:cubicBezTo>
                <a:cubicBezTo>
                  <a:pt x="99309" y="71105"/>
                  <a:pt x="105582" y="68580"/>
                  <a:pt x="110470" y="63531"/>
                </a:cubicBezTo>
                <a:cubicBezTo>
                  <a:pt x="115440" y="58480"/>
                  <a:pt x="117884" y="52128"/>
                  <a:pt x="117884" y="44471"/>
                </a:cubicBezTo>
                <a:cubicBezTo>
                  <a:pt x="117884" y="36815"/>
                  <a:pt x="115440" y="30543"/>
                  <a:pt x="110552" y="25575"/>
                </a:cubicBezTo>
                <a:cubicBezTo>
                  <a:pt x="105664" y="20607"/>
                  <a:pt x="99391" y="18082"/>
                  <a:pt x="91733" y="18082"/>
                </a:cubicBezTo>
                <a:cubicBezTo>
                  <a:pt x="86763" y="18082"/>
                  <a:pt x="82282" y="19141"/>
                  <a:pt x="78209" y="21340"/>
                </a:cubicBezTo>
                <a:cubicBezTo>
                  <a:pt x="74217" y="23539"/>
                  <a:pt x="71040" y="26715"/>
                  <a:pt x="68840" y="30869"/>
                </a:cubicBezTo>
                <a:cubicBezTo>
                  <a:pt x="66641" y="35023"/>
                  <a:pt x="65581" y="39340"/>
                  <a:pt x="65581" y="43820"/>
                </a:cubicBezTo>
                <a:cubicBezTo>
                  <a:pt x="65581" y="49603"/>
                  <a:pt x="66641" y="54571"/>
                  <a:pt x="68840" y="58643"/>
                </a:cubicBezTo>
                <a:lnTo>
                  <a:pt x="68840" y="58643"/>
                </a:lnTo>
                <a:close/>
                <a:moveTo>
                  <a:pt x="83015" y="33068"/>
                </a:moveTo>
                <a:cubicBezTo>
                  <a:pt x="85378" y="30381"/>
                  <a:pt x="88311" y="29077"/>
                  <a:pt x="91814" y="29077"/>
                </a:cubicBezTo>
                <a:cubicBezTo>
                  <a:pt x="95317" y="29077"/>
                  <a:pt x="98250" y="30381"/>
                  <a:pt x="100613" y="33068"/>
                </a:cubicBezTo>
                <a:cubicBezTo>
                  <a:pt x="102975" y="35756"/>
                  <a:pt x="104197" y="39585"/>
                  <a:pt x="104197" y="44553"/>
                </a:cubicBezTo>
                <a:cubicBezTo>
                  <a:pt x="104197" y="49521"/>
                  <a:pt x="102975" y="53512"/>
                  <a:pt x="100613" y="56200"/>
                </a:cubicBezTo>
                <a:cubicBezTo>
                  <a:pt x="98250" y="58888"/>
                  <a:pt x="95317" y="60191"/>
                  <a:pt x="91814" y="60191"/>
                </a:cubicBezTo>
                <a:cubicBezTo>
                  <a:pt x="88311" y="60191"/>
                  <a:pt x="85378" y="58888"/>
                  <a:pt x="83015" y="56200"/>
                </a:cubicBezTo>
                <a:cubicBezTo>
                  <a:pt x="80653" y="53512"/>
                  <a:pt x="79431" y="49684"/>
                  <a:pt x="79431" y="44634"/>
                </a:cubicBezTo>
                <a:cubicBezTo>
                  <a:pt x="79431" y="39585"/>
                  <a:pt x="80653" y="35756"/>
                  <a:pt x="83015" y="33068"/>
                </a:cubicBezTo>
                <a:lnTo>
                  <a:pt x="83015" y="33068"/>
                </a:lnTo>
                <a:close/>
                <a:moveTo>
                  <a:pt x="172630" y="69965"/>
                </a:moveTo>
                <a:lnTo>
                  <a:pt x="172630" y="19303"/>
                </a:lnTo>
                <a:lnTo>
                  <a:pt x="159188" y="19303"/>
                </a:lnTo>
                <a:lnTo>
                  <a:pt x="159188" y="40643"/>
                </a:lnTo>
                <a:cubicBezTo>
                  <a:pt x="159188" y="47892"/>
                  <a:pt x="158862" y="52453"/>
                  <a:pt x="158210" y="54327"/>
                </a:cubicBezTo>
                <a:cubicBezTo>
                  <a:pt x="157559" y="56200"/>
                  <a:pt x="156336" y="57748"/>
                  <a:pt x="154463" y="58969"/>
                </a:cubicBezTo>
                <a:cubicBezTo>
                  <a:pt x="152671" y="60191"/>
                  <a:pt x="150634" y="60843"/>
                  <a:pt x="148271" y="60843"/>
                </a:cubicBezTo>
                <a:cubicBezTo>
                  <a:pt x="146235" y="60843"/>
                  <a:pt x="144605" y="60354"/>
                  <a:pt x="143302" y="59458"/>
                </a:cubicBezTo>
                <a:cubicBezTo>
                  <a:pt x="141998" y="58480"/>
                  <a:pt x="141102" y="57259"/>
                  <a:pt x="140613" y="55630"/>
                </a:cubicBezTo>
                <a:cubicBezTo>
                  <a:pt x="140124" y="54001"/>
                  <a:pt x="139880" y="49684"/>
                  <a:pt x="139880" y="42517"/>
                </a:cubicBezTo>
                <a:lnTo>
                  <a:pt x="139880" y="19222"/>
                </a:lnTo>
                <a:lnTo>
                  <a:pt x="126438" y="19222"/>
                </a:lnTo>
                <a:lnTo>
                  <a:pt x="126438" y="51313"/>
                </a:lnTo>
                <a:cubicBezTo>
                  <a:pt x="126438" y="56118"/>
                  <a:pt x="127008" y="59784"/>
                  <a:pt x="128230" y="62553"/>
                </a:cubicBezTo>
                <a:cubicBezTo>
                  <a:pt x="129452" y="65241"/>
                  <a:pt x="131407" y="67358"/>
                  <a:pt x="134096" y="68824"/>
                </a:cubicBezTo>
                <a:cubicBezTo>
                  <a:pt x="136784" y="70290"/>
                  <a:pt x="139880" y="71105"/>
                  <a:pt x="143302" y="71105"/>
                </a:cubicBezTo>
                <a:cubicBezTo>
                  <a:pt x="146723" y="71105"/>
                  <a:pt x="149819" y="70290"/>
                  <a:pt x="152833" y="68743"/>
                </a:cubicBezTo>
                <a:cubicBezTo>
                  <a:pt x="155848" y="67195"/>
                  <a:pt x="158292" y="65078"/>
                  <a:pt x="160084" y="62309"/>
                </a:cubicBezTo>
                <a:lnTo>
                  <a:pt x="160084" y="69883"/>
                </a:lnTo>
                <a:lnTo>
                  <a:pt x="172549" y="69883"/>
                </a:lnTo>
                <a:close/>
                <a:moveTo>
                  <a:pt x="197722" y="54327"/>
                </a:moveTo>
                <a:cubicBezTo>
                  <a:pt x="197722" y="45693"/>
                  <a:pt x="198130" y="40073"/>
                  <a:pt x="198863" y="37304"/>
                </a:cubicBezTo>
                <a:cubicBezTo>
                  <a:pt x="199596" y="34616"/>
                  <a:pt x="200655" y="32743"/>
                  <a:pt x="201959" y="31684"/>
                </a:cubicBezTo>
                <a:cubicBezTo>
                  <a:pt x="203262" y="30625"/>
                  <a:pt x="204891" y="30136"/>
                  <a:pt x="206765" y="30136"/>
                </a:cubicBezTo>
                <a:cubicBezTo>
                  <a:pt x="208639" y="30136"/>
                  <a:pt x="210838" y="30869"/>
                  <a:pt x="213038" y="32335"/>
                </a:cubicBezTo>
                <a:lnTo>
                  <a:pt x="217193" y="20607"/>
                </a:lnTo>
                <a:cubicBezTo>
                  <a:pt x="214342" y="18896"/>
                  <a:pt x="211409" y="18082"/>
                  <a:pt x="208395" y="18082"/>
                </a:cubicBezTo>
                <a:cubicBezTo>
                  <a:pt x="206195" y="18082"/>
                  <a:pt x="204321" y="18652"/>
                  <a:pt x="202610" y="19711"/>
                </a:cubicBezTo>
                <a:cubicBezTo>
                  <a:pt x="200899" y="20770"/>
                  <a:pt x="199026" y="23050"/>
                  <a:pt x="196826" y="26471"/>
                </a:cubicBezTo>
                <a:lnTo>
                  <a:pt x="196826" y="19303"/>
                </a:lnTo>
                <a:lnTo>
                  <a:pt x="184361" y="19303"/>
                </a:lnTo>
                <a:lnTo>
                  <a:pt x="184361" y="69965"/>
                </a:lnTo>
                <a:lnTo>
                  <a:pt x="197804" y="69965"/>
                </a:lnTo>
                <a:lnTo>
                  <a:pt x="197804" y="54327"/>
                </a:lnTo>
                <a:lnTo>
                  <a:pt x="197804" y="54327"/>
                </a:lnTo>
                <a:close/>
                <a:moveTo>
                  <a:pt x="224444" y="66951"/>
                </a:moveTo>
                <a:cubicBezTo>
                  <a:pt x="228436" y="69720"/>
                  <a:pt x="233976" y="71186"/>
                  <a:pt x="240819" y="71186"/>
                </a:cubicBezTo>
                <a:cubicBezTo>
                  <a:pt x="248395" y="71186"/>
                  <a:pt x="254179" y="69476"/>
                  <a:pt x="258090" y="66136"/>
                </a:cubicBezTo>
                <a:cubicBezTo>
                  <a:pt x="262000" y="62797"/>
                  <a:pt x="263874" y="58806"/>
                  <a:pt x="263874" y="54164"/>
                </a:cubicBezTo>
                <a:cubicBezTo>
                  <a:pt x="263874" y="49928"/>
                  <a:pt x="262489" y="46589"/>
                  <a:pt x="259638" y="44227"/>
                </a:cubicBezTo>
                <a:cubicBezTo>
                  <a:pt x="256786" y="41865"/>
                  <a:pt x="251817" y="39910"/>
                  <a:pt x="244648" y="38281"/>
                </a:cubicBezTo>
                <a:cubicBezTo>
                  <a:pt x="237479" y="36652"/>
                  <a:pt x="233324" y="35431"/>
                  <a:pt x="232102" y="34534"/>
                </a:cubicBezTo>
                <a:cubicBezTo>
                  <a:pt x="231205" y="33883"/>
                  <a:pt x="230798" y="33068"/>
                  <a:pt x="230798" y="32091"/>
                </a:cubicBezTo>
                <a:cubicBezTo>
                  <a:pt x="230798" y="30951"/>
                  <a:pt x="231287" y="30055"/>
                  <a:pt x="232346" y="29403"/>
                </a:cubicBezTo>
                <a:cubicBezTo>
                  <a:pt x="233894" y="28426"/>
                  <a:pt x="236419" y="27937"/>
                  <a:pt x="239923" y="27937"/>
                </a:cubicBezTo>
                <a:cubicBezTo>
                  <a:pt x="242692" y="27937"/>
                  <a:pt x="244892" y="28426"/>
                  <a:pt x="246359" y="29484"/>
                </a:cubicBezTo>
                <a:cubicBezTo>
                  <a:pt x="247906" y="30543"/>
                  <a:pt x="248884" y="32009"/>
                  <a:pt x="249454" y="34046"/>
                </a:cubicBezTo>
                <a:lnTo>
                  <a:pt x="262082" y="31684"/>
                </a:lnTo>
                <a:cubicBezTo>
                  <a:pt x="260778" y="27286"/>
                  <a:pt x="258497" y="23946"/>
                  <a:pt x="255076" y="21666"/>
                </a:cubicBezTo>
                <a:cubicBezTo>
                  <a:pt x="251735" y="19385"/>
                  <a:pt x="246521" y="18244"/>
                  <a:pt x="239597" y="18244"/>
                </a:cubicBezTo>
                <a:cubicBezTo>
                  <a:pt x="232346" y="18244"/>
                  <a:pt x="226969" y="19711"/>
                  <a:pt x="223466" y="22725"/>
                </a:cubicBezTo>
                <a:cubicBezTo>
                  <a:pt x="219963" y="25738"/>
                  <a:pt x="218252" y="29403"/>
                  <a:pt x="218252" y="33802"/>
                </a:cubicBezTo>
                <a:cubicBezTo>
                  <a:pt x="218252" y="38688"/>
                  <a:pt x="220289" y="42435"/>
                  <a:pt x="224281" y="45205"/>
                </a:cubicBezTo>
                <a:cubicBezTo>
                  <a:pt x="227214" y="47159"/>
                  <a:pt x="234057" y="49358"/>
                  <a:pt x="244892" y="51720"/>
                </a:cubicBezTo>
                <a:cubicBezTo>
                  <a:pt x="247255" y="52291"/>
                  <a:pt x="248721" y="52860"/>
                  <a:pt x="249373" y="53512"/>
                </a:cubicBezTo>
                <a:cubicBezTo>
                  <a:pt x="250024" y="54164"/>
                  <a:pt x="250350" y="55060"/>
                  <a:pt x="250350" y="56037"/>
                </a:cubicBezTo>
                <a:cubicBezTo>
                  <a:pt x="250350" y="57503"/>
                  <a:pt x="249780" y="58725"/>
                  <a:pt x="248558" y="59621"/>
                </a:cubicBezTo>
                <a:cubicBezTo>
                  <a:pt x="246847" y="60924"/>
                  <a:pt x="244159" y="61494"/>
                  <a:pt x="240737" y="61494"/>
                </a:cubicBezTo>
                <a:cubicBezTo>
                  <a:pt x="237560" y="61494"/>
                  <a:pt x="235116" y="60843"/>
                  <a:pt x="233405" y="59458"/>
                </a:cubicBezTo>
                <a:cubicBezTo>
                  <a:pt x="231694" y="58073"/>
                  <a:pt x="230472" y="56118"/>
                  <a:pt x="229902" y="53512"/>
                </a:cubicBezTo>
                <a:lnTo>
                  <a:pt x="216460" y="55548"/>
                </a:lnTo>
                <a:cubicBezTo>
                  <a:pt x="217682" y="60354"/>
                  <a:pt x="220370" y="64182"/>
                  <a:pt x="224362" y="66951"/>
                </a:cubicBezTo>
                <a:lnTo>
                  <a:pt x="224362" y="66951"/>
                </a:lnTo>
                <a:close/>
              </a:path>
            </a:pathLst>
          </a:custGeom>
          <a:solidFill>
            <a:srgbClr val="000000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89" name="그래픽 87">
            <a:extLst>
              <a:ext uri="{FF2B5EF4-FFF2-40B4-BE49-F238E27FC236}">
                <a16:creationId xmlns:a16="http://schemas.microsoft.com/office/drawing/2014/main" id="{47B175EA-1431-EEC7-AEE0-32BC50209228}"/>
              </a:ext>
            </a:extLst>
          </p:cNvPr>
          <p:cNvGrpSpPr/>
          <p:nvPr/>
        </p:nvGrpSpPr>
        <p:grpSpPr>
          <a:xfrm>
            <a:off x="6297658" y="450295"/>
            <a:ext cx="3220166" cy="2423042"/>
            <a:chOff x="6297658" y="450295"/>
            <a:chExt cx="3220166" cy="2423042"/>
          </a:xfrm>
        </p:grpSpPr>
        <p:sp>
          <p:nvSpPr>
            <p:cNvPr id="90" name="자유형 89">
              <a:extLst>
                <a:ext uri="{FF2B5EF4-FFF2-40B4-BE49-F238E27FC236}">
                  <a16:creationId xmlns:a16="http://schemas.microsoft.com/office/drawing/2014/main" id="{118D94D4-EFF0-325F-C665-DEFDD776382F}"/>
                </a:ext>
              </a:extLst>
            </p:cNvPr>
            <p:cNvSpPr/>
            <p:nvPr/>
          </p:nvSpPr>
          <p:spPr>
            <a:xfrm>
              <a:off x="6662383" y="2063886"/>
              <a:ext cx="1977605" cy="9200"/>
            </a:xfrm>
            <a:custGeom>
              <a:avLst/>
              <a:gdLst>
                <a:gd name="connsiteX0" fmla="*/ -145 w 1977605"/>
                <a:gd name="connsiteY0" fmla="*/ -313 h 9200"/>
                <a:gd name="connsiteX1" fmla="*/ 1977460 w 1977605"/>
                <a:gd name="connsiteY1" fmla="*/ -313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7605" h="9200">
                  <a:moveTo>
                    <a:pt x="-145" y="-313"/>
                  </a:moveTo>
                  <a:lnTo>
                    <a:pt x="1977460" y="-313"/>
                  </a:lnTo>
                </a:path>
              </a:pathLst>
            </a:custGeom>
            <a:noFill/>
            <a:ln w="13152" cap="rnd">
              <a:solidFill>
                <a:srgbClr val="000000"/>
              </a:solidFill>
              <a:custDash>
                <a:ds d="750" sp="216000"/>
              </a:custDash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1" name="그래픽 87">
              <a:extLst>
                <a:ext uri="{FF2B5EF4-FFF2-40B4-BE49-F238E27FC236}">
                  <a16:creationId xmlns:a16="http://schemas.microsoft.com/office/drawing/2014/main" id="{EE8389B8-1F07-7EE9-575F-183428602EAB}"/>
                </a:ext>
              </a:extLst>
            </p:cNvPr>
            <p:cNvGrpSpPr/>
            <p:nvPr/>
          </p:nvGrpSpPr>
          <p:grpSpPr>
            <a:xfrm>
              <a:off x="6701935" y="1692597"/>
              <a:ext cx="357067" cy="371289"/>
              <a:chOff x="6701935" y="1692597"/>
              <a:chExt cx="357067" cy="371289"/>
            </a:xfrm>
          </p:grpSpPr>
          <p:sp>
            <p:nvSpPr>
              <p:cNvPr id="92" name="자유형 91">
                <a:extLst>
                  <a:ext uri="{FF2B5EF4-FFF2-40B4-BE49-F238E27FC236}">
                    <a16:creationId xmlns:a16="http://schemas.microsoft.com/office/drawing/2014/main" id="{14531226-D738-7658-66DC-587704EB2CED}"/>
                  </a:ext>
                </a:extLst>
              </p:cNvPr>
              <p:cNvSpPr/>
              <p:nvPr/>
            </p:nvSpPr>
            <p:spPr>
              <a:xfrm flipV="1">
                <a:off x="6701935" y="1692597"/>
                <a:ext cx="65920" cy="371288"/>
              </a:xfrm>
              <a:custGeom>
                <a:avLst/>
                <a:gdLst>
                  <a:gd name="connsiteX0" fmla="*/ 0 w 65920"/>
                  <a:gd name="connsiteY0" fmla="*/ 47 h 371288"/>
                  <a:gd name="connsiteX1" fmla="*/ 0 w 65920"/>
                  <a:gd name="connsiteY1" fmla="*/ 371336 h 371288"/>
                  <a:gd name="connsiteX2" fmla="*/ 65920 w 65920"/>
                  <a:gd name="connsiteY2" fmla="*/ 371336 h 371288"/>
                  <a:gd name="connsiteX3" fmla="*/ 65920 w 65920"/>
                  <a:gd name="connsiteY3" fmla="*/ 47 h 371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371288">
                    <a:moveTo>
                      <a:pt x="0" y="47"/>
                    </a:moveTo>
                    <a:lnTo>
                      <a:pt x="0" y="371336"/>
                    </a:lnTo>
                    <a:lnTo>
                      <a:pt x="65920" y="371336"/>
                    </a:lnTo>
                    <a:lnTo>
                      <a:pt x="65920" y="47"/>
                    </a:lnTo>
                  </a:path>
                </a:pathLst>
              </a:custGeom>
              <a:solidFill>
                <a:srgbClr val="000080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3" name="자유형 92">
                <a:extLst>
                  <a:ext uri="{FF2B5EF4-FFF2-40B4-BE49-F238E27FC236}">
                    <a16:creationId xmlns:a16="http://schemas.microsoft.com/office/drawing/2014/main" id="{BB394E57-3673-1CAF-F5EE-D80D043ED691}"/>
                  </a:ext>
                </a:extLst>
              </p:cNvPr>
              <p:cNvSpPr/>
              <p:nvPr/>
            </p:nvSpPr>
            <p:spPr>
              <a:xfrm>
                <a:off x="6701935" y="1692597"/>
                <a:ext cx="65920" cy="371288"/>
              </a:xfrm>
              <a:custGeom>
                <a:avLst/>
                <a:gdLst>
                  <a:gd name="connsiteX0" fmla="*/ 48 w 65920"/>
                  <a:gd name="connsiteY0" fmla="*/ 371343 h 371288"/>
                  <a:gd name="connsiteX1" fmla="*/ 48 w 65920"/>
                  <a:gd name="connsiteY1" fmla="*/ 54 h 371288"/>
                  <a:gd name="connsiteX2" fmla="*/ 65968 w 65920"/>
                  <a:gd name="connsiteY2" fmla="*/ 54 h 371288"/>
                  <a:gd name="connsiteX3" fmla="*/ 65968 w 65920"/>
                  <a:gd name="connsiteY3" fmla="*/ 371343 h 371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371288">
                    <a:moveTo>
                      <a:pt x="48" y="371343"/>
                    </a:moveTo>
                    <a:lnTo>
                      <a:pt x="48" y="54"/>
                    </a:lnTo>
                    <a:lnTo>
                      <a:pt x="65968" y="54"/>
                    </a:lnTo>
                    <a:lnTo>
                      <a:pt x="65968" y="371343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4" name="자유형 93">
                <a:extLst>
                  <a:ext uri="{FF2B5EF4-FFF2-40B4-BE49-F238E27FC236}">
                    <a16:creationId xmlns:a16="http://schemas.microsoft.com/office/drawing/2014/main" id="{ABBE0195-5AE1-989C-9134-30051E923D8A}"/>
                  </a:ext>
                </a:extLst>
              </p:cNvPr>
              <p:cNvSpPr/>
              <p:nvPr/>
            </p:nvSpPr>
            <p:spPr>
              <a:xfrm flipV="1">
                <a:off x="6986490" y="2062233"/>
                <a:ext cx="72512" cy="9200"/>
              </a:xfrm>
              <a:custGeom>
                <a:avLst/>
                <a:gdLst>
                  <a:gd name="connsiteX0" fmla="*/ 0 w 72512"/>
                  <a:gd name="connsiteY0" fmla="*/ 87 h 9200"/>
                  <a:gd name="connsiteX1" fmla="*/ 72512 w 72512"/>
                  <a:gd name="connsiteY1" fmla="*/ 87 h 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512" h="9200">
                    <a:moveTo>
                      <a:pt x="0" y="87"/>
                    </a:moveTo>
                    <a:lnTo>
                      <a:pt x="72512" y="87"/>
                    </a:lnTo>
                  </a:path>
                </a:pathLst>
              </a:custGeom>
              <a:solidFill>
                <a:srgbClr val="000080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95" name="자유형 94">
              <a:extLst>
                <a:ext uri="{FF2B5EF4-FFF2-40B4-BE49-F238E27FC236}">
                  <a16:creationId xmlns:a16="http://schemas.microsoft.com/office/drawing/2014/main" id="{4606E075-B11E-7457-CB5A-D167B45D398B}"/>
                </a:ext>
              </a:extLst>
            </p:cNvPr>
            <p:cNvSpPr/>
            <p:nvPr/>
          </p:nvSpPr>
          <p:spPr>
            <a:xfrm>
              <a:off x="6986490" y="2062234"/>
              <a:ext cx="72512" cy="9200"/>
            </a:xfrm>
            <a:custGeom>
              <a:avLst/>
              <a:gdLst>
                <a:gd name="connsiteX0" fmla="*/ 48 w 72512"/>
                <a:gd name="connsiteY0" fmla="*/ 54 h 9200"/>
                <a:gd name="connsiteX1" fmla="*/ 72560 w 72512"/>
                <a:gd name="connsiteY1" fmla="*/ 54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12" h="9200">
                  <a:moveTo>
                    <a:pt x="48" y="54"/>
                  </a:moveTo>
                  <a:lnTo>
                    <a:pt x="72560" y="54"/>
                  </a:lnTo>
                </a:path>
              </a:pathLst>
            </a:custGeom>
            <a:noFill/>
            <a:ln w="65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6" name="자유형 95">
              <a:extLst>
                <a:ext uri="{FF2B5EF4-FFF2-40B4-BE49-F238E27FC236}">
                  <a16:creationId xmlns:a16="http://schemas.microsoft.com/office/drawing/2014/main" id="{2E3B8927-98D1-AAC3-62C7-88D156C6AC55}"/>
                </a:ext>
              </a:extLst>
            </p:cNvPr>
            <p:cNvSpPr/>
            <p:nvPr/>
          </p:nvSpPr>
          <p:spPr>
            <a:xfrm flipV="1">
              <a:off x="7274342" y="2062233"/>
              <a:ext cx="72512" cy="9200"/>
            </a:xfrm>
            <a:custGeom>
              <a:avLst/>
              <a:gdLst>
                <a:gd name="connsiteX0" fmla="*/ 0 w 72512"/>
                <a:gd name="connsiteY0" fmla="*/ 87 h 9200"/>
                <a:gd name="connsiteX1" fmla="*/ 72512 w 72512"/>
                <a:gd name="connsiteY1" fmla="*/ 87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12" h="9200">
                  <a:moveTo>
                    <a:pt x="0" y="87"/>
                  </a:moveTo>
                  <a:lnTo>
                    <a:pt x="72512" y="87"/>
                  </a:ln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7" name="자유형 96">
              <a:extLst>
                <a:ext uri="{FF2B5EF4-FFF2-40B4-BE49-F238E27FC236}">
                  <a16:creationId xmlns:a16="http://schemas.microsoft.com/office/drawing/2014/main" id="{27F8F0CC-7E10-6C56-8790-8276FBC2AA42}"/>
                </a:ext>
              </a:extLst>
            </p:cNvPr>
            <p:cNvSpPr/>
            <p:nvPr/>
          </p:nvSpPr>
          <p:spPr>
            <a:xfrm>
              <a:off x="7274342" y="2062234"/>
              <a:ext cx="72512" cy="9200"/>
            </a:xfrm>
            <a:custGeom>
              <a:avLst/>
              <a:gdLst>
                <a:gd name="connsiteX0" fmla="*/ 48 w 72512"/>
                <a:gd name="connsiteY0" fmla="*/ 54 h 9200"/>
                <a:gd name="connsiteX1" fmla="*/ 72560 w 72512"/>
                <a:gd name="connsiteY1" fmla="*/ 54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12" h="9200">
                  <a:moveTo>
                    <a:pt x="48" y="54"/>
                  </a:moveTo>
                  <a:lnTo>
                    <a:pt x="72560" y="54"/>
                  </a:lnTo>
                </a:path>
              </a:pathLst>
            </a:custGeom>
            <a:noFill/>
            <a:ln w="65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8" name="그래픽 87">
              <a:extLst>
                <a:ext uri="{FF2B5EF4-FFF2-40B4-BE49-F238E27FC236}">
                  <a16:creationId xmlns:a16="http://schemas.microsoft.com/office/drawing/2014/main" id="{689A93B2-9CA1-7C09-9926-A197AB5DFFB5}"/>
                </a:ext>
              </a:extLst>
            </p:cNvPr>
            <p:cNvGrpSpPr/>
            <p:nvPr/>
          </p:nvGrpSpPr>
          <p:grpSpPr>
            <a:xfrm>
              <a:off x="7564390" y="988580"/>
              <a:ext cx="929474" cy="1075306"/>
              <a:chOff x="7564390" y="988580"/>
              <a:chExt cx="929474" cy="1075306"/>
            </a:xfrm>
          </p:grpSpPr>
          <p:sp>
            <p:nvSpPr>
              <p:cNvPr id="99" name="자유형 98">
                <a:extLst>
                  <a:ext uri="{FF2B5EF4-FFF2-40B4-BE49-F238E27FC236}">
                    <a16:creationId xmlns:a16="http://schemas.microsoft.com/office/drawing/2014/main" id="{0E91D44A-A6B7-1D0C-D8B9-B1E42FEB61AD}"/>
                  </a:ext>
                </a:extLst>
              </p:cNvPr>
              <p:cNvSpPr/>
              <p:nvPr/>
            </p:nvSpPr>
            <p:spPr>
              <a:xfrm flipV="1">
                <a:off x="7564391" y="1692597"/>
                <a:ext cx="65919" cy="371288"/>
              </a:xfrm>
              <a:custGeom>
                <a:avLst/>
                <a:gdLst>
                  <a:gd name="connsiteX0" fmla="*/ 0 w 65919"/>
                  <a:gd name="connsiteY0" fmla="*/ 47 h 371288"/>
                  <a:gd name="connsiteX1" fmla="*/ 0 w 65919"/>
                  <a:gd name="connsiteY1" fmla="*/ 371336 h 371288"/>
                  <a:gd name="connsiteX2" fmla="*/ 65920 w 65919"/>
                  <a:gd name="connsiteY2" fmla="*/ 371336 h 371288"/>
                  <a:gd name="connsiteX3" fmla="*/ 65920 w 65919"/>
                  <a:gd name="connsiteY3" fmla="*/ 47 h 371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19" h="371288">
                    <a:moveTo>
                      <a:pt x="0" y="47"/>
                    </a:moveTo>
                    <a:lnTo>
                      <a:pt x="0" y="371336"/>
                    </a:lnTo>
                    <a:lnTo>
                      <a:pt x="65920" y="371336"/>
                    </a:lnTo>
                    <a:lnTo>
                      <a:pt x="65920" y="47"/>
                    </a:lnTo>
                  </a:path>
                </a:pathLst>
              </a:custGeom>
              <a:solidFill>
                <a:srgbClr val="000080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0" name="자유형 99">
                <a:extLst>
                  <a:ext uri="{FF2B5EF4-FFF2-40B4-BE49-F238E27FC236}">
                    <a16:creationId xmlns:a16="http://schemas.microsoft.com/office/drawing/2014/main" id="{23A0DBB2-86FD-817F-AD07-75A1ECACB264}"/>
                  </a:ext>
                </a:extLst>
              </p:cNvPr>
              <p:cNvSpPr/>
              <p:nvPr/>
            </p:nvSpPr>
            <p:spPr>
              <a:xfrm>
                <a:off x="7564390" y="1692597"/>
                <a:ext cx="65920" cy="371288"/>
              </a:xfrm>
              <a:custGeom>
                <a:avLst/>
                <a:gdLst>
                  <a:gd name="connsiteX0" fmla="*/ 48 w 65920"/>
                  <a:gd name="connsiteY0" fmla="*/ 371343 h 371288"/>
                  <a:gd name="connsiteX1" fmla="*/ 48 w 65920"/>
                  <a:gd name="connsiteY1" fmla="*/ 54 h 371288"/>
                  <a:gd name="connsiteX2" fmla="*/ 65968 w 65920"/>
                  <a:gd name="connsiteY2" fmla="*/ 54 h 371288"/>
                  <a:gd name="connsiteX3" fmla="*/ 65968 w 65920"/>
                  <a:gd name="connsiteY3" fmla="*/ 371343 h 371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371288">
                    <a:moveTo>
                      <a:pt x="48" y="371343"/>
                    </a:moveTo>
                    <a:lnTo>
                      <a:pt x="48" y="54"/>
                    </a:lnTo>
                    <a:lnTo>
                      <a:pt x="65968" y="54"/>
                    </a:lnTo>
                    <a:lnTo>
                      <a:pt x="65968" y="371343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1" name="자유형 100">
                <a:extLst>
                  <a:ext uri="{FF2B5EF4-FFF2-40B4-BE49-F238E27FC236}">
                    <a16:creationId xmlns:a16="http://schemas.microsoft.com/office/drawing/2014/main" id="{600B2E80-3527-FE0E-256D-0A5B86F014FE}"/>
                  </a:ext>
                </a:extLst>
              </p:cNvPr>
              <p:cNvSpPr/>
              <p:nvPr/>
            </p:nvSpPr>
            <p:spPr>
              <a:xfrm flipV="1">
                <a:off x="7852241" y="1813789"/>
                <a:ext cx="65920" cy="250096"/>
              </a:xfrm>
              <a:custGeom>
                <a:avLst/>
                <a:gdLst>
                  <a:gd name="connsiteX0" fmla="*/ 0 w 65920"/>
                  <a:gd name="connsiteY0" fmla="*/ 60 h 250096"/>
                  <a:gd name="connsiteX1" fmla="*/ 0 w 65920"/>
                  <a:gd name="connsiteY1" fmla="*/ 250157 h 250096"/>
                  <a:gd name="connsiteX2" fmla="*/ 65921 w 65920"/>
                  <a:gd name="connsiteY2" fmla="*/ 250157 h 250096"/>
                  <a:gd name="connsiteX3" fmla="*/ 65921 w 65920"/>
                  <a:gd name="connsiteY3" fmla="*/ 60 h 250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250096">
                    <a:moveTo>
                      <a:pt x="0" y="60"/>
                    </a:moveTo>
                    <a:lnTo>
                      <a:pt x="0" y="250157"/>
                    </a:lnTo>
                    <a:lnTo>
                      <a:pt x="65921" y="250157"/>
                    </a:lnTo>
                    <a:lnTo>
                      <a:pt x="65921" y="60"/>
                    </a:lnTo>
                  </a:path>
                </a:pathLst>
              </a:custGeom>
              <a:solidFill>
                <a:srgbClr val="000080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2" name="자유형 101">
                <a:extLst>
                  <a:ext uri="{FF2B5EF4-FFF2-40B4-BE49-F238E27FC236}">
                    <a16:creationId xmlns:a16="http://schemas.microsoft.com/office/drawing/2014/main" id="{3D411A56-0CC9-5A1D-8B7B-03799FB8D2FC}"/>
                  </a:ext>
                </a:extLst>
              </p:cNvPr>
              <p:cNvSpPr/>
              <p:nvPr/>
            </p:nvSpPr>
            <p:spPr>
              <a:xfrm>
                <a:off x="7852242" y="1813790"/>
                <a:ext cx="65920" cy="250096"/>
              </a:xfrm>
              <a:custGeom>
                <a:avLst/>
                <a:gdLst>
                  <a:gd name="connsiteX0" fmla="*/ 48 w 65920"/>
                  <a:gd name="connsiteY0" fmla="*/ 250151 h 250096"/>
                  <a:gd name="connsiteX1" fmla="*/ 48 w 65920"/>
                  <a:gd name="connsiteY1" fmla="*/ 54 h 250096"/>
                  <a:gd name="connsiteX2" fmla="*/ 65968 w 65920"/>
                  <a:gd name="connsiteY2" fmla="*/ 54 h 250096"/>
                  <a:gd name="connsiteX3" fmla="*/ 65968 w 65920"/>
                  <a:gd name="connsiteY3" fmla="*/ 250151 h 250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250096">
                    <a:moveTo>
                      <a:pt x="48" y="250151"/>
                    </a:moveTo>
                    <a:lnTo>
                      <a:pt x="48" y="54"/>
                    </a:lnTo>
                    <a:lnTo>
                      <a:pt x="65968" y="54"/>
                    </a:lnTo>
                    <a:lnTo>
                      <a:pt x="65968" y="250151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3" name="자유형 102">
                <a:extLst>
                  <a:ext uri="{FF2B5EF4-FFF2-40B4-BE49-F238E27FC236}">
                    <a16:creationId xmlns:a16="http://schemas.microsoft.com/office/drawing/2014/main" id="{93E98732-6DE1-05BC-860D-A453878E2ED1}"/>
                  </a:ext>
                </a:extLst>
              </p:cNvPr>
              <p:cNvSpPr/>
              <p:nvPr/>
            </p:nvSpPr>
            <p:spPr>
              <a:xfrm flipV="1">
                <a:off x="8140093" y="1472247"/>
                <a:ext cx="65920" cy="591638"/>
              </a:xfrm>
              <a:custGeom>
                <a:avLst/>
                <a:gdLst>
                  <a:gd name="connsiteX0" fmla="*/ 0 w 65920"/>
                  <a:gd name="connsiteY0" fmla="*/ 23 h 591638"/>
                  <a:gd name="connsiteX1" fmla="*/ 0 w 65920"/>
                  <a:gd name="connsiteY1" fmla="*/ 591662 h 591638"/>
                  <a:gd name="connsiteX2" fmla="*/ 65921 w 65920"/>
                  <a:gd name="connsiteY2" fmla="*/ 591662 h 591638"/>
                  <a:gd name="connsiteX3" fmla="*/ 65921 w 65920"/>
                  <a:gd name="connsiteY3" fmla="*/ 23 h 591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591638">
                    <a:moveTo>
                      <a:pt x="0" y="23"/>
                    </a:moveTo>
                    <a:lnTo>
                      <a:pt x="0" y="591662"/>
                    </a:lnTo>
                    <a:lnTo>
                      <a:pt x="65921" y="591662"/>
                    </a:lnTo>
                    <a:lnTo>
                      <a:pt x="65921" y="23"/>
                    </a:lnTo>
                  </a:path>
                </a:pathLst>
              </a:custGeom>
              <a:solidFill>
                <a:srgbClr val="000080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4" name="자유형 103">
                <a:extLst>
                  <a:ext uri="{FF2B5EF4-FFF2-40B4-BE49-F238E27FC236}">
                    <a16:creationId xmlns:a16="http://schemas.microsoft.com/office/drawing/2014/main" id="{1A6C187F-0C99-6D7E-1F27-A61F1379FD7C}"/>
                  </a:ext>
                </a:extLst>
              </p:cNvPr>
              <p:cNvSpPr/>
              <p:nvPr/>
            </p:nvSpPr>
            <p:spPr>
              <a:xfrm>
                <a:off x="8140093" y="1472248"/>
                <a:ext cx="65920" cy="591638"/>
              </a:xfrm>
              <a:custGeom>
                <a:avLst/>
                <a:gdLst>
                  <a:gd name="connsiteX0" fmla="*/ 48 w 65920"/>
                  <a:gd name="connsiteY0" fmla="*/ 591692 h 591638"/>
                  <a:gd name="connsiteX1" fmla="*/ 48 w 65920"/>
                  <a:gd name="connsiteY1" fmla="*/ 54 h 591638"/>
                  <a:gd name="connsiteX2" fmla="*/ 65968 w 65920"/>
                  <a:gd name="connsiteY2" fmla="*/ 54 h 591638"/>
                  <a:gd name="connsiteX3" fmla="*/ 65968 w 65920"/>
                  <a:gd name="connsiteY3" fmla="*/ 591692 h 591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591638">
                    <a:moveTo>
                      <a:pt x="48" y="591692"/>
                    </a:moveTo>
                    <a:lnTo>
                      <a:pt x="48" y="54"/>
                    </a:lnTo>
                    <a:lnTo>
                      <a:pt x="65968" y="54"/>
                    </a:lnTo>
                    <a:lnTo>
                      <a:pt x="65968" y="591692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5" name="자유형 104">
                <a:extLst>
                  <a:ext uri="{FF2B5EF4-FFF2-40B4-BE49-F238E27FC236}">
                    <a16:creationId xmlns:a16="http://schemas.microsoft.com/office/drawing/2014/main" id="{F9A9951B-F2B3-7B90-B511-0165F586DB97}"/>
                  </a:ext>
                </a:extLst>
              </p:cNvPr>
              <p:cNvSpPr/>
              <p:nvPr/>
            </p:nvSpPr>
            <p:spPr>
              <a:xfrm flipV="1">
                <a:off x="8427944" y="988580"/>
                <a:ext cx="65920" cy="1075305"/>
              </a:xfrm>
              <a:custGeom>
                <a:avLst/>
                <a:gdLst>
                  <a:gd name="connsiteX0" fmla="*/ 0 w 65920"/>
                  <a:gd name="connsiteY0" fmla="*/ -30 h 1075305"/>
                  <a:gd name="connsiteX1" fmla="*/ 0 w 65920"/>
                  <a:gd name="connsiteY1" fmla="*/ 1075276 h 1075305"/>
                  <a:gd name="connsiteX2" fmla="*/ 65921 w 65920"/>
                  <a:gd name="connsiteY2" fmla="*/ 1075276 h 1075305"/>
                  <a:gd name="connsiteX3" fmla="*/ 65921 w 65920"/>
                  <a:gd name="connsiteY3" fmla="*/ -30 h 1075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1075305">
                    <a:moveTo>
                      <a:pt x="0" y="-30"/>
                    </a:moveTo>
                    <a:lnTo>
                      <a:pt x="0" y="1075276"/>
                    </a:lnTo>
                    <a:lnTo>
                      <a:pt x="65921" y="1075276"/>
                    </a:lnTo>
                    <a:lnTo>
                      <a:pt x="65921" y="-30"/>
                    </a:lnTo>
                  </a:path>
                </a:pathLst>
              </a:custGeom>
              <a:solidFill>
                <a:srgbClr val="000080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6" name="자유형 105">
                <a:extLst>
                  <a:ext uri="{FF2B5EF4-FFF2-40B4-BE49-F238E27FC236}">
                    <a16:creationId xmlns:a16="http://schemas.microsoft.com/office/drawing/2014/main" id="{2A815B11-A372-C9D2-BC5A-76ED5991A728}"/>
                  </a:ext>
                </a:extLst>
              </p:cNvPr>
              <p:cNvSpPr/>
              <p:nvPr/>
            </p:nvSpPr>
            <p:spPr>
              <a:xfrm>
                <a:off x="8427945" y="988581"/>
                <a:ext cx="65920" cy="1075305"/>
              </a:xfrm>
              <a:custGeom>
                <a:avLst/>
                <a:gdLst>
                  <a:gd name="connsiteX0" fmla="*/ 48 w 65920"/>
                  <a:gd name="connsiteY0" fmla="*/ 1075360 h 1075305"/>
                  <a:gd name="connsiteX1" fmla="*/ 48 w 65920"/>
                  <a:gd name="connsiteY1" fmla="*/ 54 h 1075305"/>
                  <a:gd name="connsiteX2" fmla="*/ 65968 w 65920"/>
                  <a:gd name="connsiteY2" fmla="*/ 54 h 1075305"/>
                  <a:gd name="connsiteX3" fmla="*/ 65968 w 65920"/>
                  <a:gd name="connsiteY3" fmla="*/ 1075360 h 1075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1075305">
                    <a:moveTo>
                      <a:pt x="48" y="1075360"/>
                    </a:moveTo>
                    <a:lnTo>
                      <a:pt x="48" y="54"/>
                    </a:lnTo>
                    <a:lnTo>
                      <a:pt x="65968" y="54"/>
                    </a:lnTo>
                    <a:lnTo>
                      <a:pt x="65968" y="1075360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07" name="그래픽 87">
              <a:extLst>
                <a:ext uri="{FF2B5EF4-FFF2-40B4-BE49-F238E27FC236}">
                  <a16:creationId xmlns:a16="http://schemas.microsoft.com/office/drawing/2014/main" id="{C66A990F-8366-CF02-3138-7C49FE7135A5}"/>
                </a:ext>
              </a:extLst>
            </p:cNvPr>
            <p:cNvGrpSpPr/>
            <p:nvPr/>
          </p:nvGrpSpPr>
          <p:grpSpPr>
            <a:xfrm>
              <a:off x="6809604" y="1340038"/>
              <a:ext cx="644919" cy="723848"/>
              <a:chOff x="6809604" y="1340038"/>
              <a:chExt cx="644919" cy="723848"/>
            </a:xfrm>
          </p:grpSpPr>
          <p:sp>
            <p:nvSpPr>
              <p:cNvPr id="108" name="자유형 107">
                <a:extLst>
                  <a:ext uri="{FF2B5EF4-FFF2-40B4-BE49-F238E27FC236}">
                    <a16:creationId xmlns:a16="http://schemas.microsoft.com/office/drawing/2014/main" id="{61FA283C-A81D-C77A-BFFE-221AB1B9A838}"/>
                  </a:ext>
                </a:extLst>
              </p:cNvPr>
              <p:cNvSpPr/>
              <p:nvPr/>
            </p:nvSpPr>
            <p:spPr>
              <a:xfrm flipV="1">
                <a:off x="6809604" y="1340038"/>
                <a:ext cx="65920" cy="723847"/>
              </a:xfrm>
              <a:custGeom>
                <a:avLst/>
                <a:gdLst>
                  <a:gd name="connsiteX0" fmla="*/ 0 w 65920"/>
                  <a:gd name="connsiteY0" fmla="*/ 8 h 723847"/>
                  <a:gd name="connsiteX1" fmla="*/ 0 w 65920"/>
                  <a:gd name="connsiteY1" fmla="*/ 723856 h 723847"/>
                  <a:gd name="connsiteX2" fmla="*/ 65920 w 65920"/>
                  <a:gd name="connsiteY2" fmla="*/ 723856 h 723847"/>
                  <a:gd name="connsiteX3" fmla="*/ 65920 w 65920"/>
                  <a:gd name="connsiteY3" fmla="*/ 8 h 72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723847">
                    <a:moveTo>
                      <a:pt x="0" y="8"/>
                    </a:moveTo>
                    <a:lnTo>
                      <a:pt x="0" y="723856"/>
                    </a:lnTo>
                    <a:lnTo>
                      <a:pt x="65920" y="723856"/>
                    </a:lnTo>
                    <a:lnTo>
                      <a:pt x="65920" y="8"/>
                    </a:lnTo>
                  </a:path>
                </a:pathLst>
              </a:custGeom>
              <a:solidFill>
                <a:srgbClr val="800002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9" name="자유형 108">
                <a:extLst>
                  <a:ext uri="{FF2B5EF4-FFF2-40B4-BE49-F238E27FC236}">
                    <a16:creationId xmlns:a16="http://schemas.microsoft.com/office/drawing/2014/main" id="{851E08EA-3CF4-C4F0-2047-19B0A25BC2C6}"/>
                  </a:ext>
                </a:extLst>
              </p:cNvPr>
              <p:cNvSpPr/>
              <p:nvPr/>
            </p:nvSpPr>
            <p:spPr>
              <a:xfrm>
                <a:off x="6809604" y="1340038"/>
                <a:ext cx="65920" cy="723847"/>
              </a:xfrm>
              <a:custGeom>
                <a:avLst/>
                <a:gdLst>
                  <a:gd name="connsiteX0" fmla="*/ 60 w 65920"/>
                  <a:gd name="connsiteY0" fmla="*/ 723945 h 723847"/>
                  <a:gd name="connsiteX1" fmla="*/ 60 w 65920"/>
                  <a:gd name="connsiteY1" fmla="*/ 97 h 723847"/>
                  <a:gd name="connsiteX2" fmla="*/ 65980 w 65920"/>
                  <a:gd name="connsiteY2" fmla="*/ 97 h 723847"/>
                  <a:gd name="connsiteX3" fmla="*/ 65980 w 65920"/>
                  <a:gd name="connsiteY3" fmla="*/ 723945 h 72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723847">
                    <a:moveTo>
                      <a:pt x="60" y="723945"/>
                    </a:moveTo>
                    <a:lnTo>
                      <a:pt x="60" y="97"/>
                    </a:lnTo>
                    <a:lnTo>
                      <a:pt x="65980" y="97"/>
                    </a:lnTo>
                    <a:lnTo>
                      <a:pt x="65980" y="723945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0" name="자유형 109">
                <a:extLst>
                  <a:ext uri="{FF2B5EF4-FFF2-40B4-BE49-F238E27FC236}">
                    <a16:creationId xmlns:a16="http://schemas.microsoft.com/office/drawing/2014/main" id="{5F24703C-B8E6-E80D-0F0D-232D4D4DC8E8}"/>
                  </a:ext>
                </a:extLst>
              </p:cNvPr>
              <p:cNvSpPr/>
              <p:nvPr/>
            </p:nvSpPr>
            <p:spPr>
              <a:xfrm flipV="1">
                <a:off x="7097456" y="2051767"/>
                <a:ext cx="65920" cy="12119"/>
              </a:xfrm>
              <a:custGeom>
                <a:avLst/>
                <a:gdLst>
                  <a:gd name="connsiteX0" fmla="*/ 0 w 65920"/>
                  <a:gd name="connsiteY0" fmla="*/ 86 h 12119"/>
                  <a:gd name="connsiteX1" fmla="*/ 0 w 65920"/>
                  <a:gd name="connsiteY1" fmla="*/ 12205 h 12119"/>
                  <a:gd name="connsiteX2" fmla="*/ 65920 w 65920"/>
                  <a:gd name="connsiteY2" fmla="*/ 12205 h 12119"/>
                  <a:gd name="connsiteX3" fmla="*/ 65920 w 65920"/>
                  <a:gd name="connsiteY3" fmla="*/ 86 h 12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12119">
                    <a:moveTo>
                      <a:pt x="0" y="86"/>
                    </a:moveTo>
                    <a:lnTo>
                      <a:pt x="0" y="12205"/>
                    </a:lnTo>
                    <a:lnTo>
                      <a:pt x="65920" y="12205"/>
                    </a:lnTo>
                    <a:lnTo>
                      <a:pt x="65920" y="86"/>
                    </a:lnTo>
                  </a:path>
                </a:pathLst>
              </a:custGeom>
              <a:solidFill>
                <a:srgbClr val="800002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1" name="자유형 110">
                <a:extLst>
                  <a:ext uri="{FF2B5EF4-FFF2-40B4-BE49-F238E27FC236}">
                    <a16:creationId xmlns:a16="http://schemas.microsoft.com/office/drawing/2014/main" id="{51B46B2D-7627-4DAC-4F53-CAE6E364F2F5}"/>
                  </a:ext>
                </a:extLst>
              </p:cNvPr>
              <p:cNvSpPr/>
              <p:nvPr/>
            </p:nvSpPr>
            <p:spPr>
              <a:xfrm>
                <a:off x="7097456" y="2051766"/>
                <a:ext cx="65920" cy="12119"/>
              </a:xfrm>
              <a:custGeom>
                <a:avLst/>
                <a:gdLst>
                  <a:gd name="connsiteX0" fmla="*/ 60 w 65920"/>
                  <a:gd name="connsiteY0" fmla="*/ 12216 h 12119"/>
                  <a:gd name="connsiteX1" fmla="*/ 60 w 65920"/>
                  <a:gd name="connsiteY1" fmla="*/ 97 h 12119"/>
                  <a:gd name="connsiteX2" fmla="*/ 65980 w 65920"/>
                  <a:gd name="connsiteY2" fmla="*/ 97 h 12119"/>
                  <a:gd name="connsiteX3" fmla="*/ 65980 w 65920"/>
                  <a:gd name="connsiteY3" fmla="*/ 12216 h 12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12119">
                    <a:moveTo>
                      <a:pt x="60" y="12216"/>
                    </a:moveTo>
                    <a:lnTo>
                      <a:pt x="60" y="97"/>
                    </a:lnTo>
                    <a:lnTo>
                      <a:pt x="65980" y="97"/>
                    </a:lnTo>
                    <a:lnTo>
                      <a:pt x="65980" y="12216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2" name="자유형 111">
                <a:extLst>
                  <a:ext uri="{FF2B5EF4-FFF2-40B4-BE49-F238E27FC236}">
                    <a16:creationId xmlns:a16="http://schemas.microsoft.com/office/drawing/2014/main" id="{3027FB0A-7170-5D37-C026-48DC11D7ADCD}"/>
                  </a:ext>
                </a:extLst>
              </p:cNvPr>
              <p:cNvSpPr/>
              <p:nvPr/>
            </p:nvSpPr>
            <p:spPr>
              <a:xfrm flipV="1">
                <a:off x="7382012" y="2063335"/>
                <a:ext cx="72511" cy="9200"/>
              </a:xfrm>
              <a:custGeom>
                <a:avLst/>
                <a:gdLst>
                  <a:gd name="connsiteX0" fmla="*/ 0 w 72511"/>
                  <a:gd name="connsiteY0" fmla="*/ 87 h 9200"/>
                  <a:gd name="connsiteX1" fmla="*/ 72512 w 72511"/>
                  <a:gd name="connsiteY1" fmla="*/ 87 h 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511" h="9200">
                    <a:moveTo>
                      <a:pt x="0" y="87"/>
                    </a:moveTo>
                    <a:lnTo>
                      <a:pt x="72512" y="87"/>
                    </a:lnTo>
                  </a:path>
                </a:pathLst>
              </a:custGeom>
              <a:solidFill>
                <a:srgbClr val="800002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13" name="자유형 112">
              <a:extLst>
                <a:ext uri="{FF2B5EF4-FFF2-40B4-BE49-F238E27FC236}">
                  <a16:creationId xmlns:a16="http://schemas.microsoft.com/office/drawing/2014/main" id="{EF0EF56A-4687-8CF3-8B1F-391C425CA5E1}"/>
                </a:ext>
              </a:extLst>
            </p:cNvPr>
            <p:cNvSpPr/>
            <p:nvPr/>
          </p:nvSpPr>
          <p:spPr>
            <a:xfrm>
              <a:off x="7382011" y="2063335"/>
              <a:ext cx="72512" cy="9200"/>
            </a:xfrm>
            <a:custGeom>
              <a:avLst/>
              <a:gdLst>
                <a:gd name="connsiteX0" fmla="*/ 60 w 72512"/>
                <a:gd name="connsiteY0" fmla="*/ 97 h 9200"/>
                <a:gd name="connsiteX1" fmla="*/ 72572 w 72512"/>
                <a:gd name="connsiteY1" fmla="*/ 97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12" h="9200">
                  <a:moveTo>
                    <a:pt x="60" y="97"/>
                  </a:moveTo>
                  <a:lnTo>
                    <a:pt x="72572" y="97"/>
                  </a:lnTo>
                </a:path>
              </a:pathLst>
            </a:custGeom>
            <a:noFill/>
            <a:ln w="65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14" name="그래픽 87">
              <a:extLst>
                <a:ext uri="{FF2B5EF4-FFF2-40B4-BE49-F238E27FC236}">
                  <a16:creationId xmlns:a16="http://schemas.microsoft.com/office/drawing/2014/main" id="{D0BE2CE4-98BD-A8E6-9AFA-3323B3D284D0}"/>
                </a:ext>
              </a:extLst>
            </p:cNvPr>
            <p:cNvGrpSpPr/>
            <p:nvPr/>
          </p:nvGrpSpPr>
          <p:grpSpPr>
            <a:xfrm>
              <a:off x="7673159" y="1461230"/>
              <a:ext cx="928376" cy="602656"/>
              <a:chOff x="7673159" y="1461230"/>
              <a:chExt cx="928376" cy="602656"/>
            </a:xfrm>
          </p:grpSpPr>
          <p:sp>
            <p:nvSpPr>
              <p:cNvPr id="115" name="자유형 114">
                <a:extLst>
                  <a:ext uri="{FF2B5EF4-FFF2-40B4-BE49-F238E27FC236}">
                    <a16:creationId xmlns:a16="http://schemas.microsoft.com/office/drawing/2014/main" id="{80D0AB66-5EC8-B9B9-3D33-A0875A692725}"/>
                  </a:ext>
                </a:extLst>
              </p:cNvPr>
              <p:cNvSpPr/>
              <p:nvPr/>
            </p:nvSpPr>
            <p:spPr>
              <a:xfrm flipV="1">
                <a:off x="7673159" y="1808280"/>
                <a:ext cx="65919" cy="255605"/>
              </a:xfrm>
              <a:custGeom>
                <a:avLst/>
                <a:gdLst>
                  <a:gd name="connsiteX0" fmla="*/ 0 w 65919"/>
                  <a:gd name="connsiteY0" fmla="*/ 59 h 255605"/>
                  <a:gd name="connsiteX1" fmla="*/ 0 w 65919"/>
                  <a:gd name="connsiteY1" fmla="*/ 255665 h 255605"/>
                  <a:gd name="connsiteX2" fmla="*/ 65920 w 65919"/>
                  <a:gd name="connsiteY2" fmla="*/ 255665 h 255605"/>
                  <a:gd name="connsiteX3" fmla="*/ 65920 w 65919"/>
                  <a:gd name="connsiteY3" fmla="*/ 59 h 25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19" h="255605">
                    <a:moveTo>
                      <a:pt x="0" y="59"/>
                    </a:moveTo>
                    <a:lnTo>
                      <a:pt x="0" y="255665"/>
                    </a:lnTo>
                    <a:lnTo>
                      <a:pt x="65920" y="255665"/>
                    </a:lnTo>
                    <a:lnTo>
                      <a:pt x="65920" y="59"/>
                    </a:lnTo>
                  </a:path>
                </a:pathLst>
              </a:custGeom>
              <a:solidFill>
                <a:srgbClr val="800002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6" name="자유형 115">
                <a:extLst>
                  <a:ext uri="{FF2B5EF4-FFF2-40B4-BE49-F238E27FC236}">
                    <a16:creationId xmlns:a16="http://schemas.microsoft.com/office/drawing/2014/main" id="{C2338DDB-541A-903B-8722-1A6DEEE2F807}"/>
                  </a:ext>
                </a:extLst>
              </p:cNvPr>
              <p:cNvSpPr/>
              <p:nvPr/>
            </p:nvSpPr>
            <p:spPr>
              <a:xfrm>
                <a:off x="7673159" y="1808280"/>
                <a:ext cx="65920" cy="255605"/>
              </a:xfrm>
              <a:custGeom>
                <a:avLst/>
                <a:gdLst>
                  <a:gd name="connsiteX0" fmla="*/ 60 w 65920"/>
                  <a:gd name="connsiteY0" fmla="*/ 255703 h 255605"/>
                  <a:gd name="connsiteX1" fmla="*/ 60 w 65920"/>
                  <a:gd name="connsiteY1" fmla="*/ 97 h 255605"/>
                  <a:gd name="connsiteX2" fmla="*/ 65980 w 65920"/>
                  <a:gd name="connsiteY2" fmla="*/ 97 h 255605"/>
                  <a:gd name="connsiteX3" fmla="*/ 65980 w 65920"/>
                  <a:gd name="connsiteY3" fmla="*/ 255703 h 25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255605">
                    <a:moveTo>
                      <a:pt x="60" y="255703"/>
                    </a:moveTo>
                    <a:lnTo>
                      <a:pt x="60" y="97"/>
                    </a:lnTo>
                    <a:lnTo>
                      <a:pt x="65980" y="97"/>
                    </a:lnTo>
                    <a:lnTo>
                      <a:pt x="65980" y="255703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7" name="자유형 116">
                <a:extLst>
                  <a:ext uri="{FF2B5EF4-FFF2-40B4-BE49-F238E27FC236}">
                    <a16:creationId xmlns:a16="http://schemas.microsoft.com/office/drawing/2014/main" id="{9F09CEEE-CD4A-AB14-83B8-E825B8EE0088}"/>
                  </a:ext>
                </a:extLst>
              </p:cNvPr>
              <p:cNvSpPr/>
              <p:nvPr/>
            </p:nvSpPr>
            <p:spPr>
              <a:xfrm flipV="1">
                <a:off x="7959911" y="1990069"/>
                <a:ext cx="65920" cy="73816"/>
              </a:xfrm>
              <a:custGeom>
                <a:avLst/>
                <a:gdLst>
                  <a:gd name="connsiteX0" fmla="*/ 0 w 65920"/>
                  <a:gd name="connsiteY0" fmla="*/ 79 h 73816"/>
                  <a:gd name="connsiteX1" fmla="*/ 0 w 65920"/>
                  <a:gd name="connsiteY1" fmla="*/ 73896 h 73816"/>
                  <a:gd name="connsiteX2" fmla="*/ 65921 w 65920"/>
                  <a:gd name="connsiteY2" fmla="*/ 73896 h 73816"/>
                  <a:gd name="connsiteX3" fmla="*/ 65921 w 65920"/>
                  <a:gd name="connsiteY3" fmla="*/ 79 h 7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73816">
                    <a:moveTo>
                      <a:pt x="0" y="79"/>
                    </a:moveTo>
                    <a:lnTo>
                      <a:pt x="0" y="73896"/>
                    </a:lnTo>
                    <a:lnTo>
                      <a:pt x="65921" y="73896"/>
                    </a:lnTo>
                    <a:lnTo>
                      <a:pt x="65921" y="79"/>
                    </a:lnTo>
                  </a:path>
                </a:pathLst>
              </a:custGeom>
              <a:solidFill>
                <a:srgbClr val="800002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8" name="자유형 117">
                <a:extLst>
                  <a:ext uri="{FF2B5EF4-FFF2-40B4-BE49-F238E27FC236}">
                    <a16:creationId xmlns:a16="http://schemas.microsoft.com/office/drawing/2014/main" id="{9FE7E3F4-D42C-D61E-2E4C-993CD4C5F89A}"/>
                  </a:ext>
                </a:extLst>
              </p:cNvPr>
              <p:cNvSpPr/>
              <p:nvPr/>
            </p:nvSpPr>
            <p:spPr>
              <a:xfrm>
                <a:off x="7959911" y="1990068"/>
                <a:ext cx="65920" cy="73817"/>
              </a:xfrm>
              <a:custGeom>
                <a:avLst/>
                <a:gdLst>
                  <a:gd name="connsiteX0" fmla="*/ 60 w 65920"/>
                  <a:gd name="connsiteY0" fmla="*/ 73914 h 73817"/>
                  <a:gd name="connsiteX1" fmla="*/ 60 w 65920"/>
                  <a:gd name="connsiteY1" fmla="*/ 97 h 73817"/>
                  <a:gd name="connsiteX2" fmla="*/ 65980 w 65920"/>
                  <a:gd name="connsiteY2" fmla="*/ 97 h 73817"/>
                  <a:gd name="connsiteX3" fmla="*/ 65980 w 65920"/>
                  <a:gd name="connsiteY3" fmla="*/ 73914 h 7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73817">
                    <a:moveTo>
                      <a:pt x="60" y="73914"/>
                    </a:moveTo>
                    <a:lnTo>
                      <a:pt x="60" y="97"/>
                    </a:lnTo>
                    <a:lnTo>
                      <a:pt x="65980" y="97"/>
                    </a:lnTo>
                    <a:lnTo>
                      <a:pt x="65980" y="73914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9" name="자유형 118">
                <a:extLst>
                  <a:ext uri="{FF2B5EF4-FFF2-40B4-BE49-F238E27FC236}">
                    <a16:creationId xmlns:a16="http://schemas.microsoft.com/office/drawing/2014/main" id="{797ECECD-A525-7EE8-FA23-B985FC920008}"/>
                  </a:ext>
                </a:extLst>
              </p:cNvPr>
              <p:cNvSpPr/>
              <p:nvPr/>
            </p:nvSpPr>
            <p:spPr>
              <a:xfrm flipV="1">
                <a:off x="8535614" y="1461230"/>
                <a:ext cx="65920" cy="602655"/>
              </a:xfrm>
              <a:custGeom>
                <a:avLst/>
                <a:gdLst>
                  <a:gd name="connsiteX0" fmla="*/ 0 w 65920"/>
                  <a:gd name="connsiteY0" fmla="*/ 22 h 602655"/>
                  <a:gd name="connsiteX1" fmla="*/ 0 w 65920"/>
                  <a:gd name="connsiteY1" fmla="*/ 602677 h 602655"/>
                  <a:gd name="connsiteX2" fmla="*/ 65921 w 65920"/>
                  <a:gd name="connsiteY2" fmla="*/ 602677 h 602655"/>
                  <a:gd name="connsiteX3" fmla="*/ 65921 w 65920"/>
                  <a:gd name="connsiteY3" fmla="*/ 22 h 602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602655">
                    <a:moveTo>
                      <a:pt x="0" y="22"/>
                    </a:moveTo>
                    <a:lnTo>
                      <a:pt x="0" y="602677"/>
                    </a:lnTo>
                    <a:lnTo>
                      <a:pt x="65921" y="602677"/>
                    </a:lnTo>
                    <a:lnTo>
                      <a:pt x="65921" y="22"/>
                    </a:lnTo>
                  </a:path>
                </a:pathLst>
              </a:custGeom>
              <a:solidFill>
                <a:srgbClr val="800002"/>
              </a:solidFill>
              <a:ln w="91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0" name="자유형 119">
                <a:extLst>
                  <a:ext uri="{FF2B5EF4-FFF2-40B4-BE49-F238E27FC236}">
                    <a16:creationId xmlns:a16="http://schemas.microsoft.com/office/drawing/2014/main" id="{E68D2715-7F74-B11B-182F-74EB4F0B5FC1}"/>
                  </a:ext>
                </a:extLst>
              </p:cNvPr>
              <p:cNvSpPr/>
              <p:nvPr/>
            </p:nvSpPr>
            <p:spPr>
              <a:xfrm>
                <a:off x="8535614" y="1461230"/>
                <a:ext cx="65920" cy="602655"/>
              </a:xfrm>
              <a:custGeom>
                <a:avLst/>
                <a:gdLst>
                  <a:gd name="connsiteX0" fmla="*/ 60 w 65920"/>
                  <a:gd name="connsiteY0" fmla="*/ 602753 h 602655"/>
                  <a:gd name="connsiteX1" fmla="*/ 60 w 65920"/>
                  <a:gd name="connsiteY1" fmla="*/ 97 h 602655"/>
                  <a:gd name="connsiteX2" fmla="*/ 65980 w 65920"/>
                  <a:gd name="connsiteY2" fmla="*/ 97 h 602655"/>
                  <a:gd name="connsiteX3" fmla="*/ 65980 w 65920"/>
                  <a:gd name="connsiteY3" fmla="*/ 602753 h 602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920" h="602655">
                    <a:moveTo>
                      <a:pt x="60" y="602753"/>
                    </a:moveTo>
                    <a:lnTo>
                      <a:pt x="60" y="97"/>
                    </a:lnTo>
                    <a:lnTo>
                      <a:pt x="65980" y="97"/>
                    </a:lnTo>
                    <a:lnTo>
                      <a:pt x="65980" y="602753"/>
                    </a:lnTo>
                  </a:path>
                </a:pathLst>
              </a:custGeom>
              <a:noFill/>
              <a:ln w="657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21" name="자유형 120">
              <a:extLst>
                <a:ext uri="{FF2B5EF4-FFF2-40B4-BE49-F238E27FC236}">
                  <a16:creationId xmlns:a16="http://schemas.microsoft.com/office/drawing/2014/main" id="{23B973A6-4F11-47C4-092F-80281E28E8D8}"/>
                </a:ext>
              </a:extLst>
            </p:cNvPr>
            <p:cNvSpPr/>
            <p:nvPr/>
          </p:nvSpPr>
          <p:spPr>
            <a:xfrm>
              <a:off x="6662383" y="2063886"/>
              <a:ext cx="1977605" cy="9200"/>
            </a:xfrm>
            <a:custGeom>
              <a:avLst/>
              <a:gdLst>
                <a:gd name="connsiteX0" fmla="*/ -145 w 1977605"/>
                <a:gd name="connsiteY0" fmla="*/ -313 h 9200"/>
                <a:gd name="connsiteX1" fmla="*/ 1977460 w 1977605"/>
                <a:gd name="connsiteY1" fmla="*/ -313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7605" h="9200">
                  <a:moveTo>
                    <a:pt x="-145" y="-313"/>
                  </a:moveTo>
                  <a:lnTo>
                    <a:pt x="1977460" y="-313"/>
                  </a:lnTo>
                </a:path>
              </a:pathLst>
            </a:custGeom>
            <a:noFill/>
            <a:ln w="1315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2" name="자유형 121">
              <a:extLst>
                <a:ext uri="{FF2B5EF4-FFF2-40B4-BE49-F238E27FC236}">
                  <a16:creationId xmlns:a16="http://schemas.microsoft.com/office/drawing/2014/main" id="{6D0D7C28-8273-9114-B511-C38B5FB54EB1}"/>
                </a:ext>
              </a:extLst>
            </p:cNvPr>
            <p:cNvSpPr/>
            <p:nvPr/>
          </p:nvSpPr>
          <p:spPr>
            <a:xfrm>
              <a:off x="6786532" y="2063886"/>
              <a:ext cx="9175" cy="49578"/>
            </a:xfrm>
            <a:custGeom>
              <a:avLst/>
              <a:gdLst>
                <a:gd name="connsiteX0" fmla="*/ -145 w 9175"/>
                <a:gd name="connsiteY0" fmla="*/ -313 h 49578"/>
                <a:gd name="connsiteX1" fmla="*/ -145 w 9175"/>
                <a:gd name="connsiteY1" fmla="*/ 49266 h 4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75" h="49578">
                  <a:moveTo>
                    <a:pt x="-145" y="-313"/>
                  </a:moveTo>
                  <a:lnTo>
                    <a:pt x="-145" y="49266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3" name="자유형 122">
              <a:extLst>
                <a:ext uri="{FF2B5EF4-FFF2-40B4-BE49-F238E27FC236}">
                  <a16:creationId xmlns:a16="http://schemas.microsoft.com/office/drawing/2014/main" id="{D28AD264-99C4-9ABC-044E-13FDAFA99D95}"/>
                </a:ext>
              </a:extLst>
            </p:cNvPr>
            <p:cNvSpPr/>
            <p:nvPr/>
          </p:nvSpPr>
          <p:spPr>
            <a:xfrm>
              <a:off x="7074384" y="2063886"/>
              <a:ext cx="9175" cy="49578"/>
            </a:xfrm>
            <a:custGeom>
              <a:avLst/>
              <a:gdLst>
                <a:gd name="connsiteX0" fmla="*/ -145 w 9175"/>
                <a:gd name="connsiteY0" fmla="*/ -313 h 49578"/>
                <a:gd name="connsiteX1" fmla="*/ -145 w 9175"/>
                <a:gd name="connsiteY1" fmla="*/ 49266 h 4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75" h="49578">
                  <a:moveTo>
                    <a:pt x="-145" y="-313"/>
                  </a:moveTo>
                  <a:lnTo>
                    <a:pt x="-145" y="49266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4" name="자유형 123">
              <a:extLst>
                <a:ext uri="{FF2B5EF4-FFF2-40B4-BE49-F238E27FC236}">
                  <a16:creationId xmlns:a16="http://schemas.microsoft.com/office/drawing/2014/main" id="{B734938D-F0EE-97F5-A79B-2FEE477CA62B}"/>
                </a:ext>
              </a:extLst>
            </p:cNvPr>
            <p:cNvSpPr/>
            <p:nvPr/>
          </p:nvSpPr>
          <p:spPr>
            <a:xfrm>
              <a:off x="7362235" y="2063886"/>
              <a:ext cx="9175" cy="49578"/>
            </a:xfrm>
            <a:custGeom>
              <a:avLst/>
              <a:gdLst>
                <a:gd name="connsiteX0" fmla="*/ -145 w 9175"/>
                <a:gd name="connsiteY0" fmla="*/ -313 h 49578"/>
                <a:gd name="connsiteX1" fmla="*/ -145 w 9175"/>
                <a:gd name="connsiteY1" fmla="*/ 49266 h 4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75" h="49578">
                  <a:moveTo>
                    <a:pt x="-145" y="-313"/>
                  </a:moveTo>
                  <a:lnTo>
                    <a:pt x="-145" y="49266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5" name="자유형 124">
              <a:extLst>
                <a:ext uri="{FF2B5EF4-FFF2-40B4-BE49-F238E27FC236}">
                  <a16:creationId xmlns:a16="http://schemas.microsoft.com/office/drawing/2014/main" id="{62F9B17E-037F-8D87-8220-DB2BE7404E71}"/>
                </a:ext>
              </a:extLst>
            </p:cNvPr>
            <p:cNvSpPr/>
            <p:nvPr/>
          </p:nvSpPr>
          <p:spPr>
            <a:xfrm>
              <a:off x="7650086" y="2063886"/>
              <a:ext cx="9175" cy="49578"/>
            </a:xfrm>
            <a:custGeom>
              <a:avLst/>
              <a:gdLst>
                <a:gd name="connsiteX0" fmla="*/ -145 w 9175"/>
                <a:gd name="connsiteY0" fmla="*/ -313 h 49578"/>
                <a:gd name="connsiteX1" fmla="*/ -145 w 9175"/>
                <a:gd name="connsiteY1" fmla="*/ 49266 h 4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75" h="49578">
                  <a:moveTo>
                    <a:pt x="-145" y="-313"/>
                  </a:moveTo>
                  <a:lnTo>
                    <a:pt x="-145" y="49266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6" name="자유형 125">
              <a:extLst>
                <a:ext uri="{FF2B5EF4-FFF2-40B4-BE49-F238E27FC236}">
                  <a16:creationId xmlns:a16="http://schemas.microsoft.com/office/drawing/2014/main" id="{CE81632A-BF01-A90B-A5B8-B96CE816735E}"/>
                </a:ext>
              </a:extLst>
            </p:cNvPr>
            <p:cNvSpPr/>
            <p:nvPr/>
          </p:nvSpPr>
          <p:spPr>
            <a:xfrm>
              <a:off x="7937938" y="2063886"/>
              <a:ext cx="9175" cy="49578"/>
            </a:xfrm>
            <a:custGeom>
              <a:avLst/>
              <a:gdLst>
                <a:gd name="connsiteX0" fmla="*/ -145 w 9175"/>
                <a:gd name="connsiteY0" fmla="*/ -313 h 49578"/>
                <a:gd name="connsiteX1" fmla="*/ -145 w 9175"/>
                <a:gd name="connsiteY1" fmla="*/ 49266 h 4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75" h="49578">
                  <a:moveTo>
                    <a:pt x="-145" y="-313"/>
                  </a:moveTo>
                  <a:lnTo>
                    <a:pt x="-145" y="49266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7" name="자유형 126">
              <a:extLst>
                <a:ext uri="{FF2B5EF4-FFF2-40B4-BE49-F238E27FC236}">
                  <a16:creationId xmlns:a16="http://schemas.microsoft.com/office/drawing/2014/main" id="{A5C2E4BD-B8E6-13A2-B69C-171EDE071BCA}"/>
                </a:ext>
              </a:extLst>
            </p:cNvPr>
            <p:cNvSpPr/>
            <p:nvPr/>
          </p:nvSpPr>
          <p:spPr>
            <a:xfrm>
              <a:off x="8224691" y="2063886"/>
              <a:ext cx="9175" cy="49578"/>
            </a:xfrm>
            <a:custGeom>
              <a:avLst/>
              <a:gdLst>
                <a:gd name="connsiteX0" fmla="*/ -145 w 9175"/>
                <a:gd name="connsiteY0" fmla="*/ -313 h 49578"/>
                <a:gd name="connsiteX1" fmla="*/ -145 w 9175"/>
                <a:gd name="connsiteY1" fmla="*/ 49266 h 4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75" h="49578">
                  <a:moveTo>
                    <a:pt x="-145" y="-313"/>
                  </a:moveTo>
                  <a:lnTo>
                    <a:pt x="-145" y="49266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8" name="자유형 127">
              <a:extLst>
                <a:ext uri="{FF2B5EF4-FFF2-40B4-BE49-F238E27FC236}">
                  <a16:creationId xmlns:a16="http://schemas.microsoft.com/office/drawing/2014/main" id="{372D664D-1104-B580-920C-CCF895472962}"/>
                </a:ext>
              </a:extLst>
            </p:cNvPr>
            <p:cNvSpPr/>
            <p:nvPr/>
          </p:nvSpPr>
          <p:spPr>
            <a:xfrm>
              <a:off x="8512542" y="2063886"/>
              <a:ext cx="9175" cy="49578"/>
            </a:xfrm>
            <a:custGeom>
              <a:avLst/>
              <a:gdLst>
                <a:gd name="connsiteX0" fmla="*/ -145 w 9175"/>
                <a:gd name="connsiteY0" fmla="*/ -313 h 49578"/>
                <a:gd name="connsiteX1" fmla="*/ -145 w 9175"/>
                <a:gd name="connsiteY1" fmla="*/ 49266 h 4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75" h="49578">
                  <a:moveTo>
                    <a:pt x="-145" y="-313"/>
                  </a:moveTo>
                  <a:lnTo>
                    <a:pt x="-145" y="49266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2055275-3332-ACA3-D6A6-9CCF01DF0164}"/>
                </a:ext>
              </a:extLst>
            </p:cNvPr>
            <p:cNvSpPr txBox="1"/>
            <p:nvPr/>
          </p:nvSpPr>
          <p:spPr>
            <a:xfrm rot="-5400000">
              <a:off x="6661400" y="2208952"/>
              <a:ext cx="246969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96C110F-DAD6-74D5-B914-01D0B5FFFEF6}"/>
                </a:ext>
              </a:extLst>
            </p:cNvPr>
            <p:cNvSpPr txBox="1"/>
            <p:nvPr/>
          </p:nvSpPr>
          <p:spPr>
            <a:xfrm rot="-5400000">
              <a:off x="6624778" y="2110540"/>
              <a:ext cx="320213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SN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05D308E-9F42-66B0-BDCF-C674DEAE74AA}"/>
                </a:ext>
              </a:extLst>
            </p:cNvPr>
            <p:cNvSpPr txBox="1"/>
            <p:nvPr/>
          </p:nvSpPr>
          <p:spPr>
            <a:xfrm rot="-5400000">
              <a:off x="6866851" y="2277860"/>
              <a:ext cx="411769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MSN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8B9F954-6909-5C3E-C98C-73197319F6A8}"/>
                </a:ext>
              </a:extLst>
            </p:cNvPr>
            <p:cNvSpPr txBox="1"/>
            <p:nvPr/>
          </p:nvSpPr>
          <p:spPr>
            <a:xfrm rot="-5400000">
              <a:off x="6944674" y="2131473"/>
              <a:ext cx="256124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4BF95B9-C7B3-BFE5-C327-C6C4B66F988B}"/>
                </a:ext>
              </a:extLst>
            </p:cNvPr>
            <p:cNvSpPr txBox="1"/>
            <p:nvPr/>
          </p:nvSpPr>
          <p:spPr>
            <a:xfrm rot="-5400000">
              <a:off x="6953829" y="2067717"/>
              <a:ext cx="237813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8D3B4FC2-A8A4-3929-AA37-B840B3A4B5B9}"/>
                </a:ext>
              </a:extLst>
            </p:cNvPr>
            <p:cNvSpPr txBox="1"/>
            <p:nvPr/>
          </p:nvSpPr>
          <p:spPr>
            <a:xfrm rot="-5400000">
              <a:off x="7154703" y="2277860"/>
              <a:ext cx="411769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MSN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FA598A7-7555-C892-7623-800845FD99CB}"/>
                </a:ext>
              </a:extLst>
            </p:cNvPr>
            <p:cNvSpPr txBox="1"/>
            <p:nvPr/>
          </p:nvSpPr>
          <p:spPr>
            <a:xfrm rot="-5400000">
              <a:off x="7232525" y="2131473"/>
              <a:ext cx="256124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2045BDC-9196-88DF-16B7-0F3855790DD0}"/>
                </a:ext>
              </a:extLst>
            </p:cNvPr>
            <p:cNvSpPr txBox="1"/>
            <p:nvPr/>
          </p:nvSpPr>
          <p:spPr>
            <a:xfrm rot="-5400000">
              <a:off x="7241681" y="2067717"/>
              <a:ext cx="237813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5BF27D89-7B4B-F497-8C8A-69F515B1AF4F}"/>
                </a:ext>
              </a:extLst>
            </p:cNvPr>
            <p:cNvSpPr txBox="1"/>
            <p:nvPr/>
          </p:nvSpPr>
          <p:spPr>
            <a:xfrm rot="-5400000">
              <a:off x="7492910" y="2176817"/>
              <a:ext cx="311058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2FB6F90-B629-6AE9-8BE3-85F1407B7D16}"/>
                </a:ext>
              </a:extLst>
            </p:cNvPr>
            <p:cNvSpPr txBox="1"/>
            <p:nvPr/>
          </p:nvSpPr>
          <p:spPr>
            <a:xfrm rot="-5400000">
              <a:off x="7520377" y="2075312"/>
              <a:ext cx="256124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73EBD58-B648-140C-B811-21F79574FA07}"/>
                </a:ext>
              </a:extLst>
            </p:cNvPr>
            <p:cNvSpPr txBox="1"/>
            <p:nvPr/>
          </p:nvSpPr>
          <p:spPr>
            <a:xfrm rot="-5400000">
              <a:off x="7794495" y="2487997"/>
              <a:ext cx="283591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Pr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E0EE7B0-6D2A-9ED2-C5FC-6E8C383FB5FF}"/>
                </a:ext>
              </a:extLst>
            </p:cNvPr>
            <p:cNvSpPr txBox="1"/>
            <p:nvPr/>
          </p:nvSpPr>
          <p:spPr>
            <a:xfrm rot="-5400000">
              <a:off x="7812806" y="2399691"/>
              <a:ext cx="246969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o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AF02A3B-0DFC-64B0-C1FE-1A69E08D7A78}"/>
                </a:ext>
              </a:extLst>
            </p:cNvPr>
            <p:cNvSpPr txBox="1"/>
            <p:nvPr/>
          </p:nvSpPr>
          <p:spPr>
            <a:xfrm rot="-5400000">
              <a:off x="7794495" y="2319641"/>
              <a:ext cx="283591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to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BCD7571-411A-9EE3-69D4-D8B5622AE0E2}"/>
                </a:ext>
              </a:extLst>
            </p:cNvPr>
            <p:cNvSpPr txBox="1"/>
            <p:nvPr/>
          </p:nvSpPr>
          <p:spPr>
            <a:xfrm rot="-5400000">
              <a:off x="7799073" y="2228914"/>
              <a:ext cx="274435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ty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651A6FC-362A-0FCE-0230-BBD3707A4BC5}"/>
                </a:ext>
              </a:extLst>
            </p:cNvPr>
            <p:cNvSpPr txBox="1"/>
            <p:nvPr/>
          </p:nvSpPr>
          <p:spPr>
            <a:xfrm rot="-5400000">
              <a:off x="7812806" y="2152883"/>
              <a:ext cx="246969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D2811CC-A943-9171-40A6-75B8BE40B5E4}"/>
                </a:ext>
              </a:extLst>
            </p:cNvPr>
            <p:cNvSpPr txBox="1"/>
            <p:nvPr/>
          </p:nvSpPr>
          <p:spPr>
            <a:xfrm rot="-5400000">
              <a:off x="7831117" y="2109558"/>
              <a:ext cx="210346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0FB6C6D-541B-D9FF-7A6E-7BAC1B4B3BA6}"/>
                </a:ext>
              </a:extLst>
            </p:cNvPr>
            <p:cNvSpPr txBox="1"/>
            <p:nvPr/>
          </p:nvSpPr>
          <p:spPr>
            <a:xfrm rot="-5400000">
              <a:off x="7817384" y="2067730"/>
              <a:ext cx="237813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DBE85554-581C-8271-D821-F589E5979D22}"/>
                </a:ext>
              </a:extLst>
            </p:cNvPr>
            <p:cNvSpPr txBox="1"/>
            <p:nvPr/>
          </p:nvSpPr>
          <p:spPr>
            <a:xfrm rot="-5400000">
              <a:off x="7847780" y="2327008"/>
              <a:ext cx="750525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Arkypallidal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6C3CBC8-EC50-D8E5-E328-F2CBF8BA5875}"/>
                </a:ext>
              </a:extLst>
            </p:cNvPr>
            <p:cNvSpPr txBox="1"/>
            <p:nvPr/>
          </p:nvSpPr>
          <p:spPr>
            <a:xfrm rot="-5400000">
              <a:off x="8350788" y="2149839"/>
              <a:ext cx="320213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SN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1BF4B2F-4076-74C0-356F-BB58E180DC26}"/>
                </a:ext>
              </a:extLst>
            </p:cNvPr>
            <p:cNvSpPr txBox="1"/>
            <p:nvPr/>
          </p:nvSpPr>
          <p:spPr>
            <a:xfrm rot="-5400000">
              <a:off x="8401143" y="2060035"/>
              <a:ext cx="219502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r</a:t>
              </a:r>
            </a:p>
          </p:txBody>
        </p:sp>
        <p:sp>
          <p:nvSpPr>
            <p:cNvPr id="149" name="자유형 148">
              <a:extLst>
                <a:ext uri="{FF2B5EF4-FFF2-40B4-BE49-F238E27FC236}">
                  <a16:creationId xmlns:a16="http://schemas.microsoft.com/office/drawing/2014/main" id="{7DCD88D0-A4BE-0F34-6A9E-6A9A5F73FEB1}"/>
                </a:ext>
              </a:extLst>
            </p:cNvPr>
            <p:cNvSpPr/>
            <p:nvPr/>
          </p:nvSpPr>
          <p:spPr>
            <a:xfrm>
              <a:off x="6662383" y="741789"/>
              <a:ext cx="9175" cy="1322096"/>
            </a:xfrm>
            <a:custGeom>
              <a:avLst/>
              <a:gdLst>
                <a:gd name="connsiteX0" fmla="*/ -145 w 9175"/>
                <a:gd name="connsiteY0" fmla="*/ 1321784 h 1322096"/>
                <a:gd name="connsiteX1" fmla="*/ -145 w 9175"/>
                <a:gd name="connsiteY1" fmla="*/ -313 h 1322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75" h="1322096">
                  <a:moveTo>
                    <a:pt x="-145" y="1321784"/>
                  </a:moveTo>
                  <a:lnTo>
                    <a:pt x="-145" y="-313"/>
                  </a:lnTo>
                </a:path>
              </a:pathLst>
            </a:custGeom>
            <a:noFill/>
            <a:ln w="1315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0" name="자유형 149">
              <a:extLst>
                <a:ext uri="{FF2B5EF4-FFF2-40B4-BE49-F238E27FC236}">
                  <a16:creationId xmlns:a16="http://schemas.microsoft.com/office/drawing/2014/main" id="{E1550A7A-AD90-FBC4-7AA9-04F5355B3601}"/>
                </a:ext>
              </a:extLst>
            </p:cNvPr>
            <p:cNvSpPr/>
            <p:nvPr/>
          </p:nvSpPr>
          <p:spPr>
            <a:xfrm>
              <a:off x="6612942" y="1733362"/>
              <a:ext cx="49440" cy="9200"/>
            </a:xfrm>
            <a:custGeom>
              <a:avLst/>
              <a:gdLst>
                <a:gd name="connsiteX0" fmla="*/ -145 w 49440"/>
                <a:gd name="connsiteY0" fmla="*/ -313 h 9200"/>
                <a:gd name="connsiteX1" fmla="*/ 49295 w 49440"/>
                <a:gd name="connsiteY1" fmla="*/ -313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440" h="9200">
                  <a:moveTo>
                    <a:pt x="-145" y="-313"/>
                  </a:moveTo>
                  <a:lnTo>
                    <a:pt x="49295" y="-313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1" name="자유형 150">
              <a:extLst>
                <a:ext uri="{FF2B5EF4-FFF2-40B4-BE49-F238E27FC236}">
                  <a16:creationId xmlns:a16="http://schemas.microsoft.com/office/drawing/2014/main" id="{BCFACB36-DD2F-91C3-F94F-588B04F65A2C}"/>
                </a:ext>
              </a:extLst>
            </p:cNvPr>
            <p:cNvSpPr/>
            <p:nvPr/>
          </p:nvSpPr>
          <p:spPr>
            <a:xfrm>
              <a:off x="6612942" y="1402838"/>
              <a:ext cx="49440" cy="9200"/>
            </a:xfrm>
            <a:custGeom>
              <a:avLst/>
              <a:gdLst>
                <a:gd name="connsiteX0" fmla="*/ -145 w 49440"/>
                <a:gd name="connsiteY0" fmla="*/ -313 h 9200"/>
                <a:gd name="connsiteX1" fmla="*/ 49295 w 49440"/>
                <a:gd name="connsiteY1" fmla="*/ -313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440" h="9200">
                  <a:moveTo>
                    <a:pt x="-145" y="-313"/>
                  </a:moveTo>
                  <a:lnTo>
                    <a:pt x="49295" y="-313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2" name="자유형 151">
              <a:extLst>
                <a:ext uri="{FF2B5EF4-FFF2-40B4-BE49-F238E27FC236}">
                  <a16:creationId xmlns:a16="http://schemas.microsoft.com/office/drawing/2014/main" id="{68143EC3-CF22-4666-FA4A-2D1699788A7F}"/>
                </a:ext>
              </a:extLst>
            </p:cNvPr>
            <p:cNvSpPr/>
            <p:nvPr/>
          </p:nvSpPr>
          <p:spPr>
            <a:xfrm>
              <a:off x="6612942" y="1072314"/>
              <a:ext cx="49440" cy="9200"/>
            </a:xfrm>
            <a:custGeom>
              <a:avLst/>
              <a:gdLst>
                <a:gd name="connsiteX0" fmla="*/ -145 w 49440"/>
                <a:gd name="connsiteY0" fmla="*/ -313 h 9200"/>
                <a:gd name="connsiteX1" fmla="*/ 49295 w 49440"/>
                <a:gd name="connsiteY1" fmla="*/ -313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440" h="9200">
                  <a:moveTo>
                    <a:pt x="-145" y="-313"/>
                  </a:moveTo>
                  <a:lnTo>
                    <a:pt x="49295" y="-313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3" name="자유형 152">
              <a:extLst>
                <a:ext uri="{FF2B5EF4-FFF2-40B4-BE49-F238E27FC236}">
                  <a16:creationId xmlns:a16="http://schemas.microsoft.com/office/drawing/2014/main" id="{63223E78-5A62-F648-A389-6EAB8D0B49A8}"/>
                </a:ext>
              </a:extLst>
            </p:cNvPr>
            <p:cNvSpPr/>
            <p:nvPr/>
          </p:nvSpPr>
          <p:spPr>
            <a:xfrm>
              <a:off x="6612942" y="741789"/>
              <a:ext cx="49440" cy="9200"/>
            </a:xfrm>
            <a:custGeom>
              <a:avLst/>
              <a:gdLst>
                <a:gd name="connsiteX0" fmla="*/ -145 w 49440"/>
                <a:gd name="connsiteY0" fmla="*/ -313 h 9200"/>
                <a:gd name="connsiteX1" fmla="*/ 49295 w 49440"/>
                <a:gd name="connsiteY1" fmla="*/ -313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440" h="9200">
                  <a:moveTo>
                    <a:pt x="-145" y="-313"/>
                  </a:moveTo>
                  <a:lnTo>
                    <a:pt x="49295" y="-313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4" name="자유형 153">
              <a:extLst>
                <a:ext uri="{FF2B5EF4-FFF2-40B4-BE49-F238E27FC236}">
                  <a16:creationId xmlns:a16="http://schemas.microsoft.com/office/drawing/2014/main" id="{E8093D49-E00B-8A9D-0FCF-C5FB2F4499D1}"/>
                </a:ext>
              </a:extLst>
            </p:cNvPr>
            <p:cNvSpPr/>
            <p:nvPr/>
          </p:nvSpPr>
          <p:spPr>
            <a:xfrm>
              <a:off x="6612942" y="2063886"/>
              <a:ext cx="49440" cy="9200"/>
            </a:xfrm>
            <a:custGeom>
              <a:avLst/>
              <a:gdLst>
                <a:gd name="connsiteX0" fmla="*/ -145 w 49440"/>
                <a:gd name="connsiteY0" fmla="*/ -313 h 9200"/>
                <a:gd name="connsiteX1" fmla="*/ 49295 w 49440"/>
                <a:gd name="connsiteY1" fmla="*/ -313 h 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440" h="9200">
                  <a:moveTo>
                    <a:pt x="-145" y="-313"/>
                  </a:moveTo>
                  <a:lnTo>
                    <a:pt x="49295" y="-313"/>
                  </a:lnTo>
                </a:path>
              </a:pathLst>
            </a:custGeom>
            <a:noFill/>
            <a:ln w="13152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0BE70D4-B8DB-22A7-2FFC-2D3D8FE859D5}"/>
                </a:ext>
              </a:extLst>
            </p:cNvPr>
            <p:cNvSpPr txBox="1"/>
            <p:nvPr/>
          </p:nvSpPr>
          <p:spPr>
            <a:xfrm>
              <a:off x="6439123" y="1961427"/>
              <a:ext cx="237813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62FD7D44-8DFC-2618-7A3F-9C40BEBA2A27}"/>
                </a:ext>
              </a:extLst>
            </p:cNvPr>
            <p:cNvSpPr txBox="1"/>
            <p:nvPr/>
          </p:nvSpPr>
          <p:spPr>
            <a:xfrm>
              <a:off x="6383112" y="1630903"/>
              <a:ext cx="292746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10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B6ED2AB-591F-3F49-250C-94E30D9CFC3D}"/>
                </a:ext>
              </a:extLst>
            </p:cNvPr>
            <p:cNvSpPr txBox="1"/>
            <p:nvPr/>
          </p:nvSpPr>
          <p:spPr>
            <a:xfrm>
              <a:off x="6383112" y="1300379"/>
              <a:ext cx="292746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49B39A7-8F60-CFD9-66E0-C62B2E5D4BD0}"/>
                </a:ext>
              </a:extLst>
            </p:cNvPr>
            <p:cNvSpPr txBox="1"/>
            <p:nvPr/>
          </p:nvSpPr>
          <p:spPr>
            <a:xfrm>
              <a:off x="6383112" y="969855"/>
              <a:ext cx="292746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30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B9B3F1BB-34C6-3BF6-4191-36BBB5326601}"/>
                </a:ext>
              </a:extLst>
            </p:cNvPr>
            <p:cNvSpPr txBox="1"/>
            <p:nvPr/>
          </p:nvSpPr>
          <p:spPr>
            <a:xfrm>
              <a:off x="6383112" y="639330"/>
              <a:ext cx="292746" cy="2016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5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40</a:t>
              </a:r>
            </a:p>
          </p:txBody>
        </p:sp>
        <p:sp>
          <p:nvSpPr>
            <p:cNvPr id="160" name="자유형 159">
              <a:extLst>
                <a:ext uri="{FF2B5EF4-FFF2-40B4-BE49-F238E27FC236}">
                  <a16:creationId xmlns:a16="http://schemas.microsoft.com/office/drawing/2014/main" id="{FDD596EC-DFF0-79CD-A3CA-6AA3C4B3FA52}"/>
                </a:ext>
              </a:extLst>
            </p:cNvPr>
            <p:cNvSpPr/>
            <p:nvPr/>
          </p:nvSpPr>
          <p:spPr>
            <a:xfrm flipV="1">
              <a:off x="6698639" y="1680478"/>
              <a:ext cx="39552" cy="39662"/>
            </a:xfrm>
            <a:custGeom>
              <a:avLst/>
              <a:gdLst>
                <a:gd name="connsiteX0" fmla="*/ 33760 w 39552"/>
                <a:gd name="connsiteY0" fmla="*/ 33863 h 39662"/>
                <a:gd name="connsiteX1" fmla="*/ 33760 w 39552"/>
                <a:gd name="connsiteY1" fmla="*/ 5817 h 39662"/>
                <a:gd name="connsiteX2" fmla="*/ 5792 w 39552"/>
                <a:gd name="connsiteY2" fmla="*/ 5817 h 39662"/>
                <a:gd name="connsiteX3" fmla="*/ 5792 w 39552"/>
                <a:gd name="connsiteY3" fmla="*/ 33863 h 39662"/>
                <a:gd name="connsiteX4" fmla="*/ 33760 w 39552"/>
                <a:gd name="connsiteY4" fmla="*/ 33863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863"/>
                  </a:moveTo>
                  <a:cubicBezTo>
                    <a:pt x="41483" y="26117"/>
                    <a:pt x="41483" y="13561"/>
                    <a:pt x="33760" y="5817"/>
                  </a:cubicBezTo>
                  <a:cubicBezTo>
                    <a:pt x="26037" y="-1928"/>
                    <a:pt x="13515" y="-1928"/>
                    <a:pt x="5792" y="5817"/>
                  </a:cubicBezTo>
                  <a:cubicBezTo>
                    <a:pt x="-1931" y="13561"/>
                    <a:pt x="-1931" y="26117"/>
                    <a:pt x="5792" y="33863"/>
                  </a:cubicBezTo>
                  <a:cubicBezTo>
                    <a:pt x="13515" y="41607"/>
                    <a:pt x="26037" y="41607"/>
                    <a:pt x="33760" y="33863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1" name="자유형 160">
              <a:extLst>
                <a:ext uri="{FF2B5EF4-FFF2-40B4-BE49-F238E27FC236}">
                  <a16:creationId xmlns:a16="http://schemas.microsoft.com/office/drawing/2014/main" id="{0EB05D21-0E83-83BB-8198-2B399427B40C}"/>
                </a:ext>
              </a:extLst>
            </p:cNvPr>
            <p:cNvSpPr/>
            <p:nvPr/>
          </p:nvSpPr>
          <p:spPr>
            <a:xfrm flipV="1">
              <a:off x="6714020" y="1647425"/>
              <a:ext cx="39552" cy="39662"/>
            </a:xfrm>
            <a:custGeom>
              <a:avLst/>
              <a:gdLst>
                <a:gd name="connsiteX0" fmla="*/ 33760 w 39552"/>
                <a:gd name="connsiteY0" fmla="*/ 33856 h 39662"/>
                <a:gd name="connsiteX1" fmla="*/ 33760 w 39552"/>
                <a:gd name="connsiteY1" fmla="*/ 5809 h 39662"/>
                <a:gd name="connsiteX2" fmla="*/ 5792 w 39552"/>
                <a:gd name="connsiteY2" fmla="*/ 5809 h 39662"/>
                <a:gd name="connsiteX3" fmla="*/ 5792 w 39552"/>
                <a:gd name="connsiteY3" fmla="*/ 33856 h 39662"/>
                <a:gd name="connsiteX4" fmla="*/ 33760 w 39552"/>
                <a:gd name="connsiteY4" fmla="*/ 33856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856"/>
                  </a:moveTo>
                  <a:cubicBezTo>
                    <a:pt x="41483" y="26110"/>
                    <a:pt x="41483" y="13554"/>
                    <a:pt x="33760" y="5809"/>
                  </a:cubicBezTo>
                  <a:cubicBezTo>
                    <a:pt x="26037" y="-1935"/>
                    <a:pt x="13515" y="-1935"/>
                    <a:pt x="5792" y="5809"/>
                  </a:cubicBezTo>
                  <a:cubicBezTo>
                    <a:pt x="-1931" y="13554"/>
                    <a:pt x="-1931" y="26110"/>
                    <a:pt x="5792" y="33856"/>
                  </a:cubicBezTo>
                  <a:cubicBezTo>
                    <a:pt x="13515" y="41600"/>
                    <a:pt x="26037" y="41600"/>
                    <a:pt x="33760" y="33856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2" name="자유형 161">
              <a:extLst>
                <a:ext uri="{FF2B5EF4-FFF2-40B4-BE49-F238E27FC236}">
                  <a16:creationId xmlns:a16="http://schemas.microsoft.com/office/drawing/2014/main" id="{5CC142D1-EBB7-A662-F151-D0AE5BC96F3C}"/>
                </a:ext>
              </a:extLst>
            </p:cNvPr>
            <p:cNvSpPr/>
            <p:nvPr/>
          </p:nvSpPr>
          <p:spPr>
            <a:xfrm flipV="1">
              <a:off x="6730500" y="1680478"/>
              <a:ext cx="39552" cy="39662"/>
            </a:xfrm>
            <a:custGeom>
              <a:avLst/>
              <a:gdLst>
                <a:gd name="connsiteX0" fmla="*/ 33760 w 39552"/>
                <a:gd name="connsiteY0" fmla="*/ 33863 h 39662"/>
                <a:gd name="connsiteX1" fmla="*/ 33760 w 39552"/>
                <a:gd name="connsiteY1" fmla="*/ 5817 h 39662"/>
                <a:gd name="connsiteX2" fmla="*/ 5792 w 39552"/>
                <a:gd name="connsiteY2" fmla="*/ 5817 h 39662"/>
                <a:gd name="connsiteX3" fmla="*/ 5792 w 39552"/>
                <a:gd name="connsiteY3" fmla="*/ 33863 h 39662"/>
                <a:gd name="connsiteX4" fmla="*/ 33760 w 39552"/>
                <a:gd name="connsiteY4" fmla="*/ 33863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863"/>
                  </a:moveTo>
                  <a:cubicBezTo>
                    <a:pt x="41483" y="26117"/>
                    <a:pt x="41483" y="13561"/>
                    <a:pt x="33760" y="5817"/>
                  </a:cubicBezTo>
                  <a:cubicBezTo>
                    <a:pt x="26037" y="-1928"/>
                    <a:pt x="13515" y="-1928"/>
                    <a:pt x="5792" y="5817"/>
                  </a:cubicBezTo>
                  <a:cubicBezTo>
                    <a:pt x="-1931" y="13561"/>
                    <a:pt x="-1931" y="26117"/>
                    <a:pt x="5792" y="33863"/>
                  </a:cubicBezTo>
                  <a:cubicBezTo>
                    <a:pt x="13515" y="41607"/>
                    <a:pt x="26037" y="41607"/>
                    <a:pt x="33760" y="33863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3" name="자유형 162">
              <a:extLst>
                <a:ext uri="{FF2B5EF4-FFF2-40B4-BE49-F238E27FC236}">
                  <a16:creationId xmlns:a16="http://schemas.microsoft.com/office/drawing/2014/main" id="{9B91E1FC-8312-9410-2394-A0E4CC124424}"/>
                </a:ext>
              </a:extLst>
            </p:cNvPr>
            <p:cNvSpPr/>
            <p:nvPr/>
          </p:nvSpPr>
          <p:spPr>
            <a:xfrm flipV="1">
              <a:off x="7001871" y="2037444"/>
              <a:ext cx="39552" cy="39662"/>
            </a:xfrm>
            <a:custGeom>
              <a:avLst/>
              <a:gdLst>
                <a:gd name="connsiteX0" fmla="*/ 33760 w 39552"/>
                <a:gd name="connsiteY0" fmla="*/ 33940 h 39662"/>
                <a:gd name="connsiteX1" fmla="*/ 33760 w 39552"/>
                <a:gd name="connsiteY1" fmla="*/ 5894 h 39662"/>
                <a:gd name="connsiteX2" fmla="*/ 5792 w 39552"/>
                <a:gd name="connsiteY2" fmla="*/ 5894 h 39662"/>
                <a:gd name="connsiteX3" fmla="*/ 5792 w 39552"/>
                <a:gd name="connsiteY3" fmla="*/ 33940 h 39662"/>
                <a:gd name="connsiteX4" fmla="*/ 33760 w 39552"/>
                <a:gd name="connsiteY4" fmla="*/ 33940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940"/>
                  </a:moveTo>
                  <a:cubicBezTo>
                    <a:pt x="41483" y="26195"/>
                    <a:pt x="41483" y="13639"/>
                    <a:pt x="33760" y="5894"/>
                  </a:cubicBezTo>
                  <a:cubicBezTo>
                    <a:pt x="26037" y="-1851"/>
                    <a:pt x="13515" y="-1851"/>
                    <a:pt x="5792" y="5894"/>
                  </a:cubicBezTo>
                  <a:cubicBezTo>
                    <a:pt x="-1931" y="13639"/>
                    <a:pt x="-1931" y="26195"/>
                    <a:pt x="5792" y="33940"/>
                  </a:cubicBezTo>
                  <a:cubicBezTo>
                    <a:pt x="13515" y="41685"/>
                    <a:pt x="26037" y="41685"/>
                    <a:pt x="33760" y="33940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4" name="자유형 163">
              <a:extLst>
                <a:ext uri="{FF2B5EF4-FFF2-40B4-BE49-F238E27FC236}">
                  <a16:creationId xmlns:a16="http://schemas.microsoft.com/office/drawing/2014/main" id="{12D7E834-31B7-B1AB-6085-2A413D5CAA50}"/>
                </a:ext>
              </a:extLst>
            </p:cNvPr>
            <p:cNvSpPr/>
            <p:nvPr/>
          </p:nvSpPr>
          <p:spPr>
            <a:xfrm flipV="1">
              <a:off x="7018351" y="2040749"/>
              <a:ext cx="39552" cy="39662"/>
            </a:xfrm>
            <a:custGeom>
              <a:avLst/>
              <a:gdLst>
                <a:gd name="connsiteX0" fmla="*/ 33760 w 39552"/>
                <a:gd name="connsiteY0" fmla="*/ 33941 h 39662"/>
                <a:gd name="connsiteX1" fmla="*/ 33760 w 39552"/>
                <a:gd name="connsiteY1" fmla="*/ 5895 h 39662"/>
                <a:gd name="connsiteX2" fmla="*/ 5792 w 39552"/>
                <a:gd name="connsiteY2" fmla="*/ 5895 h 39662"/>
                <a:gd name="connsiteX3" fmla="*/ 5792 w 39552"/>
                <a:gd name="connsiteY3" fmla="*/ 33941 h 39662"/>
                <a:gd name="connsiteX4" fmla="*/ 33760 w 39552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941"/>
                  </a:moveTo>
                  <a:cubicBezTo>
                    <a:pt x="41483" y="26196"/>
                    <a:pt x="41483" y="13639"/>
                    <a:pt x="33760" y="5895"/>
                  </a:cubicBezTo>
                  <a:cubicBezTo>
                    <a:pt x="26037" y="-1850"/>
                    <a:pt x="13515" y="-1850"/>
                    <a:pt x="5792" y="5895"/>
                  </a:cubicBezTo>
                  <a:cubicBezTo>
                    <a:pt x="-1931" y="13639"/>
                    <a:pt x="-1931" y="26196"/>
                    <a:pt x="5792" y="33941"/>
                  </a:cubicBezTo>
                  <a:cubicBezTo>
                    <a:pt x="13515" y="41685"/>
                    <a:pt x="26037" y="41685"/>
                    <a:pt x="33760" y="33941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5" name="자유형 164">
              <a:extLst>
                <a:ext uri="{FF2B5EF4-FFF2-40B4-BE49-F238E27FC236}">
                  <a16:creationId xmlns:a16="http://schemas.microsoft.com/office/drawing/2014/main" id="{B480DF14-6822-8E05-8BD2-76D3B5DFD1B0}"/>
                </a:ext>
              </a:extLst>
            </p:cNvPr>
            <p:cNvSpPr/>
            <p:nvPr/>
          </p:nvSpPr>
          <p:spPr>
            <a:xfrm flipV="1">
              <a:off x="6986490" y="2044054"/>
              <a:ext cx="39552" cy="39662"/>
            </a:xfrm>
            <a:custGeom>
              <a:avLst/>
              <a:gdLst>
                <a:gd name="connsiteX0" fmla="*/ 33760 w 39552"/>
                <a:gd name="connsiteY0" fmla="*/ 33941 h 39662"/>
                <a:gd name="connsiteX1" fmla="*/ 33760 w 39552"/>
                <a:gd name="connsiteY1" fmla="*/ 5896 h 39662"/>
                <a:gd name="connsiteX2" fmla="*/ 5792 w 39552"/>
                <a:gd name="connsiteY2" fmla="*/ 5896 h 39662"/>
                <a:gd name="connsiteX3" fmla="*/ 5792 w 39552"/>
                <a:gd name="connsiteY3" fmla="*/ 33941 h 39662"/>
                <a:gd name="connsiteX4" fmla="*/ 33760 w 39552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941"/>
                  </a:moveTo>
                  <a:cubicBezTo>
                    <a:pt x="41483" y="26197"/>
                    <a:pt x="41483" y="13640"/>
                    <a:pt x="33760" y="5896"/>
                  </a:cubicBezTo>
                  <a:cubicBezTo>
                    <a:pt x="26037" y="-1849"/>
                    <a:pt x="13515" y="-1849"/>
                    <a:pt x="5792" y="5896"/>
                  </a:cubicBezTo>
                  <a:cubicBezTo>
                    <a:pt x="-1931" y="13640"/>
                    <a:pt x="-1931" y="26197"/>
                    <a:pt x="5792" y="33941"/>
                  </a:cubicBezTo>
                  <a:cubicBezTo>
                    <a:pt x="13515" y="41686"/>
                    <a:pt x="26037" y="41686"/>
                    <a:pt x="33760" y="33941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6" name="자유형 165">
              <a:extLst>
                <a:ext uri="{FF2B5EF4-FFF2-40B4-BE49-F238E27FC236}">
                  <a16:creationId xmlns:a16="http://schemas.microsoft.com/office/drawing/2014/main" id="{401686C6-D1A5-9130-1592-06DEE6B5493C}"/>
                </a:ext>
              </a:extLst>
            </p:cNvPr>
            <p:cNvSpPr/>
            <p:nvPr/>
          </p:nvSpPr>
          <p:spPr>
            <a:xfrm flipV="1">
              <a:off x="7289723" y="2039647"/>
              <a:ext cx="39551" cy="39662"/>
            </a:xfrm>
            <a:custGeom>
              <a:avLst/>
              <a:gdLst>
                <a:gd name="connsiteX0" fmla="*/ 33759 w 39551"/>
                <a:gd name="connsiteY0" fmla="*/ 33940 h 39662"/>
                <a:gd name="connsiteX1" fmla="*/ 33759 w 39551"/>
                <a:gd name="connsiteY1" fmla="*/ 5895 h 39662"/>
                <a:gd name="connsiteX2" fmla="*/ 5792 w 39551"/>
                <a:gd name="connsiteY2" fmla="*/ 5895 h 39662"/>
                <a:gd name="connsiteX3" fmla="*/ 5792 w 39551"/>
                <a:gd name="connsiteY3" fmla="*/ 33940 h 39662"/>
                <a:gd name="connsiteX4" fmla="*/ 33759 w 39551"/>
                <a:gd name="connsiteY4" fmla="*/ 33940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59" y="33940"/>
                  </a:moveTo>
                  <a:cubicBezTo>
                    <a:pt x="41483" y="26196"/>
                    <a:pt x="41483" y="13639"/>
                    <a:pt x="33759" y="5895"/>
                  </a:cubicBezTo>
                  <a:cubicBezTo>
                    <a:pt x="26037" y="-1850"/>
                    <a:pt x="13516" y="-1850"/>
                    <a:pt x="5792" y="5895"/>
                  </a:cubicBezTo>
                  <a:cubicBezTo>
                    <a:pt x="-1931" y="13639"/>
                    <a:pt x="-1931" y="26196"/>
                    <a:pt x="5792" y="33940"/>
                  </a:cubicBezTo>
                  <a:cubicBezTo>
                    <a:pt x="13516" y="41685"/>
                    <a:pt x="26037" y="41685"/>
                    <a:pt x="33759" y="33940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7" name="자유형 166">
              <a:extLst>
                <a:ext uri="{FF2B5EF4-FFF2-40B4-BE49-F238E27FC236}">
                  <a16:creationId xmlns:a16="http://schemas.microsoft.com/office/drawing/2014/main" id="{CEED4340-FE6F-5FA7-0498-C14DCC7C67BD}"/>
                </a:ext>
              </a:extLst>
            </p:cNvPr>
            <p:cNvSpPr/>
            <p:nvPr/>
          </p:nvSpPr>
          <p:spPr>
            <a:xfrm flipV="1">
              <a:off x="7274341" y="2040749"/>
              <a:ext cx="39551" cy="39662"/>
            </a:xfrm>
            <a:custGeom>
              <a:avLst/>
              <a:gdLst>
                <a:gd name="connsiteX0" fmla="*/ 33760 w 39551"/>
                <a:gd name="connsiteY0" fmla="*/ 33941 h 39662"/>
                <a:gd name="connsiteX1" fmla="*/ 33760 w 39551"/>
                <a:gd name="connsiteY1" fmla="*/ 5895 h 39662"/>
                <a:gd name="connsiteX2" fmla="*/ 5793 w 39551"/>
                <a:gd name="connsiteY2" fmla="*/ 5895 h 39662"/>
                <a:gd name="connsiteX3" fmla="*/ 5793 w 39551"/>
                <a:gd name="connsiteY3" fmla="*/ 33941 h 39662"/>
                <a:gd name="connsiteX4" fmla="*/ 33760 w 39551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60" y="33941"/>
                  </a:moveTo>
                  <a:cubicBezTo>
                    <a:pt x="41483" y="26196"/>
                    <a:pt x="41483" y="13639"/>
                    <a:pt x="33760" y="5895"/>
                  </a:cubicBezTo>
                  <a:cubicBezTo>
                    <a:pt x="26037" y="-1850"/>
                    <a:pt x="13515" y="-1850"/>
                    <a:pt x="5793" y="5895"/>
                  </a:cubicBezTo>
                  <a:cubicBezTo>
                    <a:pt x="-1931" y="13639"/>
                    <a:pt x="-1931" y="26196"/>
                    <a:pt x="5793" y="33941"/>
                  </a:cubicBezTo>
                  <a:cubicBezTo>
                    <a:pt x="13515" y="41685"/>
                    <a:pt x="26037" y="41685"/>
                    <a:pt x="33760" y="33941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8" name="자유형 167">
              <a:extLst>
                <a:ext uri="{FF2B5EF4-FFF2-40B4-BE49-F238E27FC236}">
                  <a16:creationId xmlns:a16="http://schemas.microsoft.com/office/drawing/2014/main" id="{8F9C87B5-FF08-1445-43EE-C56ED46FDB82}"/>
                </a:ext>
              </a:extLst>
            </p:cNvPr>
            <p:cNvSpPr/>
            <p:nvPr/>
          </p:nvSpPr>
          <p:spPr>
            <a:xfrm flipV="1">
              <a:off x="7306203" y="2040749"/>
              <a:ext cx="39551" cy="39662"/>
            </a:xfrm>
            <a:custGeom>
              <a:avLst/>
              <a:gdLst>
                <a:gd name="connsiteX0" fmla="*/ 33759 w 39551"/>
                <a:gd name="connsiteY0" fmla="*/ 33941 h 39662"/>
                <a:gd name="connsiteX1" fmla="*/ 33759 w 39551"/>
                <a:gd name="connsiteY1" fmla="*/ 5895 h 39662"/>
                <a:gd name="connsiteX2" fmla="*/ 5792 w 39551"/>
                <a:gd name="connsiteY2" fmla="*/ 5895 h 39662"/>
                <a:gd name="connsiteX3" fmla="*/ 5792 w 39551"/>
                <a:gd name="connsiteY3" fmla="*/ 33941 h 39662"/>
                <a:gd name="connsiteX4" fmla="*/ 33759 w 39551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59" y="33941"/>
                  </a:moveTo>
                  <a:cubicBezTo>
                    <a:pt x="41483" y="26196"/>
                    <a:pt x="41483" y="13639"/>
                    <a:pt x="33759" y="5895"/>
                  </a:cubicBezTo>
                  <a:cubicBezTo>
                    <a:pt x="26037" y="-1850"/>
                    <a:pt x="13515" y="-1850"/>
                    <a:pt x="5792" y="5895"/>
                  </a:cubicBezTo>
                  <a:cubicBezTo>
                    <a:pt x="-1931" y="13639"/>
                    <a:pt x="-1931" y="26196"/>
                    <a:pt x="5792" y="33941"/>
                  </a:cubicBezTo>
                  <a:cubicBezTo>
                    <a:pt x="13515" y="41685"/>
                    <a:pt x="26037" y="41685"/>
                    <a:pt x="33759" y="33941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9" name="자유형 168">
              <a:extLst>
                <a:ext uri="{FF2B5EF4-FFF2-40B4-BE49-F238E27FC236}">
                  <a16:creationId xmlns:a16="http://schemas.microsoft.com/office/drawing/2014/main" id="{E8C0942F-C170-F702-941B-A60D5724A793}"/>
                </a:ext>
              </a:extLst>
            </p:cNvPr>
            <p:cNvSpPr/>
            <p:nvPr/>
          </p:nvSpPr>
          <p:spPr>
            <a:xfrm flipV="1">
              <a:off x="7561094" y="1680478"/>
              <a:ext cx="39552" cy="39662"/>
            </a:xfrm>
            <a:custGeom>
              <a:avLst/>
              <a:gdLst>
                <a:gd name="connsiteX0" fmla="*/ 33760 w 39552"/>
                <a:gd name="connsiteY0" fmla="*/ 33863 h 39662"/>
                <a:gd name="connsiteX1" fmla="*/ 33760 w 39552"/>
                <a:gd name="connsiteY1" fmla="*/ 5817 h 39662"/>
                <a:gd name="connsiteX2" fmla="*/ 5792 w 39552"/>
                <a:gd name="connsiteY2" fmla="*/ 5817 h 39662"/>
                <a:gd name="connsiteX3" fmla="*/ 5792 w 39552"/>
                <a:gd name="connsiteY3" fmla="*/ 33863 h 39662"/>
                <a:gd name="connsiteX4" fmla="*/ 33760 w 39552"/>
                <a:gd name="connsiteY4" fmla="*/ 33863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863"/>
                  </a:moveTo>
                  <a:cubicBezTo>
                    <a:pt x="41483" y="26117"/>
                    <a:pt x="41483" y="13561"/>
                    <a:pt x="33760" y="5817"/>
                  </a:cubicBezTo>
                  <a:cubicBezTo>
                    <a:pt x="26037" y="-1928"/>
                    <a:pt x="13515" y="-1928"/>
                    <a:pt x="5792" y="5817"/>
                  </a:cubicBezTo>
                  <a:cubicBezTo>
                    <a:pt x="-1931" y="13561"/>
                    <a:pt x="-1931" y="26117"/>
                    <a:pt x="5792" y="33863"/>
                  </a:cubicBezTo>
                  <a:cubicBezTo>
                    <a:pt x="13515" y="41607"/>
                    <a:pt x="26037" y="41607"/>
                    <a:pt x="33760" y="33863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0" name="자유형 169">
              <a:extLst>
                <a:ext uri="{FF2B5EF4-FFF2-40B4-BE49-F238E27FC236}">
                  <a16:creationId xmlns:a16="http://schemas.microsoft.com/office/drawing/2014/main" id="{3835856A-ED78-227A-1184-FA59F7167678}"/>
                </a:ext>
              </a:extLst>
            </p:cNvPr>
            <p:cNvSpPr/>
            <p:nvPr/>
          </p:nvSpPr>
          <p:spPr>
            <a:xfrm flipV="1">
              <a:off x="7576476" y="1647425"/>
              <a:ext cx="39551" cy="39662"/>
            </a:xfrm>
            <a:custGeom>
              <a:avLst/>
              <a:gdLst>
                <a:gd name="connsiteX0" fmla="*/ 33760 w 39551"/>
                <a:gd name="connsiteY0" fmla="*/ 33856 h 39662"/>
                <a:gd name="connsiteX1" fmla="*/ 33760 w 39551"/>
                <a:gd name="connsiteY1" fmla="*/ 5809 h 39662"/>
                <a:gd name="connsiteX2" fmla="*/ 5793 w 39551"/>
                <a:gd name="connsiteY2" fmla="*/ 5809 h 39662"/>
                <a:gd name="connsiteX3" fmla="*/ 5793 w 39551"/>
                <a:gd name="connsiteY3" fmla="*/ 33856 h 39662"/>
                <a:gd name="connsiteX4" fmla="*/ 33760 w 39551"/>
                <a:gd name="connsiteY4" fmla="*/ 33856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60" y="33856"/>
                  </a:moveTo>
                  <a:cubicBezTo>
                    <a:pt x="41483" y="26110"/>
                    <a:pt x="41483" y="13554"/>
                    <a:pt x="33760" y="5809"/>
                  </a:cubicBezTo>
                  <a:cubicBezTo>
                    <a:pt x="26036" y="-1935"/>
                    <a:pt x="13515" y="-1935"/>
                    <a:pt x="5793" y="5809"/>
                  </a:cubicBezTo>
                  <a:cubicBezTo>
                    <a:pt x="-1931" y="13554"/>
                    <a:pt x="-1931" y="26110"/>
                    <a:pt x="5793" y="33856"/>
                  </a:cubicBezTo>
                  <a:cubicBezTo>
                    <a:pt x="13515" y="41600"/>
                    <a:pt x="26036" y="41600"/>
                    <a:pt x="33760" y="33856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1" name="자유형 170">
              <a:extLst>
                <a:ext uri="{FF2B5EF4-FFF2-40B4-BE49-F238E27FC236}">
                  <a16:creationId xmlns:a16="http://schemas.microsoft.com/office/drawing/2014/main" id="{0CC557D3-3FD0-A986-B7CD-9BBF6AC7D8B6}"/>
                </a:ext>
              </a:extLst>
            </p:cNvPr>
            <p:cNvSpPr/>
            <p:nvPr/>
          </p:nvSpPr>
          <p:spPr>
            <a:xfrm flipV="1">
              <a:off x="7592956" y="1680478"/>
              <a:ext cx="39551" cy="39662"/>
            </a:xfrm>
            <a:custGeom>
              <a:avLst/>
              <a:gdLst>
                <a:gd name="connsiteX0" fmla="*/ 33760 w 39551"/>
                <a:gd name="connsiteY0" fmla="*/ 33863 h 39662"/>
                <a:gd name="connsiteX1" fmla="*/ 33760 w 39551"/>
                <a:gd name="connsiteY1" fmla="*/ 5817 h 39662"/>
                <a:gd name="connsiteX2" fmla="*/ 5793 w 39551"/>
                <a:gd name="connsiteY2" fmla="*/ 5817 h 39662"/>
                <a:gd name="connsiteX3" fmla="*/ 5793 w 39551"/>
                <a:gd name="connsiteY3" fmla="*/ 33863 h 39662"/>
                <a:gd name="connsiteX4" fmla="*/ 33760 w 39551"/>
                <a:gd name="connsiteY4" fmla="*/ 33863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60" y="33863"/>
                  </a:moveTo>
                  <a:cubicBezTo>
                    <a:pt x="41482" y="26117"/>
                    <a:pt x="41482" y="13561"/>
                    <a:pt x="33760" y="5817"/>
                  </a:cubicBezTo>
                  <a:cubicBezTo>
                    <a:pt x="26036" y="-1928"/>
                    <a:pt x="13515" y="-1928"/>
                    <a:pt x="5793" y="5817"/>
                  </a:cubicBezTo>
                  <a:cubicBezTo>
                    <a:pt x="-1931" y="13561"/>
                    <a:pt x="-1931" y="26117"/>
                    <a:pt x="5793" y="33863"/>
                  </a:cubicBezTo>
                  <a:cubicBezTo>
                    <a:pt x="13515" y="41607"/>
                    <a:pt x="26036" y="41607"/>
                    <a:pt x="33760" y="33863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2" name="자유형 171">
              <a:extLst>
                <a:ext uri="{FF2B5EF4-FFF2-40B4-BE49-F238E27FC236}">
                  <a16:creationId xmlns:a16="http://schemas.microsoft.com/office/drawing/2014/main" id="{D2126C23-27DE-BB13-D31A-50510F145CA7}"/>
                </a:ext>
              </a:extLst>
            </p:cNvPr>
            <p:cNvSpPr/>
            <p:nvPr/>
          </p:nvSpPr>
          <p:spPr>
            <a:xfrm flipV="1">
              <a:off x="7848946" y="1812688"/>
              <a:ext cx="39552" cy="39662"/>
            </a:xfrm>
            <a:custGeom>
              <a:avLst/>
              <a:gdLst>
                <a:gd name="connsiteX0" fmla="*/ 33760 w 39552"/>
                <a:gd name="connsiteY0" fmla="*/ 33891 h 39662"/>
                <a:gd name="connsiteX1" fmla="*/ 33760 w 39552"/>
                <a:gd name="connsiteY1" fmla="*/ 5846 h 39662"/>
                <a:gd name="connsiteX2" fmla="*/ 5792 w 39552"/>
                <a:gd name="connsiteY2" fmla="*/ 5846 h 39662"/>
                <a:gd name="connsiteX3" fmla="*/ 5792 w 39552"/>
                <a:gd name="connsiteY3" fmla="*/ 33891 h 39662"/>
                <a:gd name="connsiteX4" fmla="*/ 33760 w 39552"/>
                <a:gd name="connsiteY4" fmla="*/ 3389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891"/>
                  </a:moveTo>
                  <a:cubicBezTo>
                    <a:pt x="41483" y="26146"/>
                    <a:pt x="41483" y="13590"/>
                    <a:pt x="33760" y="5846"/>
                  </a:cubicBezTo>
                  <a:cubicBezTo>
                    <a:pt x="26037" y="-1900"/>
                    <a:pt x="13515" y="-1900"/>
                    <a:pt x="5792" y="5846"/>
                  </a:cubicBezTo>
                  <a:cubicBezTo>
                    <a:pt x="-1931" y="13590"/>
                    <a:pt x="-1931" y="26146"/>
                    <a:pt x="5792" y="33891"/>
                  </a:cubicBezTo>
                  <a:cubicBezTo>
                    <a:pt x="13515" y="41635"/>
                    <a:pt x="26037" y="41635"/>
                    <a:pt x="33760" y="33891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3" name="자유형 172">
              <a:extLst>
                <a:ext uri="{FF2B5EF4-FFF2-40B4-BE49-F238E27FC236}">
                  <a16:creationId xmlns:a16="http://schemas.microsoft.com/office/drawing/2014/main" id="{F653ED25-41F5-F1BE-42FA-2AAC8A2B7CC8}"/>
                </a:ext>
              </a:extLst>
            </p:cNvPr>
            <p:cNvSpPr/>
            <p:nvPr/>
          </p:nvSpPr>
          <p:spPr>
            <a:xfrm flipV="1">
              <a:off x="7880807" y="1812688"/>
              <a:ext cx="39552" cy="39662"/>
            </a:xfrm>
            <a:custGeom>
              <a:avLst/>
              <a:gdLst>
                <a:gd name="connsiteX0" fmla="*/ 33760 w 39552"/>
                <a:gd name="connsiteY0" fmla="*/ 33891 h 39662"/>
                <a:gd name="connsiteX1" fmla="*/ 33760 w 39552"/>
                <a:gd name="connsiteY1" fmla="*/ 5846 h 39662"/>
                <a:gd name="connsiteX2" fmla="*/ 5792 w 39552"/>
                <a:gd name="connsiteY2" fmla="*/ 5846 h 39662"/>
                <a:gd name="connsiteX3" fmla="*/ 5792 w 39552"/>
                <a:gd name="connsiteY3" fmla="*/ 33891 h 39662"/>
                <a:gd name="connsiteX4" fmla="*/ 33760 w 39552"/>
                <a:gd name="connsiteY4" fmla="*/ 3389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891"/>
                  </a:moveTo>
                  <a:cubicBezTo>
                    <a:pt x="41483" y="26146"/>
                    <a:pt x="41483" y="13590"/>
                    <a:pt x="33760" y="5846"/>
                  </a:cubicBezTo>
                  <a:cubicBezTo>
                    <a:pt x="26037" y="-1900"/>
                    <a:pt x="13515" y="-1900"/>
                    <a:pt x="5792" y="5846"/>
                  </a:cubicBezTo>
                  <a:cubicBezTo>
                    <a:pt x="-1931" y="13590"/>
                    <a:pt x="-1931" y="26146"/>
                    <a:pt x="5792" y="33891"/>
                  </a:cubicBezTo>
                  <a:cubicBezTo>
                    <a:pt x="13515" y="41635"/>
                    <a:pt x="26037" y="41635"/>
                    <a:pt x="33760" y="33891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4" name="자유형 173">
              <a:extLst>
                <a:ext uri="{FF2B5EF4-FFF2-40B4-BE49-F238E27FC236}">
                  <a16:creationId xmlns:a16="http://schemas.microsoft.com/office/drawing/2014/main" id="{B436E866-D201-05EE-0C33-2C9047E88928}"/>
                </a:ext>
              </a:extLst>
            </p:cNvPr>
            <p:cNvSpPr/>
            <p:nvPr/>
          </p:nvSpPr>
          <p:spPr>
            <a:xfrm flipV="1">
              <a:off x="7864327" y="1746583"/>
              <a:ext cx="39551" cy="39662"/>
            </a:xfrm>
            <a:custGeom>
              <a:avLst/>
              <a:gdLst>
                <a:gd name="connsiteX0" fmla="*/ 33760 w 39551"/>
                <a:gd name="connsiteY0" fmla="*/ 33876 h 39662"/>
                <a:gd name="connsiteX1" fmla="*/ 33760 w 39551"/>
                <a:gd name="connsiteY1" fmla="*/ 5831 h 39662"/>
                <a:gd name="connsiteX2" fmla="*/ 5793 w 39551"/>
                <a:gd name="connsiteY2" fmla="*/ 5831 h 39662"/>
                <a:gd name="connsiteX3" fmla="*/ 5793 w 39551"/>
                <a:gd name="connsiteY3" fmla="*/ 33876 h 39662"/>
                <a:gd name="connsiteX4" fmla="*/ 33760 w 39551"/>
                <a:gd name="connsiteY4" fmla="*/ 33876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60" y="33876"/>
                  </a:moveTo>
                  <a:cubicBezTo>
                    <a:pt x="41483" y="26132"/>
                    <a:pt x="41483" y="13576"/>
                    <a:pt x="33760" y="5831"/>
                  </a:cubicBezTo>
                  <a:cubicBezTo>
                    <a:pt x="26036" y="-1914"/>
                    <a:pt x="13515" y="-1914"/>
                    <a:pt x="5793" y="5831"/>
                  </a:cubicBezTo>
                  <a:cubicBezTo>
                    <a:pt x="-1931" y="13576"/>
                    <a:pt x="-1931" y="26132"/>
                    <a:pt x="5793" y="33876"/>
                  </a:cubicBezTo>
                  <a:cubicBezTo>
                    <a:pt x="13515" y="41621"/>
                    <a:pt x="26036" y="41621"/>
                    <a:pt x="33760" y="33876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5" name="자유형 174">
              <a:extLst>
                <a:ext uri="{FF2B5EF4-FFF2-40B4-BE49-F238E27FC236}">
                  <a16:creationId xmlns:a16="http://schemas.microsoft.com/office/drawing/2014/main" id="{19DA2B35-B0E6-2D8B-AF91-1D003A79BE61}"/>
                </a:ext>
              </a:extLst>
            </p:cNvPr>
            <p:cNvSpPr/>
            <p:nvPr/>
          </p:nvSpPr>
          <p:spPr>
            <a:xfrm flipV="1">
              <a:off x="8168658" y="1449111"/>
              <a:ext cx="39552" cy="39662"/>
            </a:xfrm>
            <a:custGeom>
              <a:avLst/>
              <a:gdLst>
                <a:gd name="connsiteX0" fmla="*/ 33760 w 39552"/>
                <a:gd name="connsiteY0" fmla="*/ 33812 h 39662"/>
                <a:gd name="connsiteX1" fmla="*/ 33760 w 39552"/>
                <a:gd name="connsiteY1" fmla="*/ 5767 h 39662"/>
                <a:gd name="connsiteX2" fmla="*/ 5792 w 39552"/>
                <a:gd name="connsiteY2" fmla="*/ 5767 h 39662"/>
                <a:gd name="connsiteX3" fmla="*/ 5792 w 39552"/>
                <a:gd name="connsiteY3" fmla="*/ 33812 h 39662"/>
                <a:gd name="connsiteX4" fmla="*/ 33760 w 39552"/>
                <a:gd name="connsiteY4" fmla="*/ 33812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812"/>
                  </a:moveTo>
                  <a:cubicBezTo>
                    <a:pt x="41483" y="26068"/>
                    <a:pt x="41483" y="13511"/>
                    <a:pt x="33760" y="5767"/>
                  </a:cubicBezTo>
                  <a:cubicBezTo>
                    <a:pt x="26037" y="-1979"/>
                    <a:pt x="13515" y="-1979"/>
                    <a:pt x="5792" y="5767"/>
                  </a:cubicBezTo>
                  <a:cubicBezTo>
                    <a:pt x="-1931" y="13511"/>
                    <a:pt x="-1931" y="26068"/>
                    <a:pt x="5792" y="33812"/>
                  </a:cubicBezTo>
                  <a:cubicBezTo>
                    <a:pt x="13515" y="41556"/>
                    <a:pt x="26037" y="41556"/>
                    <a:pt x="33760" y="33812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6" name="자유형 175">
              <a:extLst>
                <a:ext uri="{FF2B5EF4-FFF2-40B4-BE49-F238E27FC236}">
                  <a16:creationId xmlns:a16="http://schemas.microsoft.com/office/drawing/2014/main" id="{D8AA5706-0426-F79B-56D2-B6F8A84C889C}"/>
                </a:ext>
              </a:extLst>
            </p:cNvPr>
            <p:cNvSpPr/>
            <p:nvPr/>
          </p:nvSpPr>
          <p:spPr>
            <a:xfrm flipV="1">
              <a:off x="8136797" y="1482163"/>
              <a:ext cx="39551" cy="39662"/>
            </a:xfrm>
            <a:custGeom>
              <a:avLst/>
              <a:gdLst>
                <a:gd name="connsiteX0" fmla="*/ 33759 w 39551"/>
                <a:gd name="connsiteY0" fmla="*/ 33819 h 39662"/>
                <a:gd name="connsiteX1" fmla="*/ 33759 w 39551"/>
                <a:gd name="connsiteY1" fmla="*/ 5773 h 39662"/>
                <a:gd name="connsiteX2" fmla="*/ 5792 w 39551"/>
                <a:gd name="connsiteY2" fmla="*/ 5773 h 39662"/>
                <a:gd name="connsiteX3" fmla="*/ 5792 w 39551"/>
                <a:gd name="connsiteY3" fmla="*/ 33819 h 39662"/>
                <a:gd name="connsiteX4" fmla="*/ 33759 w 39551"/>
                <a:gd name="connsiteY4" fmla="*/ 33819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59" y="33819"/>
                  </a:moveTo>
                  <a:cubicBezTo>
                    <a:pt x="41483" y="26074"/>
                    <a:pt x="41483" y="13517"/>
                    <a:pt x="33759" y="5773"/>
                  </a:cubicBezTo>
                  <a:cubicBezTo>
                    <a:pt x="26037" y="-1971"/>
                    <a:pt x="13516" y="-1971"/>
                    <a:pt x="5792" y="5773"/>
                  </a:cubicBezTo>
                  <a:cubicBezTo>
                    <a:pt x="-1931" y="13517"/>
                    <a:pt x="-1931" y="26074"/>
                    <a:pt x="5792" y="33819"/>
                  </a:cubicBezTo>
                  <a:cubicBezTo>
                    <a:pt x="13516" y="41564"/>
                    <a:pt x="26037" y="41564"/>
                    <a:pt x="33759" y="33819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7" name="자유형 176">
              <a:extLst>
                <a:ext uri="{FF2B5EF4-FFF2-40B4-BE49-F238E27FC236}">
                  <a16:creationId xmlns:a16="http://schemas.microsoft.com/office/drawing/2014/main" id="{8E5FC24E-C681-2D10-9534-509E640F4332}"/>
                </a:ext>
              </a:extLst>
            </p:cNvPr>
            <p:cNvSpPr/>
            <p:nvPr/>
          </p:nvSpPr>
          <p:spPr>
            <a:xfrm flipV="1">
              <a:off x="8136797" y="1416059"/>
              <a:ext cx="39551" cy="39662"/>
            </a:xfrm>
            <a:custGeom>
              <a:avLst/>
              <a:gdLst>
                <a:gd name="connsiteX0" fmla="*/ 33759 w 39551"/>
                <a:gd name="connsiteY0" fmla="*/ 33805 h 39662"/>
                <a:gd name="connsiteX1" fmla="*/ 33759 w 39551"/>
                <a:gd name="connsiteY1" fmla="*/ 5759 h 39662"/>
                <a:gd name="connsiteX2" fmla="*/ 5792 w 39551"/>
                <a:gd name="connsiteY2" fmla="*/ 5759 h 39662"/>
                <a:gd name="connsiteX3" fmla="*/ 5792 w 39551"/>
                <a:gd name="connsiteY3" fmla="*/ 33805 h 39662"/>
                <a:gd name="connsiteX4" fmla="*/ 33759 w 39551"/>
                <a:gd name="connsiteY4" fmla="*/ 33805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59" y="33805"/>
                  </a:moveTo>
                  <a:cubicBezTo>
                    <a:pt x="41483" y="26060"/>
                    <a:pt x="41483" y="13504"/>
                    <a:pt x="33759" y="5759"/>
                  </a:cubicBezTo>
                  <a:cubicBezTo>
                    <a:pt x="26037" y="-1986"/>
                    <a:pt x="13516" y="-1986"/>
                    <a:pt x="5792" y="5759"/>
                  </a:cubicBezTo>
                  <a:cubicBezTo>
                    <a:pt x="-1931" y="13504"/>
                    <a:pt x="-1931" y="26060"/>
                    <a:pt x="5792" y="33805"/>
                  </a:cubicBezTo>
                  <a:cubicBezTo>
                    <a:pt x="13516" y="41550"/>
                    <a:pt x="26037" y="41550"/>
                    <a:pt x="33759" y="33805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8" name="자유형 177">
              <a:extLst>
                <a:ext uri="{FF2B5EF4-FFF2-40B4-BE49-F238E27FC236}">
                  <a16:creationId xmlns:a16="http://schemas.microsoft.com/office/drawing/2014/main" id="{27C27DC8-5B36-CADD-F642-6B29CF9CA56A}"/>
                </a:ext>
              </a:extLst>
            </p:cNvPr>
            <p:cNvSpPr/>
            <p:nvPr/>
          </p:nvSpPr>
          <p:spPr>
            <a:xfrm flipV="1">
              <a:off x="8456510" y="986377"/>
              <a:ext cx="39552" cy="39662"/>
            </a:xfrm>
            <a:custGeom>
              <a:avLst/>
              <a:gdLst>
                <a:gd name="connsiteX0" fmla="*/ 33760 w 39552"/>
                <a:gd name="connsiteY0" fmla="*/ 33711 h 39662"/>
                <a:gd name="connsiteX1" fmla="*/ 33760 w 39552"/>
                <a:gd name="connsiteY1" fmla="*/ 5665 h 39662"/>
                <a:gd name="connsiteX2" fmla="*/ 5792 w 39552"/>
                <a:gd name="connsiteY2" fmla="*/ 5665 h 39662"/>
                <a:gd name="connsiteX3" fmla="*/ 5792 w 39552"/>
                <a:gd name="connsiteY3" fmla="*/ 33711 h 39662"/>
                <a:gd name="connsiteX4" fmla="*/ 33760 w 39552"/>
                <a:gd name="connsiteY4" fmla="*/ 3371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711"/>
                  </a:moveTo>
                  <a:cubicBezTo>
                    <a:pt x="41483" y="25967"/>
                    <a:pt x="41483" y="13410"/>
                    <a:pt x="33760" y="5665"/>
                  </a:cubicBezTo>
                  <a:cubicBezTo>
                    <a:pt x="26037" y="-2079"/>
                    <a:pt x="13515" y="-2079"/>
                    <a:pt x="5792" y="5665"/>
                  </a:cubicBezTo>
                  <a:cubicBezTo>
                    <a:pt x="-1931" y="13410"/>
                    <a:pt x="-1931" y="25967"/>
                    <a:pt x="5792" y="33711"/>
                  </a:cubicBezTo>
                  <a:cubicBezTo>
                    <a:pt x="13515" y="41456"/>
                    <a:pt x="26037" y="41456"/>
                    <a:pt x="33760" y="33711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9" name="자유형 178">
              <a:extLst>
                <a:ext uri="{FF2B5EF4-FFF2-40B4-BE49-F238E27FC236}">
                  <a16:creationId xmlns:a16="http://schemas.microsoft.com/office/drawing/2014/main" id="{4650DE4F-2482-94AF-1F93-8A34C1298D30}"/>
                </a:ext>
              </a:extLst>
            </p:cNvPr>
            <p:cNvSpPr/>
            <p:nvPr/>
          </p:nvSpPr>
          <p:spPr>
            <a:xfrm flipV="1">
              <a:off x="8440030" y="887220"/>
              <a:ext cx="39551" cy="39662"/>
            </a:xfrm>
            <a:custGeom>
              <a:avLst/>
              <a:gdLst>
                <a:gd name="connsiteX0" fmla="*/ 33760 w 39551"/>
                <a:gd name="connsiteY0" fmla="*/ 33690 h 39662"/>
                <a:gd name="connsiteX1" fmla="*/ 33760 w 39551"/>
                <a:gd name="connsiteY1" fmla="*/ 5644 h 39662"/>
                <a:gd name="connsiteX2" fmla="*/ 5793 w 39551"/>
                <a:gd name="connsiteY2" fmla="*/ 5644 h 39662"/>
                <a:gd name="connsiteX3" fmla="*/ 5793 w 39551"/>
                <a:gd name="connsiteY3" fmla="*/ 33690 h 39662"/>
                <a:gd name="connsiteX4" fmla="*/ 33760 w 39551"/>
                <a:gd name="connsiteY4" fmla="*/ 33690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60" y="33690"/>
                  </a:moveTo>
                  <a:cubicBezTo>
                    <a:pt x="41483" y="25945"/>
                    <a:pt x="41483" y="13389"/>
                    <a:pt x="33760" y="5644"/>
                  </a:cubicBezTo>
                  <a:cubicBezTo>
                    <a:pt x="26036" y="-2101"/>
                    <a:pt x="13515" y="-2101"/>
                    <a:pt x="5793" y="5644"/>
                  </a:cubicBezTo>
                  <a:cubicBezTo>
                    <a:pt x="-1931" y="13389"/>
                    <a:pt x="-1931" y="25945"/>
                    <a:pt x="5793" y="33690"/>
                  </a:cubicBezTo>
                  <a:cubicBezTo>
                    <a:pt x="13515" y="41435"/>
                    <a:pt x="26036" y="41435"/>
                    <a:pt x="33760" y="33690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0" name="자유형 179">
              <a:extLst>
                <a:ext uri="{FF2B5EF4-FFF2-40B4-BE49-F238E27FC236}">
                  <a16:creationId xmlns:a16="http://schemas.microsoft.com/office/drawing/2014/main" id="{0313683A-96E4-74EA-DA56-54EF9C041948}"/>
                </a:ext>
              </a:extLst>
            </p:cNvPr>
            <p:cNvSpPr/>
            <p:nvPr/>
          </p:nvSpPr>
          <p:spPr>
            <a:xfrm flipV="1">
              <a:off x="8424649" y="1019429"/>
              <a:ext cx="39551" cy="39662"/>
            </a:xfrm>
            <a:custGeom>
              <a:avLst/>
              <a:gdLst>
                <a:gd name="connsiteX0" fmla="*/ 33759 w 39551"/>
                <a:gd name="connsiteY0" fmla="*/ 33719 h 39662"/>
                <a:gd name="connsiteX1" fmla="*/ 33759 w 39551"/>
                <a:gd name="connsiteY1" fmla="*/ 5672 h 39662"/>
                <a:gd name="connsiteX2" fmla="*/ 5792 w 39551"/>
                <a:gd name="connsiteY2" fmla="*/ 5672 h 39662"/>
                <a:gd name="connsiteX3" fmla="*/ 5792 w 39551"/>
                <a:gd name="connsiteY3" fmla="*/ 33719 h 39662"/>
                <a:gd name="connsiteX4" fmla="*/ 33759 w 39551"/>
                <a:gd name="connsiteY4" fmla="*/ 33719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59" y="33719"/>
                  </a:moveTo>
                  <a:cubicBezTo>
                    <a:pt x="41483" y="25974"/>
                    <a:pt x="41483" y="13418"/>
                    <a:pt x="33759" y="5672"/>
                  </a:cubicBezTo>
                  <a:cubicBezTo>
                    <a:pt x="26037" y="-2072"/>
                    <a:pt x="13516" y="-2072"/>
                    <a:pt x="5792" y="5672"/>
                  </a:cubicBezTo>
                  <a:cubicBezTo>
                    <a:pt x="-1931" y="13418"/>
                    <a:pt x="-1931" y="25974"/>
                    <a:pt x="5792" y="33719"/>
                  </a:cubicBezTo>
                  <a:cubicBezTo>
                    <a:pt x="13516" y="41463"/>
                    <a:pt x="26037" y="41463"/>
                    <a:pt x="33759" y="33719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81" name="그래픽 87">
              <a:extLst>
                <a:ext uri="{FF2B5EF4-FFF2-40B4-BE49-F238E27FC236}">
                  <a16:creationId xmlns:a16="http://schemas.microsoft.com/office/drawing/2014/main" id="{9DE38C28-51A4-8722-5926-C970045362F2}"/>
                </a:ext>
              </a:extLst>
            </p:cNvPr>
            <p:cNvGrpSpPr/>
            <p:nvPr/>
          </p:nvGrpSpPr>
          <p:grpSpPr>
            <a:xfrm>
              <a:off x="6725007" y="915866"/>
              <a:ext cx="1743588" cy="1148020"/>
              <a:chOff x="6725007" y="915866"/>
              <a:chExt cx="1743588" cy="1148020"/>
            </a:xfrm>
            <a:noFill/>
          </p:grpSpPr>
          <p:sp>
            <p:nvSpPr>
              <p:cNvPr id="182" name="자유형 181">
                <a:extLst>
                  <a:ext uri="{FF2B5EF4-FFF2-40B4-BE49-F238E27FC236}">
                    <a16:creationId xmlns:a16="http://schemas.microsoft.com/office/drawing/2014/main" id="{FFA78FB1-DE49-1515-6FCD-0491196B0D9F}"/>
                  </a:ext>
                </a:extLst>
              </p:cNvPr>
              <p:cNvSpPr/>
              <p:nvPr/>
            </p:nvSpPr>
            <p:spPr>
              <a:xfrm>
                <a:off x="6725007" y="1670563"/>
                <a:ext cx="17578" cy="38561"/>
              </a:xfrm>
              <a:custGeom>
                <a:avLst/>
                <a:gdLst>
                  <a:gd name="connsiteX0" fmla="*/ 8838 w 17578"/>
                  <a:gd name="connsiteY0" fmla="*/ 54 h 38561"/>
                  <a:gd name="connsiteX1" fmla="*/ 8838 w 17578"/>
                  <a:gd name="connsiteY1" fmla="*/ 18784 h 38561"/>
                  <a:gd name="connsiteX2" fmla="*/ 48 w 17578"/>
                  <a:gd name="connsiteY2" fmla="*/ 54 h 38561"/>
                  <a:gd name="connsiteX3" fmla="*/ 17627 w 17578"/>
                  <a:gd name="connsiteY3" fmla="*/ 54 h 38561"/>
                  <a:gd name="connsiteX4" fmla="*/ 8838 w 17578"/>
                  <a:gd name="connsiteY4" fmla="*/ 38615 h 38561"/>
                  <a:gd name="connsiteX5" fmla="*/ 8838 w 17578"/>
                  <a:gd name="connsiteY5" fmla="*/ 18784 h 38561"/>
                  <a:gd name="connsiteX6" fmla="*/ 48 w 17578"/>
                  <a:gd name="connsiteY6" fmla="*/ 38615 h 38561"/>
                  <a:gd name="connsiteX7" fmla="*/ 17627 w 17578"/>
                  <a:gd name="connsiteY7" fmla="*/ 38615 h 38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78" h="38561">
                    <a:moveTo>
                      <a:pt x="8838" y="54"/>
                    </a:moveTo>
                    <a:lnTo>
                      <a:pt x="8838" y="18784"/>
                    </a:lnTo>
                    <a:moveTo>
                      <a:pt x="48" y="54"/>
                    </a:moveTo>
                    <a:lnTo>
                      <a:pt x="17627" y="54"/>
                    </a:lnTo>
                    <a:moveTo>
                      <a:pt x="8838" y="38615"/>
                    </a:moveTo>
                    <a:lnTo>
                      <a:pt x="8838" y="18784"/>
                    </a:lnTo>
                    <a:moveTo>
                      <a:pt x="48" y="38615"/>
                    </a:moveTo>
                    <a:lnTo>
                      <a:pt x="17627" y="38615"/>
                    </a:lnTo>
                  </a:path>
                </a:pathLst>
              </a:custGeom>
              <a:noFill/>
              <a:ln w="6576" cap="rnd">
                <a:solidFill>
                  <a:srgbClr val="000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3" name="자유형 182">
                <a:extLst>
                  <a:ext uri="{FF2B5EF4-FFF2-40B4-BE49-F238E27FC236}">
                    <a16:creationId xmlns:a16="http://schemas.microsoft.com/office/drawing/2014/main" id="{D2CC9291-5CE6-5536-03BC-114DF2F09E6F}"/>
                  </a:ext>
                </a:extLst>
              </p:cNvPr>
              <p:cNvSpPr/>
              <p:nvPr/>
            </p:nvSpPr>
            <p:spPr>
              <a:xfrm>
                <a:off x="7012858" y="2058378"/>
                <a:ext cx="17578" cy="5508"/>
              </a:xfrm>
              <a:custGeom>
                <a:avLst/>
                <a:gdLst>
                  <a:gd name="connsiteX0" fmla="*/ 8838 w 17578"/>
                  <a:gd name="connsiteY0" fmla="*/ 54 h 5508"/>
                  <a:gd name="connsiteX1" fmla="*/ 8838 w 17578"/>
                  <a:gd name="connsiteY1" fmla="*/ 2257 h 5508"/>
                  <a:gd name="connsiteX2" fmla="*/ 48 w 17578"/>
                  <a:gd name="connsiteY2" fmla="*/ 54 h 5508"/>
                  <a:gd name="connsiteX3" fmla="*/ 17627 w 17578"/>
                  <a:gd name="connsiteY3" fmla="*/ 54 h 5508"/>
                  <a:gd name="connsiteX4" fmla="*/ 8838 w 17578"/>
                  <a:gd name="connsiteY4" fmla="*/ 5563 h 5508"/>
                  <a:gd name="connsiteX5" fmla="*/ 8838 w 17578"/>
                  <a:gd name="connsiteY5" fmla="*/ 2257 h 5508"/>
                  <a:gd name="connsiteX6" fmla="*/ 48 w 17578"/>
                  <a:gd name="connsiteY6" fmla="*/ 5563 h 5508"/>
                  <a:gd name="connsiteX7" fmla="*/ 17627 w 17578"/>
                  <a:gd name="connsiteY7" fmla="*/ 5563 h 5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78" h="5508">
                    <a:moveTo>
                      <a:pt x="8838" y="54"/>
                    </a:moveTo>
                    <a:lnTo>
                      <a:pt x="8838" y="2257"/>
                    </a:lnTo>
                    <a:moveTo>
                      <a:pt x="48" y="54"/>
                    </a:moveTo>
                    <a:lnTo>
                      <a:pt x="17627" y="54"/>
                    </a:lnTo>
                    <a:moveTo>
                      <a:pt x="8838" y="5563"/>
                    </a:moveTo>
                    <a:lnTo>
                      <a:pt x="8838" y="2257"/>
                    </a:lnTo>
                    <a:moveTo>
                      <a:pt x="48" y="5563"/>
                    </a:moveTo>
                    <a:lnTo>
                      <a:pt x="17627" y="5563"/>
                    </a:lnTo>
                  </a:path>
                </a:pathLst>
              </a:custGeom>
              <a:noFill/>
              <a:ln w="6576" cap="rnd">
                <a:solidFill>
                  <a:srgbClr val="000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4" name="자유형 183">
                <a:extLst>
                  <a:ext uri="{FF2B5EF4-FFF2-40B4-BE49-F238E27FC236}">
                    <a16:creationId xmlns:a16="http://schemas.microsoft.com/office/drawing/2014/main" id="{0F70CB4C-3331-44E8-1DBE-4DAED6B480E2}"/>
                  </a:ext>
                </a:extLst>
              </p:cNvPr>
              <p:cNvSpPr/>
              <p:nvPr/>
            </p:nvSpPr>
            <p:spPr>
              <a:xfrm>
                <a:off x="7300710" y="2059479"/>
                <a:ext cx="17578" cy="2203"/>
              </a:xfrm>
              <a:custGeom>
                <a:avLst/>
                <a:gdLst>
                  <a:gd name="connsiteX0" fmla="*/ 8838 w 17578"/>
                  <a:gd name="connsiteY0" fmla="*/ 54 h 2203"/>
                  <a:gd name="connsiteX1" fmla="*/ 8838 w 17578"/>
                  <a:gd name="connsiteY1" fmla="*/ 1156 h 2203"/>
                  <a:gd name="connsiteX2" fmla="*/ 48 w 17578"/>
                  <a:gd name="connsiteY2" fmla="*/ 54 h 2203"/>
                  <a:gd name="connsiteX3" fmla="*/ 17627 w 17578"/>
                  <a:gd name="connsiteY3" fmla="*/ 54 h 2203"/>
                  <a:gd name="connsiteX4" fmla="*/ 8838 w 17578"/>
                  <a:gd name="connsiteY4" fmla="*/ 2258 h 2203"/>
                  <a:gd name="connsiteX5" fmla="*/ 8838 w 17578"/>
                  <a:gd name="connsiteY5" fmla="*/ 1156 h 2203"/>
                  <a:gd name="connsiteX6" fmla="*/ 48 w 17578"/>
                  <a:gd name="connsiteY6" fmla="*/ 2258 h 2203"/>
                  <a:gd name="connsiteX7" fmla="*/ 17627 w 17578"/>
                  <a:gd name="connsiteY7" fmla="*/ 2258 h 2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78" h="2203">
                    <a:moveTo>
                      <a:pt x="8838" y="54"/>
                    </a:moveTo>
                    <a:lnTo>
                      <a:pt x="8838" y="1156"/>
                    </a:lnTo>
                    <a:moveTo>
                      <a:pt x="48" y="54"/>
                    </a:moveTo>
                    <a:lnTo>
                      <a:pt x="17627" y="54"/>
                    </a:lnTo>
                    <a:moveTo>
                      <a:pt x="8838" y="2258"/>
                    </a:moveTo>
                    <a:lnTo>
                      <a:pt x="8838" y="1156"/>
                    </a:lnTo>
                    <a:moveTo>
                      <a:pt x="48" y="2258"/>
                    </a:moveTo>
                    <a:lnTo>
                      <a:pt x="17627" y="2258"/>
                    </a:lnTo>
                  </a:path>
                </a:pathLst>
              </a:custGeom>
              <a:noFill/>
              <a:ln w="6576" cap="rnd">
                <a:solidFill>
                  <a:srgbClr val="000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5" name="자유형 184">
                <a:extLst>
                  <a:ext uri="{FF2B5EF4-FFF2-40B4-BE49-F238E27FC236}">
                    <a16:creationId xmlns:a16="http://schemas.microsoft.com/office/drawing/2014/main" id="{6C9BF4F0-D2ED-E0E4-A0B1-4FB37DC0ABD5}"/>
                  </a:ext>
                </a:extLst>
              </p:cNvPr>
              <p:cNvSpPr/>
              <p:nvPr/>
            </p:nvSpPr>
            <p:spPr>
              <a:xfrm>
                <a:off x="7587462" y="1670563"/>
                <a:ext cx="17578" cy="38561"/>
              </a:xfrm>
              <a:custGeom>
                <a:avLst/>
                <a:gdLst>
                  <a:gd name="connsiteX0" fmla="*/ 8837 w 17578"/>
                  <a:gd name="connsiteY0" fmla="*/ 54 h 38561"/>
                  <a:gd name="connsiteX1" fmla="*/ 8837 w 17578"/>
                  <a:gd name="connsiteY1" fmla="*/ 18784 h 38561"/>
                  <a:gd name="connsiteX2" fmla="*/ 48 w 17578"/>
                  <a:gd name="connsiteY2" fmla="*/ 54 h 38561"/>
                  <a:gd name="connsiteX3" fmla="*/ 17627 w 17578"/>
                  <a:gd name="connsiteY3" fmla="*/ 54 h 38561"/>
                  <a:gd name="connsiteX4" fmla="*/ 8837 w 17578"/>
                  <a:gd name="connsiteY4" fmla="*/ 38615 h 38561"/>
                  <a:gd name="connsiteX5" fmla="*/ 8837 w 17578"/>
                  <a:gd name="connsiteY5" fmla="*/ 18784 h 38561"/>
                  <a:gd name="connsiteX6" fmla="*/ 48 w 17578"/>
                  <a:gd name="connsiteY6" fmla="*/ 38615 h 38561"/>
                  <a:gd name="connsiteX7" fmla="*/ 17627 w 17578"/>
                  <a:gd name="connsiteY7" fmla="*/ 38615 h 38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78" h="38561">
                    <a:moveTo>
                      <a:pt x="8837" y="54"/>
                    </a:moveTo>
                    <a:lnTo>
                      <a:pt x="8837" y="18784"/>
                    </a:lnTo>
                    <a:moveTo>
                      <a:pt x="48" y="54"/>
                    </a:moveTo>
                    <a:lnTo>
                      <a:pt x="17627" y="54"/>
                    </a:lnTo>
                    <a:moveTo>
                      <a:pt x="8837" y="38615"/>
                    </a:moveTo>
                    <a:lnTo>
                      <a:pt x="8837" y="18784"/>
                    </a:lnTo>
                    <a:moveTo>
                      <a:pt x="48" y="38615"/>
                    </a:moveTo>
                    <a:lnTo>
                      <a:pt x="17627" y="38615"/>
                    </a:lnTo>
                  </a:path>
                </a:pathLst>
              </a:custGeom>
              <a:noFill/>
              <a:ln w="6576" cap="rnd">
                <a:solidFill>
                  <a:srgbClr val="000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6" name="자유형 185">
                <a:extLst>
                  <a:ext uri="{FF2B5EF4-FFF2-40B4-BE49-F238E27FC236}">
                    <a16:creationId xmlns:a16="http://schemas.microsoft.com/office/drawing/2014/main" id="{340F8F43-29DE-815D-2829-1C0F784FD36C}"/>
                  </a:ext>
                </a:extLst>
              </p:cNvPr>
              <p:cNvSpPr/>
              <p:nvPr/>
            </p:nvSpPr>
            <p:spPr>
              <a:xfrm>
                <a:off x="7875314" y="1773025"/>
                <a:ext cx="17578" cy="76020"/>
              </a:xfrm>
              <a:custGeom>
                <a:avLst/>
                <a:gdLst>
                  <a:gd name="connsiteX0" fmla="*/ 8837 w 17578"/>
                  <a:gd name="connsiteY0" fmla="*/ 54 h 76020"/>
                  <a:gd name="connsiteX1" fmla="*/ 8837 w 17578"/>
                  <a:gd name="connsiteY1" fmla="*/ 37514 h 76020"/>
                  <a:gd name="connsiteX2" fmla="*/ 48 w 17578"/>
                  <a:gd name="connsiteY2" fmla="*/ 54 h 76020"/>
                  <a:gd name="connsiteX3" fmla="*/ 17627 w 17578"/>
                  <a:gd name="connsiteY3" fmla="*/ 54 h 76020"/>
                  <a:gd name="connsiteX4" fmla="*/ 8837 w 17578"/>
                  <a:gd name="connsiteY4" fmla="*/ 76075 h 76020"/>
                  <a:gd name="connsiteX5" fmla="*/ 8837 w 17578"/>
                  <a:gd name="connsiteY5" fmla="*/ 37514 h 76020"/>
                  <a:gd name="connsiteX6" fmla="*/ 48 w 17578"/>
                  <a:gd name="connsiteY6" fmla="*/ 76075 h 76020"/>
                  <a:gd name="connsiteX7" fmla="*/ 17627 w 17578"/>
                  <a:gd name="connsiteY7" fmla="*/ 76075 h 76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78" h="76020">
                    <a:moveTo>
                      <a:pt x="8837" y="54"/>
                    </a:moveTo>
                    <a:lnTo>
                      <a:pt x="8837" y="37514"/>
                    </a:lnTo>
                    <a:moveTo>
                      <a:pt x="48" y="54"/>
                    </a:moveTo>
                    <a:lnTo>
                      <a:pt x="17627" y="54"/>
                    </a:lnTo>
                    <a:moveTo>
                      <a:pt x="8837" y="76075"/>
                    </a:moveTo>
                    <a:lnTo>
                      <a:pt x="8837" y="37514"/>
                    </a:lnTo>
                    <a:moveTo>
                      <a:pt x="48" y="76075"/>
                    </a:moveTo>
                    <a:lnTo>
                      <a:pt x="17627" y="76075"/>
                    </a:lnTo>
                  </a:path>
                </a:pathLst>
              </a:custGeom>
              <a:noFill/>
              <a:ln w="6576" cap="rnd">
                <a:solidFill>
                  <a:srgbClr val="000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7" name="자유형 186">
                <a:extLst>
                  <a:ext uri="{FF2B5EF4-FFF2-40B4-BE49-F238E27FC236}">
                    <a16:creationId xmlns:a16="http://schemas.microsoft.com/office/drawing/2014/main" id="{65859204-29CB-CFC4-769E-07809F4C0F06}"/>
                  </a:ext>
                </a:extLst>
              </p:cNvPr>
              <p:cNvSpPr/>
              <p:nvPr/>
            </p:nvSpPr>
            <p:spPr>
              <a:xfrm>
                <a:off x="8163165" y="1435890"/>
                <a:ext cx="17578" cy="66104"/>
              </a:xfrm>
              <a:custGeom>
                <a:avLst/>
                <a:gdLst>
                  <a:gd name="connsiteX0" fmla="*/ 8837 w 17578"/>
                  <a:gd name="connsiteY0" fmla="*/ 54 h 66104"/>
                  <a:gd name="connsiteX1" fmla="*/ 8837 w 17578"/>
                  <a:gd name="connsiteY1" fmla="*/ 33107 h 66104"/>
                  <a:gd name="connsiteX2" fmla="*/ 48 w 17578"/>
                  <a:gd name="connsiteY2" fmla="*/ 54 h 66104"/>
                  <a:gd name="connsiteX3" fmla="*/ 17627 w 17578"/>
                  <a:gd name="connsiteY3" fmla="*/ 54 h 66104"/>
                  <a:gd name="connsiteX4" fmla="*/ 8837 w 17578"/>
                  <a:gd name="connsiteY4" fmla="*/ 66159 h 66104"/>
                  <a:gd name="connsiteX5" fmla="*/ 8837 w 17578"/>
                  <a:gd name="connsiteY5" fmla="*/ 33107 h 66104"/>
                  <a:gd name="connsiteX6" fmla="*/ 48 w 17578"/>
                  <a:gd name="connsiteY6" fmla="*/ 66159 h 66104"/>
                  <a:gd name="connsiteX7" fmla="*/ 17627 w 17578"/>
                  <a:gd name="connsiteY7" fmla="*/ 66159 h 66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78" h="66104">
                    <a:moveTo>
                      <a:pt x="8837" y="54"/>
                    </a:moveTo>
                    <a:lnTo>
                      <a:pt x="8837" y="33107"/>
                    </a:lnTo>
                    <a:moveTo>
                      <a:pt x="48" y="54"/>
                    </a:moveTo>
                    <a:lnTo>
                      <a:pt x="17627" y="54"/>
                    </a:lnTo>
                    <a:moveTo>
                      <a:pt x="8837" y="66159"/>
                    </a:moveTo>
                    <a:lnTo>
                      <a:pt x="8837" y="33107"/>
                    </a:lnTo>
                    <a:moveTo>
                      <a:pt x="48" y="66159"/>
                    </a:moveTo>
                    <a:lnTo>
                      <a:pt x="17627" y="66159"/>
                    </a:lnTo>
                  </a:path>
                </a:pathLst>
              </a:custGeom>
              <a:noFill/>
              <a:ln w="6576" cap="rnd">
                <a:solidFill>
                  <a:srgbClr val="000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8" name="자유형 187">
                <a:extLst>
                  <a:ext uri="{FF2B5EF4-FFF2-40B4-BE49-F238E27FC236}">
                    <a16:creationId xmlns:a16="http://schemas.microsoft.com/office/drawing/2014/main" id="{CB0A2FF9-1D68-C6AC-0147-6B94160672F1}"/>
                  </a:ext>
                </a:extLst>
              </p:cNvPr>
              <p:cNvSpPr/>
              <p:nvPr/>
            </p:nvSpPr>
            <p:spPr>
              <a:xfrm>
                <a:off x="8451017" y="915866"/>
                <a:ext cx="17578" cy="137718"/>
              </a:xfrm>
              <a:custGeom>
                <a:avLst/>
                <a:gdLst>
                  <a:gd name="connsiteX0" fmla="*/ 8837 w 17578"/>
                  <a:gd name="connsiteY0" fmla="*/ 54 h 137718"/>
                  <a:gd name="connsiteX1" fmla="*/ 8837 w 17578"/>
                  <a:gd name="connsiteY1" fmla="*/ 69464 h 137718"/>
                  <a:gd name="connsiteX2" fmla="*/ 48 w 17578"/>
                  <a:gd name="connsiteY2" fmla="*/ 54 h 137718"/>
                  <a:gd name="connsiteX3" fmla="*/ 17627 w 17578"/>
                  <a:gd name="connsiteY3" fmla="*/ 54 h 137718"/>
                  <a:gd name="connsiteX4" fmla="*/ 8837 w 17578"/>
                  <a:gd name="connsiteY4" fmla="*/ 137773 h 137718"/>
                  <a:gd name="connsiteX5" fmla="*/ 8837 w 17578"/>
                  <a:gd name="connsiteY5" fmla="*/ 69464 h 137718"/>
                  <a:gd name="connsiteX6" fmla="*/ 48 w 17578"/>
                  <a:gd name="connsiteY6" fmla="*/ 137773 h 137718"/>
                  <a:gd name="connsiteX7" fmla="*/ 17627 w 17578"/>
                  <a:gd name="connsiteY7" fmla="*/ 137773 h 137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78" h="137718">
                    <a:moveTo>
                      <a:pt x="8837" y="54"/>
                    </a:moveTo>
                    <a:lnTo>
                      <a:pt x="8837" y="69464"/>
                    </a:lnTo>
                    <a:moveTo>
                      <a:pt x="48" y="54"/>
                    </a:moveTo>
                    <a:lnTo>
                      <a:pt x="17627" y="54"/>
                    </a:lnTo>
                    <a:moveTo>
                      <a:pt x="8837" y="137773"/>
                    </a:moveTo>
                    <a:lnTo>
                      <a:pt x="8837" y="69464"/>
                    </a:lnTo>
                    <a:moveTo>
                      <a:pt x="48" y="137773"/>
                    </a:moveTo>
                    <a:lnTo>
                      <a:pt x="17627" y="137773"/>
                    </a:lnTo>
                  </a:path>
                </a:pathLst>
              </a:custGeom>
              <a:noFill/>
              <a:ln w="6576" cap="rnd">
                <a:solidFill>
                  <a:srgbClr val="000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89" name="그래픽 87">
              <a:extLst>
                <a:ext uri="{FF2B5EF4-FFF2-40B4-BE49-F238E27FC236}">
                  <a16:creationId xmlns:a16="http://schemas.microsoft.com/office/drawing/2014/main" id="{57BE4705-7260-8E21-0FCE-1A219273CC68}"/>
                </a:ext>
              </a:extLst>
            </p:cNvPr>
            <p:cNvGrpSpPr/>
            <p:nvPr/>
          </p:nvGrpSpPr>
          <p:grpSpPr>
            <a:xfrm>
              <a:off x="6823887" y="1303680"/>
              <a:ext cx="1761167" cy="760205"/>
              <a:chOff x="6823887" y="1303680"/>
              <a:chExt cx="1761167" cy="760205"/>
            </a:xfrm>
            <a:noFill/>
          </p:grpSpPr>
          <p:sp>
            <p:nvSpPr>
              <p:cNvPr id="190" name="자유형 189">
                <a:extLst>
                  <a:ext uri="{FF2B5EF4-FFF2-40B4-BE49-F238E27FC236}">
                    <a16:creationId xmlns:a16="http://schemas.microsoft.com/office/drawing/2014/main" id="{7BC30E20-A9B8-E304-1345-0BA44315509A}"/>
                  </a:ext>
                </a:extLst>
              </p:cNvPr>
              <p:cNvSpPr/>
              <p:nvPr/>
            </p:nvSpPr>
            <p:spPr>
              <a:xfrm>
                <a:off x="6823887" y="1303680"/>
                <a:ext cx="35157" cy="66104"/>
              </a:xfrm>
              <a:custGeom>
                <a:avLst/>
                <a:gdLst>
                  <a:gd name="connsiteX0" fmla="*/ 17639 w 35157"/>
                  <a:gd name="connsiteY0" fmla="*/ 97 h 66104"/>
                  <a:gd name="connsiteX1" fmla="*/ 17639 w 35157"/>
                  <a:gd name="connsiteY1" fmla="*/ 33150 h 66104"/>
                  <a:gd name="connsiteX2" fmla="*/ 60 w 35157"/>
                  <a:gd name="connsiteY2" fmla="*/ 97 h 66104"/>
                  <a:gd name="connsiteX3" fmla="*/ 35217 w 35157"/>
                  <a:gd name="connsiteY3" fmla="*/ 97 h 66104"/>
                  <a:gd name="connsiteX4" fmla="*/ 17639 w 35157"/>
                  <a:gd name="connsiteY4" fmla="*/ 66202 h 66104"/>
                  <a:gd name="connsiteX5" fmla="*/ 17639 w 35157"/>
                  <a:gd name="connsiteY5" fmla="*/ 33150 h 66104"/>
                  <a:gd name="connsiteX6" fmla="*/ 60 w 35157"/>
                  <a:gd name="connsiteY6" fmla="*/ 66202 h 66104"/>
                  <a:gd name="connsiteX7" fmla="*/ 35217 w 35157"/>
                  <a:gd name="connsiteY7" fmla="*/ 66202 h 66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157" h="66104">
                    <a:moveTo>
                      <a:pt x="17639" y="97"/>
                    </a:moveTo>
                    <a:lnTo>
                      <a:pt x="17639" y="33150"/>
                    </a:lnTo>
                    <a:moveTo>
                      <a:pt x="60" y="97"/>
                    </a:moveTo>
                    <a:lnTo>
                      <a:pt x="35217" y="97"/>
                    </a:lnTo>
                    <a:moveTo>
                      <a:pt x="17639" y="66202"/>
                    </a:moveTo>
                    <a:lnTo>
                      <a:pt x="17639" y="33150"/>
                    </a:lnTo>
                    <a:moveTo>
                      <a:pt x="60" y="66202"/>
                    </a:moveTo>
                    <a:lnTo>
                      <a:pt x="35217" y="66202"/>
                    </a:lnTo>
                  </a:path>
                </a:pathLst>
              </a:custGeom>
              <a:noFill/>
              <a:ln w="6576" cap="rnd">
                <a:solidFill>
                  <a:srgbClr val="80000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1" name="자유형 190">
                <a:extLst>
                  <a:ext uri="{FF2B5EF4-FFF2-40B4-BE49-F238E27FC236}">
                    <a16:creationId xmlns:a16="http://schemas.microsoft.com/office/drawing/2014/main" id="{136F63D4-321E-0BF5-FBFF-ACF8C518AA5F}"/>
                  </a:ext>
                </a:extLst>
              </p:cNvPr>
              <p:cNvSpPr/>
              <p:nvPr/>
            </p:nvSpPr>
            <p:spPr>
              <a:xfrm>
                <a:off x="7111738" y="2046257"/>
                <a:ext cx="35157" cy="4407"/>
              </a:xfrm>
              <a:custGeom>
                <a:avLst/>
                <a:gdLst>
                  <a:gd name="connsiteX0" fmla="*/ 17639 w 35157"/>
                  <a:gd name="connsiteY0" fmla="*/ 97 h 4407"/>
                  <a:gd name="connsiteX1" fmla="*/ 17639 w 35157"/>
                  <a:gd name="connsiteY1" fmla="*/ 2301 h 4407"/>
                  <a:gd name="connsiteX2" fmla="*/ 60 w 35157"/>
                  <a:gd name="connsiteY2" fmla="*/ 97 h 4407"/>
                  <a:gd name="connsiteX3" fmla="*/ 35217 w 35157"/>
                  <a:gd name="connsiteY3" fmla="*/ 97 h 4407"/>
                  <a:gd name="connsiteX4" fmla="*/ 17639 w 35157"/>
                  <a:gd name="connsiteY4" fmla="*/ 4504 h 4407"/>
                  <a:gd name="connsiteX5" fmla="*/ 17639 w 35157"/>
                  <a:gd name="connsiteY5" fmla="*/ 2301 h 4407"/>
                  <a:gd name="connsiteX6" fmla="*/ 60 w 35157"/>
                  <a:gd name="connsiteY6" fmla="*/ 4504 h 4407"/>
                  <a:gd name="connsiteX7" fmla="*/ 35217 w 35157"/>
                  <a:gd name="connsiteY7" fmla="*/ 4504 h 4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157" h="4407">
                    <a:moveTo>
                      <a:pt x="17639" y="97"/>
                    </a:moveTo>
                    <a:lnTo>
                      <a:pt x="17639" y="2301"/>
                    </a:lnTo>
                    <a:moveTo>
                      <a:pt x="60" y="97"/>
                    </a:moveTo>
                    <a:lnTo>
                      <a:pt x="35217" y="97"/>
                    </a:lnTo>
                    <a:moveTo>
                      <a:pt x="17639" y="4504"/>
                    </a:moveTo>
                    <a:lnTo>
                      <a:pt x="17639" y="2301"/>
                    </a:lnTo>
                    <a:moveTo>
                      <a:pt x="60" y="4504"/>
                    </a:moveTo>
                    <a:lnTo>
                      <a:pt x="35217" y="4504"/>
                    </a:lnTo>
                  </a:path>
                </a:pathLst>
              </a:custGeom>
              <a:noFill/>
              <a:ln w="6576" cap="rnd">
                <a:solidFill>
                  <a:srgbClr val="80000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2" name="자유형 191">
                <a:extLst>
                  <a:ext uri="{FF2B5EF4-FFF2-40B4-BE49-F238E27FC236}">
                    <a16:creationId xmlns:a16="http://schemas.microsoft.com/office/drawing/2014/main" id="{E3C2AF9B-815B-7E75-3888-A3396BF4C1F4}"/>
                  </a:ext>
                </a:extLst>
              </p:cNvPr>
              <p:cNvSpPr/>
              <p:nvPr/>
            </p:nvSpPr>
            <p:spPr>
              <a:xfrm>
                <a:off x="7399590" y="2061682"/>
                <a:ext cx="35157" cy="2203"/>
              </a:xfrm>
              <a:custGeom>
                <a:avLst/>
                <a:gdLst>
                  <a:gd name="connsiteX0" fmla="*/ 17639 w 35157"/>
                  <a:gd name="connsiteY0" fmla="*/ 97 h 2203"/>
                  <a:gd name="connsiteX1" fmla="*/ 17639 w 35157"/>
                  <a:gd name="connsiteY1" fmla="*/ 1199 h 2203"/>
                  <a:gd name="connsiteX2" fmla="*/ 60 w 35157"/>
                  <a:gd name="connsiteY2" fmla="*/ 97 h 2203"/>
                  <a:gd name="connsiteX3" fmla="*/ 35217 w 35157"/>
                  <a:gd name="connsiteY3" fmla="*/ 97 h 2203"/>
                  <a:gd name="connsiteX4" fmla="*/ 17639 w 35157"/>
                  <a:gd name="connsiteY4" fmla="*/ 2301 h 2203"/>
                  <a:gd name="connsiteX5" fmla="*/ 17639 w 35157"/>
                  <a:gd name="connsiteY5" fmla="*/ 1199 h 2203"/>
                  <a:gd name="connsiteX6" fmla="*/ 60 w 35157"/>
                  <a:gd name="connsiteY6" fmla="*/ 2301 h 2203"/>
                  <a:gd name="connsiteX7" fmla="*/ 35217 w 35157"/>
                  <a:gd name="connsiteY7" fmla="*/ 2301 h 2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157" h="2203">
                    <a:moveTo>
                      <a:pt x="17639" y="97"/>
                    </a:moveTo>
                    <a:lnTo>
                      <a:pt x="17639" y="1199"/>
                    </a:lnTo>
                    <a:moveTo>
                      <a:pt x="60" y="97"/>
                    </a:moveTo>
                    <a:lnTo>
                      <a:pt x="35217" y="97"/>
                    </a:lnTo>
                    <a:moveTo>
                      <a:pt x="17639" y="2301"/>
                    </a:moveTo>
                    <a:lnTo>
                      <a:pt x="17639" y="1199"/>
                    </a:lnTo>
                    <a:moveTo>
                      <a:pt x="60" y="2301"/>
                    </a:moveTo>
                    <a:lnTo>
                      <a:pt x="35217" y="2301"/>
                    </a:lnTo>
                  </a:path>
                </a:pathLst>
              </a:custGeom>
              <a:noFill/>
              <a:ln w="6576" cap="rnd">
                <a:solidFill>
                  <a:srgbClr val="80000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3" name="자유형 192">
                <a:extLst>
                  <a:ext uri="{FF2B5EF4-FFF2-40B4-BE49-F238E27FC236}">
                    <a16:creationId xmlns:a16="http://schemas.microsoft.com/office/drawing/2014/main" id="{B32405CF-7BD6-357C-A8FE-DD07593B8730}"/>
                  </a:ext>
                </a:extLst>
              </p:cNvPr>
              <p:cNvSpPr/>
              <p:nvPr/>
            </p:nvSpPr>
            <p:spPr>
              <a:xfrm>
                <a:off x="7687441" y="1780736"/>
                <a:ext cx="35157" cy="49578"/>
              </a:xfrm>
              <a:custGeom>
                <a:avLst/>
                <a:gdLst>
                  <a:gd name="connsiteX0" fmla="*/ 17639 w 35157"/>
                  <a:gd name="connsiteY0" fmla="*/ 97 h 49578"/>
                  <a:gd name="connsiteX1" fmla="*/ 17639 w 35157"/>
                  <a:gd name="connsiteY1" fmla="*/ 24336 h 49578"/>
                  <a:gd name="connsiteX2" fmla="*/ 60 w 35157"/>
                  <a:gd name="connsiteY2" fmla="*/ 97 h 49578"/>
                  <a:gd name="connsiteX3" fmla="*/ 35217 w 35157"/>
                  <a:gd name="connsiteY3" fmla="*/ 97 h 49578"/>
                  <a:gd name="connsiteX4" fmla="*/ 17639 w 35157"/>
                  <a:gd name="connsiteY4" fmla="*/ 49676 h 49578"/>
                  <a:gd name="connsiteX5" fmla="*/ 17639 w 35157"/>
                  <a:gd name="connsiteY5" fmla="*/ 24336 h 49578"/>
                  <a:gd name="connsiteX6" fmla="*/ 60 w 35157"/>
                  <a:gd name="connsiteY6" fmla="*/ 49676 h 49578"/>
                  <a:gd name="connsiteX7" fmla="*/ 35217 w 35157"/>
                  <a:gd name="connsiteY7" fmla="*/ 49676 h 49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157" h="49578">
                    <a:moveTo>
                      <a:pt x="17639" y="97"/>
                    </a:moveTo>
                    <a:lnTo>
                      <a:pt x="17639" y="24336"/>
                    </a:lnTo>
                    <a:moveTo>
                      <a:pt x="60" y="97"/>
                    </a:moveTo>
                    <a:lnTo>
                      <a:pt x="35217" y="97"/>
                    </a:lnTo>
                    <a:moveTo>
                      <a:pt x="17639" y="49676"/>
                    </a:moveTo>
                    <a:lnTo>
                      <a:pt x="17639" y="24336"/>
                    </a:lnTo>
                    <a:moveTo>
                      <a:pt x="60" y="49676"/>
                    </a:moveTo>
                    <a:lnTo>
                      <a:pt x="35217" y="49676"/>
                    </a:lnTo>
                  </a:path>
                </a:pathLst>
              </a:custGeom>
              <a:noFill/>
              <a:ln w="6576" cap="rnd">
                <a:solidFill>
                  <a:srgbClr val="80000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4" name="자유형 193">
                <a:extLst>
                  <a:ext uri="{FF2B5EF4-FFF2-40B4-BE49-F238E27FC236}">
                    <a16:creationId xmlns:a16="http://schemas.microsoft.com/office/drawing/2014/main" id="{E09E8B94-2501-C837-B89F-40657E0FB566}"/>
                  </a:ext>
                </a:extLst>
              </p:cNvPr>
              <p:cNvSpPr/>
              <p:nvPr/>
            </p:nvSpPr>
            <p:spPr>
              <a:xfrm>
                <a:off x="7974194" y="1968033"/>
                <a:ext cx="35157" cy="38561"/>
              </a:xfrm>
              <a:custGeom>
                <a:avLst/>
                <a:gdLst>
                  <a:gd name="connsiteX0" fmla="*/ 17638 w 35157"/>
                  <a:gd name="connsiteY0" fmla="*/ 97 h 38561"/>
                  <a:gd name="connsiteX1" fmla="*/ 17638 w 35157"/>
                  <a:gd name="connsiteY1" fmla="*/ 18827 h 38561"/>
                  <a:gd name="connsiteX2" fmla="*/ 60 w 35157"/>
                  <a:gd name="connsiteY2" fmla="*/ 97 h 38561"/>
                  <a:gd name="connsiteX3" fmla="*/ 35217 w 35157"/>
                  <a:gd name="connsiteY3" fmla="*/ 97 h 38561"/>
                  <a:gd name="connsiteX4" fmla="*/ 17638 w 35157"/>
                  <a:gd name="connsiteY4" fmla="*/ 38658 h 38561"/>
                  <a:gd name="connsiteX5" fmla="*/ 17638 w 35157"/>
                  <a:gd name="connsiteY5" fmla="*/ 18827 h 38561"/>
                  <a:gd name="connsiteX6" fmla="*/ 60 w 35157"/>
                  <a:gd name="connsiteY6" fmla="*/ 38658 h 38561"/>
                  <a:gd name="connsiteX7" fmla="*/ 35217 w 35157"/>
                  <a:gd name="connsiteY7" fmla="*/ 38658 h 38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157" h="38561">
                    <a:moveTo>
                      <a:pt x="17638" y="97"/>
                    </a:moveTo>
                    <a:lnTo>
                      <a:pt x="17638" y="18827"/>
                    </a:lnTo>
                    <a:moveTo>
                      <a:pt x="60" y="97"/>
                    </a:moveTo>
                    <a:lnTo>
                      <a:pt x="35217" y="97"/>
                    </a:lnTo>
                    <a:moveTo>
                      <a:pt x="17638" y="38658"/>
                    </a:moveTo>
                    <a:lnTo>
                      <a:pt x="17638" y="18827"/>
                    </a:lnTo>
                    <a:moveTo>
                      <a:pt x="60" y="38658"/>
                    </a:moveTo>
                    <a:lnTo>
                      <a:pt x="35217" y="38658"/>
                    </a:lnTo>
                  </a:path>
                </a:pathLst>
              </a:custGeom>
              <a:noFill/>
              <a:ln w="6576" cap="rnd">
                <a:solidFill>
                  <a:srgbClr val="80000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5" name="자유형 194">
                <a:extLst>
                  <a:ext uri="{FF2B5EF4-FFF2-40B4-BE49-F238E27FC236}">
                    <a16:creationId xmlns:a16="http://schemas.microsoft.com/office/drawing/2014/main" id="{0E6C1F41-6BDE-59BE-CDA4-20C18A38263A}"/>
                  </a:ext>
                </a:extLst>
              </p:cNvPr>
              <p:cNvSpPr/>
              <p:nvPr/>
            </p:nvSpPr>
            <p:spPr>
              <a:xfrm>
                <a:off x="8549897" y="1408346"/>
                <a:ext cx="35157" cy="100259"/>
              </a:xfrm>
              <a:custGeom>
                <a:avLst/>
                <a:gdLst>
                  <a:gd name="connsiteX0" fmla="*/ 17638 w 35157"/>
                  <a:gd name="connsiteY0" fmla="*/ 97 h 100259"/>
                  <a:gd name="connsiteX1" fmla="*/ 17638 w 35157"/>
                  <a:gd name="connsiteY1" fmla="*/ 49676 h 100259"/>
                  <a:gd name="connsiteX2" fmla="*/ 60 w 35157"/>
                  <a:gd name="connsiteY2" fmla="*/ 97 h 100259"/>
                  <a:gd name="connsiteX3" fmla="*/ 35217 w 35157"/>
                  <a:gd name="connsiteY3" fmla="*/ 97 h 100259"/>
                  <a:gd name="connsiteX4" fmla="*/ 17638 w 35157"/>
                  <a:gd name="connsiteY4" fmla="*/ 100356 h 100259"/>
                  <a:gd name="connsiteX5" fmla="*/ 17638 w 35157"/>
                  <a:gd name="connsiteY5" fmla="*/ 49676 h 100259"/>
                  <a:gd name="connsiteX6" fmla="*/ 60 w 35157"/>
                  <a:gd name="connsiteY6" fmla="*/ 100356 h 100259"/>
                  <a:gd name="connsiteX7" fmla="*/ 35217 w 35157"/>
                  <a:gd name="connsiteY7" fmla="*/ 100356 h 10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157" h="100259">
                    <a:moveTo>
                      <a:pt x="17638" y="97"/>
                    </a:moveTo>
                    <a:lnTo>
                      <a:pt x="17638" y="49676"/>
                    </a:lnTo>
                    <a:moveTo>
                      <a:pt x="60" y="97"/>
                    </a:moveTo>
                    <a:lnTo>
                      <a:pt x="35217" y="97"/>
                    </a:lnTo>
                    <a:moveTo>
                      <a:pt x="17638" y="100356"/>
                    </a:moveTo>
                    <a:lnTo>
                      <a:pt x="17638" y="49676"/>
                    </a:lnTo>
                    <a:moveTo>
                      <a:pt x="60" y="100356"/>
                    </a:moveTo>
                    <a:lnTo>
                      <a:pt x="35217" y="100356"/>
                    </a:lnTo>
                  </a:path>
                </a:pathLst>
              </a:custGeom>
              <a:noFill/>
              <a:ln w="6576" cap="rnd">
                <a:solidFill>
                  <a:srgbClr val="80000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96" name="자유형 195">
              <a:extLst>
                <a:ext uri="{FF2B5EF4-FFF2-40B4-BE49-F238E27FC236}">
                  <a16:creationId xmlns:a16="http://schemas.microsoft.com/office/drawing/2014/main" id="{3827FA63-A08A-1C79-7EFA-8AE49ECCC306}"/>
                </a:ext>
              </a:extLst>
            </p:cNvPr>
            <p:cNvSpPr/>
            <p:nvPr/>
          </p:nvSpPr>
          <p:spPr>
            <a:xfrm flipV="1">
              <a:off x="6838170" y="1316902"/>
              <a:ext cx="39552" cy="39662"/>
            </a:xfrm>
            <a:custGeom>
              <a:avLst/>
              <a:gdLst>
                <a:gd name="connsiteX0" fmla="*/ 33760 w 39552"/>
                <a:gd name="connsiteY0" fmla="*/ 33783 h 39662"/>
                <a:gd name="connsiteX1" fmla="*/ 33760 w 39552"/>
                <a:gd name="connsiteY1" fmla="*/ 5738 h 39662"/>
                <a:gd name="connsiteX2" fmla="*/ 5792 w 39552"/>
                <a:gd name="connsiteY2" fmla="*/ 5738 h 39662"/>
                <a:gd name="connsiteX3" fmla="*/ 5792 w 39552"/>
                <a:gd name="connsiteY3" fmla="*/ 33783 h 39662"/>
                <a:gd name="connsiteX4" fmla="*/ 33760 w 39552"/>
                <a:gd name="connsiteY4" fmla="*/ 33783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783"/>
                  </a:moveTo>
                  <a:cubicBezTo>
                    <a:pt x="41483" y="26039"/>
                    <a:pt x="41483" y="13482"/>
                    <a:pt x="33760" y="5738"/>
                  </a:cubicBezTo>
                  <a:cubicBezTo>
                    <a:pt x="26037" y="-2007"/>
                    <a:pt x="13515" y="-2007"/>
                    <a:pt x="5792" y="5738"/>
                  </a:cubicBezTo>
                  <a:cubicBezTo>
                    <a:pt x="-1931" y="13482"/>
                    <a:pt x="-1931" y="26039"/>
                    <a:pt x="5792" y="33783"/>
                  </a:cubicBezTo>
                  <a:cubicBezTo>
                    <a:pt x="13515" y="41528"/>
                    <a:pt x="26037" y="41528"/>
                    <a:pt x="33760" y="33783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7" name="자유형 196">
              <a:extLst>
                <a:ext uri="{FF2B5EF4-FFF2-40B4-BE49-F238E27FC236}">
                  <a16:creationId xmlns:a16="http://schemas.microsoft.com/office/drawing/2014/main" id="{1E9EC443-115B-4B4C-807C-069E0F693508}"/>
                </a:ext>
              </a:extLst>
            </p:cNvPr>
            <p:cNvSpPr/>
            <p:nvPr/>
          </p:nvSpPr>
          <p:spPr>
            <a:xfrm flipV="1">
              <a:off x="6806308" y="1349953"/>
              <a:ext cx="39552" cy="39663"/>
            </a:xfrm>
            <a:custGeom>
              <a:avLst/>
              <a:gdLst>
                <a:gd name="connsiteX0" fmla="*/ 33760 w 39552"/>
                <a:gd name="connsiteY0" fmla="*/ 33791 h 39663"/>
                <a:gd name="connsiteX1" fmla="*/ 33760 w 39552"/>
                <a:gd name="connsiteY1" fmla="*/ 5745 h 39663"/>
                <a:gd name="connsiteX2" fmla="*/ 5792 w 39552"/>
                <a:gd name="connsiteY2" fmla="*/ 5745 h 39663"/>
                <a:gd name="connsiteX3" fmla="*/ 5792 w 39552"/>
                <a:gd name="connsiteY3" fmla="*/ 33791 h 39663"/>
                <a:gd name="connsiteX4" fmla="*/ 33760 w 39552"/>
                <a:gd name="connsiteY4" fmla="*/ 33791 h 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3">
                  <a:moveTo>
                    <a:pt x="33760" y="33791"/>
                  </a:moveTo>
                  <a:cubicBezTo>
                    <a:pt x="41483" y="26046"/>
                    <a:pt x="41483" y="13489"/>
                    <a:pt x="33760" y="5745"/>
                  </a:cubicBezTo>
                  <a:cubicBezTo>
                    <a:pt x="26037" y="-2000"/>
                    <a:pt x="13515" y="-2000"/>
                    <a:pt x="5792" y="5745"/>
                  </a:cubicBezTo>
                  <a:cubicBezTo>
                    <a:pt x="-1931" y="13489"/>
                    <a:pt x="-1931" y="26046"/>
                    <a:pt x="5792" y="33791"/>
                  </a:cubicBezTo>
                  <a:cubicBezTo>
                    <a:pt x="13515" y="41536"/>
                    <a:pt x="26037" y="41536"/>
                    <a:pt x="33760" y="33791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8" name="자유형 197">
              <a:extLst>
                <a:ext uri="{FF2B5EF4-FFF2-40B4-BE49-F238E27FC236}">
                  <a16:creationId xmlns:a16="http://schemas.microsoft.com/office/drawing/2014/main" id="{9BC19778-FBA8-0BEB-BA12-45C15BD296A2}"/>
                </a:ext>
              </a:extLst>
            </p:cNvPr>
            <p:cNvSpPr/>
            <p:nvPr/>
          </p:nvSpPr>
          <p:spPr>
            <a:xfrm flipV="1">
              <a:off x="6806308" y="1283849"/>
              <a:ext cx="39552" cy="39662"/>
            </a:xfrm>
            <a:custGeom>
              <a:avLst/>
              <a:gdLst>
                <a:gd name="connsiteX0" fmla="*/ 33760 w 39552"/>
                <a:gd name="connsiteY0" fmla="*/ 33777 h 39662"/>
                <a:gd name="connsiteX1" fmla="*/ 33760 w 39552"/>
                <a:gd name="connsiteY1" fmla="*/ 5730 h 39662"/>
                <a:gd name="connsiteX2" fmla="*/ 5792 w 39552"/>
                <a:gd name="connsiteY2" fmla="*/ 5730 h 39662"/>
                <a:gd name="connsiteX3" fmla="*/ 5792 w 39552"/>
                <a:gd name="connsiteY3" fmla="*/ 33777 h 39662"/>
                <a:gd name="connsiteX4" fmla="*/ 33760 w 39552"/>
                <a:gd name="connsiteY4" fmla="*/ 33777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777"/>
                  </a:moveTo>
                  <a:cubicBezTo>
                    <a:pt x="41483" y="26031"/>
                    <a:pt x="41483" y="13475"/>
                    <a:pt x="33760" y="5730"/>
                  </a:cubicBezTo>
                  <a:cubicBezTo>
                    <a:pt x="26037" y="-2014"/>
                    <a:pt x="13515" y="-2014"/>
                    <a:pt x="5792" y="5730"/>
                  </a:cubicBezTo>
                  <a:cubicBezTo>
                    <a:pt x="-1931" y="13475"/>
                    <a:pt x="-1931" y="26031"/>
                    <a:pt x="5792" y="33777"/>
                  </a:cubicBezTo>
                  <a:cubicBezTo>
                    <a:pt x="13515" y="41521"/>
                    <a:pt x="26037" y="41521"/>
                    <a:pt x="33760" y="33777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9" name="자유형 198">
              <a:extLst>
                <a:ext uri="{FF2B5EF4-FFF2-40B4-BE49-F238E27FC236}">
                  <a16:creationId xmlns:a16="http://schemas.microsoft.com/office/drawing/2014/main" id="{76AB7656-24AE-7225-5709-F288D3BDED11}"/>
                </a:ext>
              </a:extLst>
            </p:cNvPr>
            <p:cNvSpPr/>
            <p:nvPr/>
          </p:nvSpPr>
          <p:spPr>
            <a:xfrm flipV="1">
              <a:off x="7094160" y="2030833"/>
              <a:ext cx="39552" cy="39662"/>
            </a:xfrm>
            <a:custGeom>
              <a:avLst/>
              <a:gdLst>
                <a:gd name="connsiteX0" fmla="*/ 33760 w 39552"/>
                <a:gd name="connsiteY0" fmla="*/ 33939 h 39662"/>
                <a:gd name="connsiteX1" fmla="*/ 33760 w 39552"/>
                <a:gd name="connsiteY1" fmla="*/ 5893 h 39662"/>
                <a:gd name="connsiteX2" fmla="*/ 5792 w 39552"/>
                <a:gd name="connsiteY2" fmla="*/ 5893 h 39662"/>
                <a:gd name="connsiteX3" fmla="*/ 5792 w 39552"/>
                <a:gd name="connsiteY3" fmla="*/ 33939 h 39662"/>
                <a:gd name="connsiteX4" fmla="*/ 33760 w 39552"/>
                <a:gd name="connsiteY4" fmla="*/ 33939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939"/>
                  </a:moveTo>
                  <a:cubicBezTo>
                    <a:pt x="41483" y="26194"/>
                    <a:pt x="41483" y="13637"/>
                    <a:pt x="33760" y="5893"/>
                  </a:cubicBezTo>
                  <a:cubicBezTo>
                    <a:pt x="26037" y="-1852"/>
                    <a:pt x="13515" y="-1852"/>
                    <a:pt x="5792" y="5893"/>
                  </a:cubicBezTo>
                  <a:cubicBezTo>
                    <a:pt x="-1931" y="13637"/>
                    <a:pt x="-1931" y="26194"/>
                    <a:pt x="5792" y="33939"/>
                  </a:cubicBezTo>
                  <a:cubicBezTo>
                    <a:pt x="13515" y="41683"/>
                    <a:pt x="26037" y="41683"/>
                    <a:pt x="33760" y="33939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0" name="자유형 199">
              <a:extLst>
                <a:ext uri="{FF2B5EF4-FFF2-40B4-BE49-F238E27FC236}">
                  <a16:creationId xmlns:a16="http://schemas.microsoft.com/office/drawing/2014/main" id="{82635466-09A5-9896-ACA8-3EB90E0CC8F5}"/>
                </a:ext>
              </a:extLst>
            </p:cNvPr>
            <p:cNvSpPr/>
            <p:nvPr/>
          </p:nvSpPr>
          <p:spPr>
            <a:xfrm flipV="1">
              <a:off x="7126021" y="2027528"/>
              <a:ext cx="39552" cy="39662"/>
            </a:xfrm>
            <a:custGeom>
              <a:avLst/>
              <a:gdLst>
                <a:gd name="connsiteX0" fmla="*/ 33760 w 39552"/>
                <a:gd name="connsiteY0" fmla="*/ 33938 h 39662"/>
                <a:gd name="connsiteX1" fmla="*/ 33760 w 39552"/>
                <a:gd name="connsiteY1" fmla="*/ 5892 h 39662"/>
                <a:gd name="connsiteX2" fmla="*/ 5792 w 39552"/>
                <a:gd name="connsiteY2" fmla="*/ 5892 h 39662"/>
                <a:gd name="connsiteX3" fmla="*/ 5792 w 39552"/>
                <a:gd name="connsiteY3" fmla="*/ 33938 h 39662"/>
                <a:gd name="connsiteX4" fmla="*/ 33760 w 39552"/>
                <a:gd name="connsiteY4" fmla="*/ 33938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938"/>
                  </a:moveTo>
                  <a:cubicBezTo>
                    <a:pt x="41483" y="26193"/>
                    <a:pt x="41483" y="13637"/>
                    <a:pt x="33760" y="5892"/>
                  </a:cubicBezTo>
                  <a:cubicBezTo>
                    <a:pt x="26037" y="-1853"/>
                    <a:pt x="13515" y="-1853"/>
                    <a:pt x="5792" y="5892"/>
                  </a:cubicBezTo>
                  <a:cubicBezTo>
                    <a:pt x="-1931" y="13637"/>
                    <a:pt x="-1931" y="26193"/>
                    <a:pt x="5792" y="33938"/>
                  </a:cubicBezTo>
                  <a:cubicBezTo>
                    <a:pt x="13515" y="41683"/>
                    <a:pt x="26037" y="41683"/>
                    <a:pt x="33760" y="33938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1" name="자유형 200">
              <a:extLst>
                <a:ext uri="{FF2B5EF4-FFF2-40B4-BE49-F238E27FC236}">
                  <a16:creationId xmlns:a16="http://schemas.microsoft.com/office/drawing/2014/main" id="{10AE708A-72E1-D1C7-BC36-EE91A59F37C3}"/>
                </a:ext>
              </a:extLst>
            </p:cNvPr>
            <p:cNvSpPr/>
            <p:nvPr/>
          </p:nvSpPr>
          <p:spPr>
            <a:xfrm flipV="1">
              <a:off x="7109541" y="2026427"/>
              <a:ext cx="39552" cy="39662"/>
            </a:xfrm>
            <a:custGeom>
              <a:avLst/>
              <a:gdLst>
                <a:gd name="connsiteX0" fmla="*/ 33760 w 39552"/>
                <a:gd name="connsiteY0" fmla="*/ 33938 h 39662"/>
                <a:gd name="connsiteX1" fmla="*/ 33760 w 39552"/>
                <a:gd name="connsiteY1" fmla="*/ 5892 h 39662"/>
                <a:gd name="connsiteX2" fmla="*/ 5792 w 39552"/>
                <a:gd name="connsiteY2" fmla="*/ 5892 h 39662"/>
                <a:gd name="connsiteX3" fmla="*/ 5792 w 39552"/>
                <a:gd name="connsiteY3" fmla="*/ 33938 h 39662"/>
                <a:gd name="connsiteX4" fmla="*/ 33760 w 39552"/>
                <a:gd name="connsiteY4" fmla="*/ 33938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938"/>
                  </a:moveTo>
                  <a:cubicBezTo>
                    <a:pt x="41483" y="26193"/>
                    <a:pt x="41483" y="13636"/>
                    <a:pt x="33760" y="5892"/>
                  </a:cubicBezTo>
                  <a:cubicBezTo>
                    <a:pt x="26037" y="-1853"/>
                    <a:pt x="13515" y="-1853"/>
                    <a:pt x="5792" y="5892"/>
                  </a:cubicBezTo>
                  <a:cubicBezTo>
                    <a:pt x="-1931" y="13636"/>
                    <a:pt x="-1931" y="26193"/>
                    <a:pt x="5792" y="33938"/>
                  </a:cubicBezTo>
                  <a:cubicBezTo>
                    <a:pt x="13515" y="41682"/>
                    <a:pt x="26037" y="41682"/>
                    <a:pt x="33760" y="33938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2" name="자유형 201">
              <a:extLst>
                <a:ext uri="{FF2B5EF4-FFF2-40B4-BE49-F238E27FC236}">
                  <a16:creationId xmlns:a16="http://schemas.microsoft.com/office/drawing/2014/main" id="{A23A7FA5-F8D9-005D-F40F-31DC81AB70BE}"/>
                </a:ext>
              </a:extLst>
            </p:cNvPr>
            <p:cNvSpPr/>
            <p:nvPr/>
          </p:nvSpPr>
          <p:spPr>
            <a:xfrm flipV="1">
              <a:off x="7397393" y="2040749"/>
              <a:ext cx="39551" cy="39662"/>
            </a:xfrm>
            <a:custGeom>
              <a:avLst/>
              <a:gdLst>
                <a:gd name="connsiteX0" fmla="*/ 33759 w 39551"/>
                <a:gd name="connsiteY0" fmla="*/ 33941 h 39662"/>
                <a:gd name="connsiteX1" fmla="*/ 33759 w 39551"/>
                <a:gd name="connsiteY1" fmla="*/ 5895 h 39662"/>
                <a:gd name="connsiteX2" fmla="*/ 5792 w 39551"/>
                <a:gd name="connsiteY2" fmla="*/ 5895 h 39662"/>
                <a:gd name="connsiteX3" fmla="*/ 5792 w 39551"/>
                <a:gd name="connsiteY3" fmla="*/ 33941 h 39662"/>
                <a:gd name="connsiteX4" fmla="*/ 33759 w 39551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59" y="33941"/>
                  </a:moveTo>
                  <a:cubicBezTo>
                    <a:pt x="41483" y="26196"/>
                    <a:pt x="41483" y="13639"/>
                    <a:pt x="33759" y="5895"/>
                  </a:cubicBezTo>
                  <a:cubicBezTo>
                    <a:pt x="26037" y="-1850"/>
                    <a:pt x="13515" y="-1850"/>
                    <a:pt x="5792" y="5895"/>
                  </a:cubicBezTo>
                  <a:cubicBezTo>
                    <a:pt x="-1931" y="13639"/>
                    <a:pt x="-1931" y="26196"/>
                    <a:pt x="5792" y="33941"/>
                  </a:cubicBezTo>
                  <a:cubicBezTo>
                    <a:pt x="13515" y="41685"/>
                    <a:pt x="26037" y="41685"/>
                    <a:pt x="33759" y="33941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3" name="자유형 202">
              <a:extLst>
                <a:ext uri="{FF2B5EF4-FFF2-40B4-BE49-F238E27FC236}">
                  <a16:creationId xmlns:a16="http://schemas.microsoft.com/office/drawing/2014/main" id="{8DB3702C-79A5-0257-AA4C-F469807DCCA6}"/>
                </a:ext>
              </a:extLst>
            </p:cNvPr>
            <p:cNvSpPr/>
            <p:nvPr/>
          </p:nvSpPr>
          <p:spPr>
            <a:xfrm flipV="1">
              <a:off x="7382011" y="2044054"/>
              <a:ext cx="39551" cy="39662"/>
            </a:xfrm>
            <a:custGeom>
              <a:avLst/>
              <a:gdLst>
                <a:gd name="connsiteX0" fmla="*/ 33760 w 39551"/>
                <a:gd name="connsiteY0" fmla="*/ 33941 h 39662"/>
                <a:gd name="connsiteX1" fmla="*/ 33760 w 39551"/>
                <a:gd name="connsiteY1" fmla="*/ 5896 h 39662"/>
                <a:gd name="connsiteX2" fmla="*/ 5793 w 39551"/>
                <a:gd name="connsiteY2" fmla="*/ 5896 h 39662"/>
                <a:gd name="connsiteX3" fmla="*/ 5793 w 39551"/>
                <a:gd name="connsiteY3" fmla="*/ 33941 h 39662"/>
                <a:gd name="connsiteX4" fmla="*/ 33760 w 39551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60" y="33941"/>
                  </a:moveTo>
                  <a:cubicBezTo>
                    <a:pt x="41483" y="26197"/>
                    <a:pt x="41483" y="13640"/>
                    <a:pt x="33760" y="5896"/>
                  </a:cubicBezTo>
                  <a:cubicBezTo>
                    <a:pt x="26036" y="-1849"/>
                    <a:pt x="13515" y="-1849"/>
                    <a:pt x="5793" y="5896"/>
                  </a:cubicBezTo>
                  <a:cubicBezTo>
                    <a:pt x="-1931" y="13640"/>
                    <a:pt x="-1931" y="26197"/>
                    <a:pt x="5793" y="33941"/>
                  </a:cubicBezTo>
                  <a:cubicBezTo>
                    <a:pt x="13515" y="41686"/>
                    <a:pt x="26036" y="41686"/>
                    <a:pt x="33760" y="33941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4" name="자유형 203">
              <a:extLst>
                <a:ext uri="{FF2B5EF4-FFF2-40B4-BE49-F238E27FC236}">
                  <a16:creationId xmlns:a16="http://schemas.microsoft.com/office/drawing/2014/main" id="{8E1F7F94-1D71-39FA-8353-A36FC3A42FEA}"/>
                </a:ext>
              </a:extLst>
            </p:cNvPr>
            <p:cNvSpPr/>
            <p:nvPr/>
          </p:nvSpPr>
          <p:spPr>
            <a:xfrm flipV="1">
              <a:off x="7413872" y="2042953"/>
              <a:ext cx="39552" cy="39662"/>
            </a:xfrm>
            <a:custGeom>
              <a:avLst/>
              <a:gdLst>
                <a:gd name="connsiteX0" fmla="*/ 33760 w 39552"/>
                <a:gd name="connsiteY0" fmla="*/ 33941 h 39662"/>
                <a:gd name="connsiteX1" fmla="*/ 33760 w 39552"/>
                <a:gd name="connsiteY1" fmla="*/ 5895 h 39662"/>
                <a:gd name="connsiteX2" fmla="*/ 5793 w 39552"/>
                <a:gd name="connsiteY2" fmla="*/ 5895 h 39662"/>
                <a:gd name="connsiteX3" fmla="*/ 5793 w 39552"/>
                <a:gd name="connsiteY3" fmla="*/ 33941 h 39662"/>
                <a:gd name="connsiteX4" fmla="*/ 33760 w 39552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941"/>
                  </a:moveTo>
                  <a:cubicBezTo>
                    <a:pt x="41483" y="26197"/>
                    <a:pt x="41483" y="13640"/>
                    <a:pt x="33760" y="5895"/>
                  </a:cubicBezTo>
                  <a:cubicBezTo>
                    <a:pt x="26037" y="-1849"/>
                    <a:pt x="13515" y="-1849"/>
                    <a:pt x="5793" y="5895"/>
                  </a:cubicBezTo>
                  <a:cubicBezTo>
                    <a:pt x="-1931" y="13640"/>
                    <a:pt x="-1931" y="26197"/>
                    <a:pt x="5793" y="33941"/>
                  </a:cubicBezTo>
                  <a:cubicBezTo>
                    <a:pt x="13515" y="41686"/>
                    <a:pt x="26037" y="41686"/>
                    <a:pt x="33760" y="33941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5" name="자유형 204">
              <a:extLst>
                <a:ext uri="{FF2B5EF4-FFF2-40B4-BE49-F238E27FC236}">
                  <a16:creationId xmlns:a16="http://schemas.microsoft.com/office/drawing/2014/main" id="{4908C9D9-0969-9B25-8A8B-EE25974A3717}"/>
                </a:ext>
              </a:extLst>
            </p:cNvPr>
            <p:cNvSpPr/>
            <p:nvPr/>
          </p:nvSpPr>
          <p:spPr>
            <a:xfrm flipV="1">
              <a:off x="7701724" y="1779635"/>
              <a:ext cx="39552" cy="39662"/>
            </a:xfrm>
            <a:custGeom>
              <a:avLst/>
              <a:gdLst>
                <a:gd name="connsiteX0" fmla="*/ 33760 w 39552"/>
                <a:gd name="connsiteY0" fmla="*/ 33884 h 39662"/>
                <a:gd name="connsiteX1" fmla="*/ 33760 w 39552"/>
                <a:gd name="connsiteY1" fmla="*/ 5838 h 39662"/>
                <a:gd name="connsiteX2" fmla="*/ 5793 w 39552"/>
                <a:gd name="connsiteY2" fmla="*/ 5838 h 39662"/>
                <a:gd name="connsiteX3" fmla="*/ 5793 w 39552"/>
                <a:gd name="connsiteY3" fmla="*/ 33884 h 39662"/>
                <a:gd name="connsiteX4" fmla="*/ 33760 w 39552"/>
                <a:gd name="connsiteY4" fmla="*/ 33884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884"/>
                  </a:moveTo>
                  <a:cubicBezTo>
                    <a:pt x="41483" y="26139"/>
                    <a:pt x="41483" y="13583"/>
                    <a:pt x="33760" y="5838"/>
                  </a:cubicBezTo>
                  <a:cubicBezTo>
                    <a:pt x="26037" y="-1906"/>
                    <a:pt x="13515" y="-1906"/>
                    <a:pt x="5793" y="5838"/>
                  </a:cubicBezTo>
                  <a:cubicBezTo>
                    <a:pt x="-1931" y="13583"/>
                    <a:pt x="-1931" y="26139"/>
                    <a:pt x="5793" y="33884"/>
                  </a:cubicBezTo>
                  <a:cubicBezTo>
                    <a:pt x="13515" y="41629"/>
                    <a:pt x="26037" y="41629"/>
                    <a:pt x="33760" y="33884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6" name="자유형 205">
              <a:extLst>
                <a:ext uri="{FF2B5EF4-FFF2-40B4-BE49-F238E27FC236}">
                  <a16:creationId xmlns:a16="http://schemas.microsoft.com/office/drawing/2014/main" id="{BE80142C-7F84-EEEE-4155-2429F44CA0CD}"/>
                </a:ext>
              </a:extLst>
            </p:cNvPr>
            <p:cNvSpPr/>
            <p:nvPr/>
          </p:nvSpPr>
          <p:spPr>
            <a:xfrm flipV="1">
              <a:off x="7669863" y="1763109"/>
              <a:ext cx="39551" cy="39662"/>
            </a:xfrm>
            <a:custGeom>
              <a:avLst/>
              <a:gdLst>
                <a:gd name="connsiteX0" fmla="*/ 33760 w 39551"/>
                <a:gd name="connsiteY0" fmla="*/ 33881 h 39662"/>
                <a:gd name="connsiteX1" fmla="*/ 33760 w 39551"/>
                <a:gd name="connsiteY1" fmla="*/ 5834 h 39662"/>
                <a:gd name="connsiteX2" fmla="*/ 5793 w 39551"/>
                <a:gd name="connsiteY2" fmla="*/ 5834 h 39662"/>
                <a:gd name="connsiteX3" fmla="*/ 5793 w 39551"/>
                <a:gd name="connsiteY3" fmla="*/ 33881 h 39662"/>
                <a:gd name="connsiteX4" fmla="*/ 33760 w 39551"/>
                <a:gd name="connsiteY4" fmla="*/ 3388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60" y="33881"/>
                  </a:moveTo>
                  <a:cubicBezTo>
                    <a:pt x="41482" y="26136"/>
                    <a:pt x="41482" y="13579"/>
                    <a:pt x="33760" y="5834"/>
                  </a:cubicBezTo>
                  <a:cubicBezTo>
                    <a:pt x="26036" y="-1910"/>
                    <a:pt x="13515" y="-1910"/>
                    <a:pt x="5793" y="5834"/>
                  </a:cubicBezTo>
                  <a:cubicBezTo>
                    <a:pt x="-1931" y="13579"/>
                    <a:pt x="-1931" y="26136"/>
                    <a:pt x="5793" y="33881"/>
                  </a:cubicBezTo>
                  <a:cubicBezTo>
                    <a:pt x="13515" y="41625"/>
                    <a:pt x="26036" y="41625"/>
                    <a:pt x="33760" y="33881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7" name="자유형 206">
              <a:extLst>
                <a:ext uri="{FF2B5EF4-FFF2-40B4-BE49-F238E27FC236}">
                  <a16:creationId xmlns:a16="http://schemas.microsoft.com/office/drawing/2014/main" id="{BAB65EC3-0B54-ED45-55E2-0F1749320B46}"/>
                </a:ext>
              </a:extLst>
            </p:cNvPr>
            <p:cNvSpPr/>
            <p:nvPr/>
          </p:nvSpPr>
          <p:spPr>
            <a:xfrm flipV="1">
              <a:off x="7669863" y="1812688"/>
              <a:ext cx="39551" cy="39662"/>
            </a:xfrm>
            <a:custGeom>
              <a:avLst/>
              <a:gdLst>
                <a:gd name="connsiteX0" fmla="*/ 33760 w 39551"/>
                <a:gd name="connsiteY0" fmla="*/ 33891 h 39662"/>
                <a:gd name="connsiteX1" fmla="*/ 33760 w 39551"/>
                <a:gd name="connsiteY1" fmla="*/ 5846 h 39662"/>
                <a:gd name="connsiteX2" fmla="*/ 5793 w 39551"/>
                <a:gd name="connsiteY2" fmla="*/ 5846 h 39662"/>
                <a:gd name="connsiteX3" fmla="*/ 5793 w 39551"/>
                <a:gd name="connsiteY3" fmla="*/ 33891 h 39662"/>
                <a:gd name="connsiteX4" fmla="*/ 33760 w 39551"/>
                <a:gd name="connsiteY4" fmla="*/ 3389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60" y="33891"/>
                  </a:moveTo>
                  <a:cubicBezTo>
                    <a:pt x="41482" y="26146"/>
                    <a:pt x="41482" y="13590"/>
                    <a:pt x="33760" y="5846"/>
                  </a:cubicBezTo>
                  <a:cubicBezTo>
                    <a:pt x="26036" y="-1900"/>
                    <a:pt x="13515" y="-1900"/>
                    <a:pt x="5793" y="5846"/>
                  </a:cubicBezTo>
                  <a:cubicBezTo>
                    <a:pt x="-1931" y="13590"/>
                    <a:pt x="-1931" y="26146"/>
                    <a:pt x="5793" y="33891"/>
                  </a:cubicBezTo>
                  <a:cubicBezTo>
                    <a:pt x="13515" y="41635"/>
                    <a:pt x="26036" y="41635"/>
                    <a:pt x="33760" y="33891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8" name="자유형 207">
              <a:extLst>
                <a:ext uri="{FF2B5EF4-FFF2-40B4-BE49-F238E27FC236}">
                  <a16:creationId xmlns:a16="http://schemas.microsoft.com/office/drawing/2014/main" id="{4D883EE6-AAE7-F221-38C6-B68D9D59DB5B}"/>
                </a:ext>
              </a:extLst>
            </p:cNvPr>
            <p:cNvSpPr/>
            <p:nvPr/>
          </p:nvSpPr>
          <p:spPr>
            <a:xfrm flipV="1">
              <a:off x="7956616" y="1977949"/>
              <a:ext cx="39551" cy="39663"/>
            </a:xfrm>
            <a:custGeom>
              <a:avLst/>
              <a:gdLst>
                <a:gd name="connsiteX0" fmla="*/ 33759 w 39551"/>
                <a:gd name="connsiteY0" fmla="*/ 33927 h 39663"/>
                <a:gd name="connsiteX1" fmla="*/ 33759 w 39551"/>
                <a:gd name="connsiteY1" fmla="*/ 5881 h 39663"/>
                <a:gd name="connsiteX2" fmla="*/ 5792 w 39551"/>
                <a:gd name="connsiteY2" fmla="*/ 5881 h 39663"/>
                <a:gd name="connsiteX3" fmla="*/ 5792 w 39551"/>
                <a:gd name="connsiteY3" fmla="*/ 33927 h 39663"/>
                <a:gd name="connsiteX4" fmla="*/ 33759 w 39551"/>
                <a:gd name="connsiteY4" fmla="*/ 33927 h 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3">
                  <a:moveTo>
                    <a:pt x="33759" y="33927"/>
                  </a:moveTo>
                  <a:cubicBezTo>
                    <a:pt x="41483" y="26183"/>
                    <a:pt x="41483" y="13626"/>
                    <a:pt x="33759" y="5881"/>
                  </a:cubicBezTo>
                  <a:cubicBezTo>
                    <a:pt x="26037" y="-1863"/>
                    <a:pt x="13515" y="-1863"/>
                    <a:pt x="5792" y="5881"/>
                  </a:cubicBezTo>
                  <a:cubicBezTo>
                    <a:pt x="-1931" y="13626"/>
                    <a:pt x="-1931" y="26183"/>
                    <a:pt x="5792" y="33927"/>
                  </a:cubicBezTo>
                  <a:cubicBezTo>
                    <a:pt x="13515" y="41672"/>
                    <a:pt x="26037" y="41672"/>
                    <a:pt x="33759" y="33927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9" name="자유형 208">
              <a:extLst>
                <a:ext uri="{FF2B5EF4-FFF2-40B4-BE49-F238E27FC236}">
                  <a16:creationId xmlns:a16="http://schemas.microsoft.com/office/drawing/2014/main" id="{AC0BE1DB-1EDB-9BB5-3968-C055A6958D8B}"/>
                </a:ext>
              </a:extLst>
            </p:cNvPr>
            <p:cNvSpPr/>
            <p:nvPr/>
          </p:nvSpPr>
          <p:spPr>
            <a:xfrm flipV="1">
              <a:off x="7971997" y="1944897"/>
              <a:ext cx="39551" cy="39662"/>
            </a:xfrm>
            <a:custGeom>
              <a:avLst/>
              <a:gdLst>
                <a:gd name="connsiteX0" fmla="*/ 33760 w 39551"/>
                <a:gd name="connsiteY0" fmla="*/ 33920 h 39662"/>
                <a:gd name="connsiteX1" fmla="*/ 33760 w 39551"/>
                <a:gd name="connsiteY1" fmla="*/ 5874 h 39662"/>
                <a:gd name="connsiteX2" fmla="*/ 5793 w 39551"/>
                <a:gd name="connsiteY2" fmla="*/ 5874 h 39662"/>
                <a:gd name="connsiteX3" fmla="*/ 5793 w 39551"/>
                <a:gd name="connsiteY3" fmla="*/ 33920 h 39662"/>
                <a:gd name="connsiteX4" fmla="*/ 33760 w 39551"/>
                <a:gd name="connsiteY4" fmla="*/ 33920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60" y="33920"/>
                  </a:moveTo>
                  <a:cubicBezTo>
                    <a:pt x="41482" y="26176"/>
                    <a:pt x="41482" y="13619"/>
                    <a:pt x="33760" y="5874"/>
                  </a:cubicBezTo>
                  <a:cubicBezTo>
                    <a:pt x="26036" y="-1871"/>
                    <a:pt x="13515" y="-1871"/>
                    <a:pt x="5793" y="5874"/>
                  </a:cubicBezTo>
                  <a:cubicBezTo>
                    <a:pt x="-1931" y="13619"/>
                    <a:pt x="-1931" y="26176"/>
                    <a:pt x="5793" y="33920"/>
                  </a:cubicBezTo>
                  <a:cubicBezTo>
                    <a:pt x="13515" y="41664"/>
                    <a:pt x="26036" y="41664"/>
                    <a:pt x="33760" y="33920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0" name="자유형 209">
              <a:extLst>
                <a:ext uri="{FF2B5EF4-FFF2-40B4-BE49-F238E27FC236}">
                  <a16:creationId xmlns:a16="http://schemas.microsoft.com/office/drawing/2014/main" id="{1EFD4B65-6151-4894-CBA1-25E0430DFF12}"/>
                </a:ext>
              </a:extLst>
            </p:cNvPr>
            <p:cNvSpPr/>
            <p:nvPr/>
          </p:nvSpPr>
          <p:spPr>
            <a:xfrm flipV="1">
              <a:off x="7988477" y="1977949"/>
              <a:ext cx="39552" cy="39663"/>
            </a:xfrm>
            <a:custGeom>
              <a:avLst/>
              <a:gdLst>
                <a:gd name="connsiteX0" fmla="*/ 33760 w 39552"/>
                <a:gd name="connsiteY0" fmla="*/ 33927 h 39663"/>
                <a:gd name="connsiteX1" fmla="*/ 33760 w 39552"/>
                <a:gd name="connsiteY1" fmla="*/ 5881 h 39663"/>
                <a:gd name="connsiteX2" fmla="*/ 5792 w 39552"/>
                <a:gd name="connsiteY2" fmla="*/ 5881 h 39663"/>
                <a:gd name="connsiteX3" fmla="*/ 5792 w 39552"/>
                <a:gd name="connsiteY3" fmla="*/ 33927 h 39663"/>
                <a:gd name="connsiteX4" fmla="*/ 33760 w 39552"/>
                <a:gd name="connsiteY4" fmla="*/ 33927 h 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3">
                  <a:moveTo>
                    <a:pt x="33760" y="33927"/>
                  </a:moveTo>
                  <a:cubicBezTo>
                    <a:pt x="41483" y="26183"/>
                    <a:pt x="41483" y="13626"/>
                    <a:pt x="33760" y="5881"/>
                  </a:cubicBezTo>
                  <a:cubicBezTo>
                    <a:pt x="26037" y="-1863"/>
                    <a:pt x="13515" y="-1863"/>
                    <a:pt x="5792" y="5881"/>
                  </a:cubicBezTo>
                  <a:cubicBezTo>
                    <a:pt x="-1931" y="13626"/>
                    <a:pt x="-1931" y="26183"/>
                    <a:pt x="5792" y="33927"/>
                  </a:cubicBezTo>
                  <a:cubicBezTo>
                    <a:pt x="13515" y="41672"/>
                    <a:pt x="26037" y="41672"/>
                    <a:pt x="33760" y="33927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1" name="자유형 210">
              <a:extLst>
                <a:ext uri="{FF2B5EF4-FFF2-40B4-BE49-F238E27FC236}">
                  <a16:creationId xmlns:a16="http://schemas.microsoft.com/office/drawing/2014/main" id="{6C92EBA5-1FDF-9048-8CE3-E1FF7253E625}"/>
                </a:ext>
              </a:extLst>
            </p:cNvPr>
            <p:cNvSpPr/>
            <p:nvPr/>
          </p:nvSpPr>
          <p:spPr>
            <a:xfrm flipV="1">
              <a:off x="8244467" y="2044054"/>
              <a:ext cx="39551" cy="39662"/>
            </a:xfrm>
            <a:custGeom>
              <a:avLst/>
              <a:gdLst>
                <a:gd name="connsiteX0" fmla="*/ 33759 w 39551"/>
                <a:gd name="connsiteY0" fmla="*/ 33941 h 39662"/>
                <a:gd name="connsiteX1" fmla="*/ 33759 w 39551"/>
                <a:gd name="connsiteY1" fmla="*/ 5896 h 39662"/>
                <a:gd name="connsiteX2" fmla="*/ 5792 w 39551"/>
                <a:gd name="connsiteY2" fmla="*/ 5896 h 39662"/>
                <a:gd name="connsiteX3" fmla="*/ 5792 w 39551"/>
                <a:gd name="connsiteY3" fmla="*/ 33941 h 39662"/>
                <a:gd name="connsiteX4" fmla="*/ 33759 w 39551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59" y="33941"/>
                  </a:moveTo>
                  <a:cubicBezTo>
                    <a:pt x="41483" y="26197"/>
                    <a:pt x="41483" y="13640"/>
                    <a:pt x="33759" y="5896"/>
                  </a:cubicBezTo>
                  <a:cubicBezTo>
                    <a:pt x="26037" y="-1849"/>
                    <a:pt x="13515" y="-1849"/>
                    <a:pt x="5792" y="5896"/>
                  </a:cubicBezTo>
                  <a:cubicBezTo>
                    <a:pt x="-1931" y="13640"/>
                    <a:pt x="-1931" y="26197"/>
                    <a:pt x="5792" y="33941"/>
                  </a:cubicBezTo>
                  <a:cubicBezTo>
                    <a:pt x="13515" y="41686"/>
                    <a:pt x="26037" y="41686"/>
                    <a:pt x="33759" y="33941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2" name="자유형 211">
              <a:extLst>
                <a:ext uri="{FF2B5EF4-FFF2-40B4-BE49-F238E27FC236}">
                  <a16:creationId xmlns:a16="http://schemas.microsoft.com/office/drawing/2014/main" id="{262E02E4-4F75-CE99-655E-2BFBBC98213F}"/>
                </a:ext>
              </a:extLst>
            </p:cNvPr>
            <p:cNvSpPr/>
            <p:nvPr/>
          </p:nvSpPr>
          <p:spPr>
            <a:xfrm flipV="1">
              <a:off x="8276328" y="2044054"/>
              <a:ext cx="39552" cy="39662"/>
            </a:xfrm>
            <a:custGeom>
              <a:avLst/>
              <a:gdLst>
                <a:gd name="connsiteX0" fmla="*/ 33760 w 39552"/>
                <a:gd name="connsiteY0" fmla="*/ 33941 h 39662"/>
                <a:gd name="connsiteX1" fmla="*/ 33760 w 39552"/>
                <a:gd name="connsiteY1" fmla="*/ 5896 h 39662"/>
                <a:gd name="connsiteX2" fmla="*/ 5792 w 39552"/>
                <a:gd name="connsiteY2" fmla="*/ 5896 h 39662"/>
                <a:gd name="connsiteX3" fmla="*/ 5792 w 39552"/>
                <a:gd name="connsiteY3" fmla="*/ 33941 h 39662"/>
                <a:gd name="connsiteX4" fmla="*/ 33760 w 39552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941"/>
                  </a:moveTo>
                  <a:cubicBezTo>
                    <a:pt x="41483" y="26197"/>
                    <a:pt x="41483" y="13640"/>
                    <a:pt x="33760" y="5896"/>
                  </a:cubicBezTo>
                  <a:cubicBezTo>
                    <a:pt x="26037" y="-1849"/>
                    <a:pt x="13515" y="-1849"/>
                    <a:pt x="5792" y="5896"/>
                  </a:cubicBezTo>
                  <a:cubicBezTo>
                    <a:pt x="-1931" y="13640"/>
                    <a:pt x="-1931" y="26197"/>
                    <a:pt x="5792" y="33941"/>
                  </a:cubicBezTo>
                  <a:cubicBezTo>
                    <a:pt x="13515" y="41686"/>
                    <a:pt x="26037" y="41686"/>
                    <a:pt x="33760" y="33941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3" name="자유형 212">
              <a:extLst>
                <a:ext uri="{FF2B5EF4-FFF2-40B4-BE49-F238E27FC236}">
                  <a16:creationId xmlns:a16="http://schemas.microsoft.com/office/drawing/2014/main" id="{5DAB5126-6041-8FB8-70AE-4F63E595A138}"/>
                </a:ext>
              </a:extLst>
            </p:cNvPr>
            <p:cNvSpPr/>
            <p:nvPr/>
          </p:nvSpPr>
          <p:spPr>
            <a:xfrm flipV="1">
              <a:off x="8259848" y="2044054"/>
              <a:ext cx="39552" cy="39662"/>
            </a:xfrm>
            <a:custGeom>
              <a:avLst/>
              <a:gdLst>
                <a:gd name="connsiteX0" fmla="*/ 33760 w 39552"/>
                <a:gd name="connsiteY0" fmla="*/ 33941 h 39662"/>
                <a:gd name="connsiteX1" fmla="*/ 33760 w 39552"/>
                <a:gd name="connsiteY1" fmla="*/ 5896 h 39662"/>
                <a:gd name="connsiteX2" fmla="*/ 5792 w 39552"/>
                <a:gd name="connsiteY2" fmla="*/ 5896 h 39662"/>
                <a:gd name="connsiteX3" fmla="*/ 5792 w 39552"/>
                <a:gd name="connsiteY3" fmla="*/ 33941 h 39662"/>
                <a:gd name="connsiteX4" fmla="*/ 33760 w 39552"/>
                <a:gd name="connsiteY4" fmla="*/ 33941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941"/>
                  </a:moveTo>
                  <a:cubicBezTo>
                    <a:pt x="41483" y="26197"/>
                    <a:pt x="41483" y="13640"/>
                    <a:pt x="33760" y="5896"/>
                  </a:cubicBezTo>
                  <a:cubicBezTo>
                    <a:pt x="26037" y="-1849"/>
                    <a:pt x="13516" y="-1849"/>
                    <a:pt x="5792" y="5896"/>
                  </a:cubicBezTo>
                  <a:cubicBezTo>
                    <a:pt x="-1931" y="13640"/>
                    <a:pt x="-1931" y="26197"/>
                    <a:pt x="5792" y="33941"/>
                  </a:cubicBezTo>
                  <a:cubicBezTo>
                    <a:pt x="13516" y="41686"/>
                    <a:pt x="26037" y="41686"/>
                    <a:pt x="33760" y="33941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4" name="자유형 213">
              <a:extLst>
                <a:ext uri="{FF2B5EF4-FFF2-40B4-BE49-F238E27FC236}">
                  <a16:creationId xmlns:a16="http://schemas.microsoft.com/office/drawing/2014/main" id="{57B3146F-A8F5-D798-4DEB-8D20D050F6AC}"/>
                </a:ext>
              </a:extLst>
            </p:cNvPr>
            <p:cNvSpPr/>
            <p:nvPr/>
          </p:nvSpPr>
          <p:spPr>
            <a:xfrm flipV="1">
              <a:off x="8547700" y="1383006"/>
              <a:ext cx="39552" cy="39662"/>
            </a:xfrm>
            <a:custGeom>
              <a:avLst/>
              <a:gdLst>
                <a:gd name="connsiteX0" fmla="*/ 33760 w 39552"/>
                <a:gd name="connsiteY0" fmla="*/ 33798 h 39662"/>
                <a:gd name="connsiteX1" fmla="*/ 33760 w 39552"/>
                <a:gd name="connsiteY1" fmla="*/ 5751 h 39662"/>
                <a:gd name="connsiteX2" fmla="*/ 5792 w 39552"/>
                <a:gd name="connsiteY2" fmla="*/ 5751 h 39662"/>
                <a:gd name="connsiteX3" fmla="*/ 5792 w 39552"/>
                <a:gd name="connsiteY3" fmla="*/ 33798 h 39662"/>
                <a:gd name="connsiteX4" fmla="*/ 33760 w 39552"/>
                <a:gd name="connsiteY4" fmla="*/ 33798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798"/>
                  </a:moveTo>
                  <a:cubicBezTo>
                    <a:pt x="41483" y="26053"/>
                    <a:pt x="41483" y="13497"/>
                    <a:pt x="33760" y="5751"/>
                  </a:cubicBezTo>
                  <a:cubicBezTo>
                    <a:pt x="26037" y="-1993"/>
                    <a:pt x="13515" y="-1993"/>
                    <a:pt x="5792" y="5751"/>
                  </a:cubicBezTo>
                  <a:cubicBezTo>
                    <a:pt x="-1931" y="13497"/>
                    <a:pt x="-1931" y="26053"/>
                    <a:pt x="5792" y="33798"/>
                  </a:cubicBezTo>
                  <a:cubicBezTo>
                    <a:pt x="13515" y="41542"/>
                    <a:pt x="26037" y="41542"/>
                    <a:pt x="33760" y="33798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5" name="자유형 214">
              <a:extLst>
                <a:ext uri="{FF2B5EF4-FFF2-40B4-BE49-F238E27FC236}">
                  <a16:creationId xmlns:a16="http://schemas.microsoft.com/office/drawing/2014/main" id="{993987C7-7109-BFCB-60F4-196D618E4010}"/>
                </a:ext>
              </a:extLst>
            </p:cNvPr>
            <p:cNvSpPr/>
            <p:nvPr/>
          </p:nvSpPr>
          <p:spPr>
            <a:xfrm flipV="1">
              <a:off x="8564180" y="1449111"/>
              <a:ext cx="39552" cy="39662"/>
            </a:xfrm>
            <a:custGeom>
              <a:avLst/>
              <a:gdLst>
                <a:gd name="connsiteX0" fmla="*/ 33760 w 39552"/>
                <a:gd name="connsiteY0" fmla="*/ 33812 h 39662"/>
                <a:gd name="connsiteX1" fmla="*/ 33760 w 39552"/>
                <a:gd name="connsiteY1" fmla="*/ 5767 h 39662"/>
                <a:gd name="connsiteX2" fmla="*/ 5792 w 39552"/>
                <a:gd name="connsiteY2" fmla="*/ 5767 h 39662"/>
                <a:gd name="connsiteX3" fmla="*/ 5792 w 39552"/>
                <a:gd name="connsiteY3" fmla="*/ 33812 h 39662"/>
                <a:gd name="connsiteX4" fmla="*/ 33760 w 39552"/>
                <a:gd name="connsiteY4" fmla="*/ 33812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812"/>
                  </a:moveTo>
                  <a:cubicBezTo>
                    <a:pt x="41483" y="26068"/>
                    <a:pt x="41483" y="13511"/>
                    <a:pt x="33760" y="5767"/>
                  </a:cubicBezTo>
                  <a:cubicBezTo>
                    <a:pt x="26037" y="-1979"/>
                    <a:pt x="13516" y="-1979"/>
                    <a:pt x="5792" y="5767"/>
                  </a:cubicBezTo>
                  <a:cubicBezTo>
                    <a:pt x="-1931" y="13511"/>
                    <a:pt x="-1931" y="26068"/>
                    <a:pt x="5792" y="33812"/>
                  </a:cubicBezTo>
                  <a:cubicBezTo>
                    <a:pt x="13516" y="41556"/>
                    <a:pt x="26037" y="41556"/>
                    <a:pt x="33760" y="33812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6" name="자유형 215">
              <a:extLst>
                <a:ext uri="{FF2B5EF4-FFF2-40B4-BE49-F238E27FC236}">
                  <a16:creationId xmlns:a16="http://schemas.microsoft.com/office/drawing/2014/main" id="{4A964666-28C1-52C8-2DF9-E330B333DF3D}"/>
                </a:ext>
              </a:extLst>
            </p:cNvPr>
            <p:cNvSpPr/>
            <p:nvPr/>
          </p:nvSpPr>
          <p:spPr>
            <a:xfrm flipV="1">
              <a:off x="8532318" y="1482163"/>
              <a:ext cx="39551" cy="39662"/>
            </a:xfrm>
            <a:custGeom>
              <a:avLst/>
              <a:gdLst>
                <a:gd name="connsiteX0" fmla="*/ 33759 w 39551"/>
                <a:gd name="connsiteY0" fmla="*/ 33819 h 39662"/>
                <a:gd name="connsiteX1" fmla="*/ 33759 w 39551"/>
                <a:gd name="connsiteY1" fmla="*/ 5773 h 39662"/>
                <a:gd name="connsiteX2" fmla="*/ 5792 w 39551"/>
                <a:gd name="connsiteY2" fmla="*/ 5773 h 39662"/>
                <a:gd name="connsiteX3" fmla="*/ 5792 w 39551"/>
                <a:gd name="connsiteY3" fmla="*/ 33819 h 39662"/>
                <a:gd name="connsiteX4" fmla="*/ 33759 w 39551"/>
                <a:gd name="connsiteY4" fmla="*/ 33819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1" h="39662">
                  <a:moveTo>
                    <a:pt x="33759" y="33819"/>
                  </a:moveTo>
                  <a:cubicBezTo>
                    <a:pt x="41483" y="26074"/>
                    <a:pt x="41483" y="13517"/>
                    <a:pt x="33759" y="5773"/>
                  </a:cubicBezTo>
                  <a:cubicBezTo>
                    <a:pt x="26037" y="-1971"/>
                    <a:pt x="13515" y="-1971"/>
                    <a:pt x="5792" y="5773"/>
                  </a:cubicBezTo>
                  <a:cubicBezTo>
                    <a:pt x="-1931" y="13517"/>
                    <a:pt x="-1931" y="26074"/>
                    <a:pt x="5792" y="33819"/>
                  </a:cubicBezTo>
                  <a:cubicBezTo>
                    <a:pt x="13515" y="41564"/>
                    <a:pt x="26037" y="41564"/>
                    <a:pt x="33759" y="33819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9829E15A-761A-3CEA-01C3-B327A8EE11DF}"/>
                </a:ext>
              </a:extLst>
            </p:cNvPr>
            <p:cNvSpPr txBox="1"/>
            <p:nvPr/>
          </p:nvSpPr>
          <p:spPr>
            <a:xfrm>
              <a:off x="7380113" y="2699080"/>
              <a:ext cx="567414" cy="219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90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Neuron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DD10DDF9-8933-20FD-CBAD-20BEDE87921E}"/>
                </a:ext>
              </a:extLst>
            </p:cNvPr>
            <p:cNvSpPr txBox="1"/>
            <p:nvPr/>
          </p:nvSpPr>
          <p:spPr>
            <a:xfrm rot="-5400000">
              <a:off x="5949862" y="1279930"/>
              <a:ext cx="823770" cy="219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90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Firing Rates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D54C1677-9A84-99D7-8B95-C36656DFA783}"/>
                </a:ext>
              </a:extLst>
            </p:cNvPr>
            <p:cNvSpPr txBox="1"/>
            <p:nvPr/>
          </p:nvSpPr>
          <p:spPr>
            <a:xfrm>
              <a:off x="7155644" y="404575"/>
              <a:ext cx="1016037" cy="238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5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Normal vs PD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BD20350-19D0-1E20-B866-B140C328312D}"/>
                </a:ext>
              </a:extLst>
            </p:cNvPr>
            <p:cNvSpPr txBox="1"/>
            <p:nvPr/>
          </p:nvSpPr>
          <p:spPr>
            <a:xfrm>
              <a:off x="9069317" y="722545"/>
              <a:ext cx="539947" cy="219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Normal</a:t>
              </a:r>
            </a:p>
          </p:txBody>
        </p:sp>
        <p:sp>
          <p:nvSpPr>
            <p:cNvPr id="221" name="자유형 220">
              <a:extLst>
                <a:ext uri="{FF2B5EF4-FFF2-40B4-BE49-F238E27FC236}">
                  <a16:creationId xmlns:a16="http://schemas.microsoft.com/office/drawing/2014/main" id="{D9FA75D6-D8AB-1F13-B95C-E4C0AD99E5BC}"/>
                </a:ext>
              </a:extLst>
            </p:cNvPr>
            <p:cNvSpPr/>
            <p:nvPr/>
          </p:nvSpPr>
          <p:spPr>
            <a:xfrm flipV="1">
              <a:off x="8991562" y="812668"/>
              <a:ext cx="39552" cy="39662"/>
            </a:xfrm>
            <a:custGeom>
              <a:avLst/>
              <a:gdLst>
                <a:gd name="connsiteX0" fmla="*/ 33760 w 39552"/>
                <a:gd name="connsiteY0" fmla="*/ 33674 h 39662"/>
                <a:gd name="connsiteX1" fmla="*/ 33760 w 39552"/>
                <a:gd name="connsiteY1" fmla="*/ 5628 h 39662"/>
                <a:gd name="connsiteX2" fmla="*/ 5792 w 39552"/>
                <a:gd name="connsiteY2" fmla="*/ 5628 h 39662"/>
                <a:gd name="connsiteX3" fmla="*/ 5792 w 39552"/>
                <a:gd name="connsiteY3" fmla="*/ 33674 h 39662"/>
                <a:gd name="connsiteX4" fmla="*/ 33760 w 39552"/>
                <a:gd name="connsiteY4" fmla="*/ 33674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674"/>
                  </a:moveTo>
                  <a:cubicBezTo>
                    <a:pt x="41483" y="25929"/>
                    <a:pt x="41483" y="13373"/>
                    <a:pt x="33760" y="5628"/>
                  </a:cubicBezTo>
                  <a:cubicBezTo>
                    <a:pt x="26037" y="-2117"/>
                    <a:pt x="13515" y="-2117"/>
                    <a:pt x="5792" y="5628"/>
                  </a:cubicBezTo>
                  <a:cubicBezTo>
                    <a:pt x="-1931" y="13373"/>
                    <a:pt x="-1931" y="25929"/>
                    <a:pt x="5792" y="33674"/>
                  </a:cubicBezTo>
                  <a:cubicBezTo>
                    <a:pt x="13515" y="41418"/>
                    <a:pt x="26037" y="41418"/>
                    <a:pt x="33760" y="33674"/>
                  </a:cubicBezTo>
                </a:path>
              </a:pathLst>
            </a:custGeom>
            <a:solidFill>
              <a:srgbClr val="000080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99CE9A7-9F70-91D7-2729-34EB13A62358}"/>
                </a:ext>
              </a:extLst>
            </p:cNvPr>
            <p:cNvSpPr txBox="1"/>
            <p:nvPr/>
          </p:nvSpPr>
          <p:spPr>
            <a:xfrm>
              <a:off x="9067120" y="899927"/>
              <a:ext cx="338524" cy="219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9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PD</a:t>
              </a:r>
            </a:p>
          </p:txBody>
        </p:sp>
        <p:sp>
          <p:nvSpPr>
            <p:cNvPr id="223" name="자유형 222">
              <a:extLst>
                <a:ext uri="{FF2B5EF4-FFF2-40B4-BE49-F238E27FC236}">
                  <a16:creationId xmlns:a16="http://schemas.microsoft.com/office/drawing/2014/main" id="{B8FCA694-4096-2D07-0A39-2CFD7944C578}"/>
                </a:ext>
              </a:extLst>
            </p:cNvPr>
            <p:cNvSpPr/>
            <p:nvPr/>
          </p:nvSpPr>
          <p:spPr>
            <a:xfrm flipV="1">
              <a:off x="8989365" y="990050"/>
              <a:ext cx="39552" cy="39662"/>
            </a:xfrm>
            <a:custGeom>
              <a:avLst/>
              <a:gdLst>
                <a:gd name="connsiteX0" fmla="*/ 33760 w 39552"/>
                <a:gd name="connsiteY0" fmla="*/ 33712 h 39662"/>
                <a:gd name="connsiteX1" fmla="*/ 33760 w 39552"/>
                <a:gd name="connsiteY1" fmla="*/ 5667 h 39662"/>
                <a:gd name="connsiteX2" fmla="*/ 5793 w 39552"/>
                <a:gd name="connsiteY2" fmla="*/ 5667 h 39662"/>
                <a:gd name="connsiteX3" fmla="*/ 5793 w 39552"/>
                <a:gd name="connsiteY3" fmla="*/ 33712 h 39662"/>
                <a:gd name="connsiteX4" fmla="*/ 33760 w 39552"/>
                <a:gd name="connsiteY4" fmla="*/ 33712 h 3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552" h="39662">
                  <a:moveTo>
                    <a:pt x="33760" y="33712"/>
                  </a:moveTo>
                  <a:cubicBezTo>
                    <a:pt x="41483" y="25967"/>
                    <a:pt x="41483" y="13411"/>
                    <a:pt x="33760" y="5667"/>
                  </a:cubicBezTo>
                  <a:cubicBezTo>
                    <a:pt x="26037" y="-2078"/>
                    <a:pt x="13515" y="-2078"/>
                    <a:pt x="5793" y="5667"/>
                  </a:cubicBezTo>
                  <a:cubicBezTo>
                    <a:pt x="-1931" y="13411"/>
                    <a:pt x="-1931" y="25967"/>
                    <a:pt x="5793" y="33712"/>
                  </a:cubicBezTo>
                  <a:cubicBezTo>
                    <a:pt x="13515" y="41457"/>
                    <a:pt x="26037" y="41457"/>
                    <a:pt x="33760" y="33712"/>
                  </a:cubicBezTo>
                </a:path>
              </a:pathLst>
            </a:custGeom>
            <a:solidFill>
              <a:srgbClr val="800002"/>
            </a:solidFill>
            <a:ln w="9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4243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33</Words>
  <Application>Microsoft Macintosh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Microsoft Office User</cp:lastModifiedBy>
  <cp:revision>4</cp:revision>
  <dcterms:created xsi:type="dcterms:W3CDTF">2025-09-12T04:39:14Z</dcterms:created>
  <dcterms:modified xsi:type="dcterms:W3CDTF">2025-09-15T02:22:49Z</dcterms:modified>
</cp:coreProperties>
</file>